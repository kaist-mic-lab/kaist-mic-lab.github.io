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3.xml" ContentType="application/vnd.openxmlformats-officedocument.presentationml.notesSlide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4.xml" ContentType="application/vnd.openxmlformats-officedocument.presentationml.notesSlide+xml"/>
  <Override PartName="/ppt/tags/tag23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  <p:sldId id="26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  <a:srgbClr val="0432FF"/>
    <a:srgbClr val="7CA2D6"/>
    <a:srgbClr val="0069A3"/>
    <a:srgbClr val="EF74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F81D0-D582-4312-97F5-1EDE2F1D61EC}" v="13" dt="2025-09-15T06:58:28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35"/>
  </p:normalViewPr>
  <p:slideViewPr>
    <p:cSldViewPr snapToGrid="0" showGuides="1">
      <p:cViewPr varScale="1">
        <p:scale>
          <a:sx n="146" d="100"/>
          <a:sy n="146" d="100"/>
        </p:scale>
        <p:origin x="1216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udena Garcia" userId="7d40fade-dd87-4e74-a6ee-9b414004f5fc" providerId="ADAL" clId="{5163DEDC-EE12-4ECF-8F62-8CB11469DE15}"/>
    <pc:docChg chg="undo custSel modSld">
      <pc:chgData name="Almudena Garcia" userId="7d40fade-dd87-4e74-a6ee-9b414004f5fc" providerId="ADAL" clId="{5163DEDC-EE12-4ECF-8F62-8CB11469DE15}" dt="2025-09-15T07:21:19.361" v="338" actId="14100"/>
      <pc:docMkLst>
        <pc:docMk/>
      </pc:docMkLst>
      <pc:sldChg chg="addSp modSp mod setBg">
        <pc:chgData name="Almudena Garcia" userId="7d40fade-dd87-4e74-a6ee-9b414004f5fc" providerId="ADAL" clId="{5163DEDC-EE12-4ECF-8F62-8CB11469DE15}" dt="2025-09-15T07:21:19.361" v="338" actId="14100"/>
        <pc:sldMkLst>
          <pc:docMk/>
          <pc:sldMk cId="1176193973" sldId="256"/>
        </pc:sldMkLst>
        <pc:spChg chg="add mod">
          <ac:chgData name="Almudena Garcia" userId="7d40fade-dd87-4e74-a6ee-9b414004f5fc" providerId="ADAL" clId="{5163DEDC-EE12-4ECF-8F62-8CB11469DE15}" dt="2025-09-15T06:50:35.637" v="18" actId="14100"/>
          <ac:spMkLst>
            <pc:docMk/>
            <pc:sldMk cId="1176193973" sldId="256"/>
            <ac:spMk id="4" creationId="{CC2209FC-415C-658A-D61A-E9271452443F}"/>
          </ac:spMkLst>
        </pc:spChg>
        <pc:spChg chg="add mod ord">
          <ac:chgData name="Almudena Garcia" userId="7d40fade-dd87-4e74-a6ee-9b414004f5fc" providerId="ADAL" clId="{5163DEDC-EE12-4ECF-8F62-8CB11469DE15}" dt="2025-09-15T07:18:15.612" v="258" actId="207"/>
          <ac:spMkLst>
            <pc:docMk/>
            <pc:sldMk cId="1176193973" sldId="256"/>
            <ac:spMk id="5" creationId="{6771606E-E40D-8EF2-1CCF-E950068F9B44}"/>
          </ac:spMkLst>
        </pc:spChg>
        <pc:spChg chg="add mod">
          <ac:chgData name="Almudena Garcia" userId="7d40fade-dd87-4e74-a6ee-9b414004f5fc" providerId="ADAL" clId="{5163DEDC-EE12-4ECF-8F62-8CB11469DE15}" dt="2025-09-15T07:21:07.355" v="337" actId="207"/>
          <ac:spMkLst>
            <pc:docMk/>
            <pc:sldMk cId="1176193973" sldId="256"/>
            <ac:spMk id="6" creationId="{A586E67C-E75F-632B-4FBF-95E5F99B88C6}"/>
          </ac:spMkLst>
        </pc:spChg>
        <pc:spChg chg="add mod ord">
          <ac:chgData name="Almudena Garcia" userId="7d40fade-dd87-4e74-a6ee-9b414004f5fc" providerId="ADAL" clId="{5163DEDC-EE12-4ECF-8F62-8CB11469DE15}" dt="2025-09-15T07:21:19.361" v="338" actId="14100"/>
          <ac:spMkLst>
            <pc:docMk/>
            <pc:sldMk cId="1176193973" sldId="256"/>
            <ac:spMk id="7" creationId="{F6849CFC-DCEC-A162-0F71-2E5669B4F0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63EB2-6535-8945-97D8-C7113EB15853}" type="datetimeFigureOut">
              <a:rPr lang="en-KR" smtClean="0"/>
              <a:t>10/10/25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DFE3C-703F-EC4A-98BA-61A1C922E23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729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DFE3C-703F-EC4A-98BA-61A1C922E237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1166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DFE3C-703F-EC4A-98BA-61A1C922E237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70445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C1D9-4C94-2008-8890-DCD7E843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1EB63-7B3F-AF36-8F2E-2BE5F0F1B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9D895-4772-0FB1-A830-573523B68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BD975-0370-BA16-3BAA-07477B90B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DFE3C-703F-EC4A-98BA-61A1C922E237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11828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DFE3C-703F-EC4A-98BA-61A1C922E237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2814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C7D0F-5719-5992-E7C5-2D0083D18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03B74F-47D7-E6C2-19A7-F6BA38B69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B17FEF-694B-7A38-B84B-5D2251EA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3671CF-80C7-8CBD-5627-C099277F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01F924-E65A-AA8C-95BB-342FE929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297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A648E-222A-B48E-FD18-95988DDB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8F537-A8F4-10F2-7E1C-B04311A89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06C7A4-0798-D088-9C29-6F3DBA78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51D9DF-11D3-A544-59A3-C510DB32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BBD0D3-FED6-D4CF-4D74-B8EC8C4E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750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8AE61-F2E9-FC36-EA95-BFDE5F92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1808CA-A944-3059-D3F8-F3DAE115C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753E75-22AE-F56E-02AE-8E35689D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50A466-D5DA-6EC0-7DCD-D4F094C5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D0576B-EC79-679C-CD29-C6D2DBAC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496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D2B5D-1B2D-C222-C4D0-680EC36F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F74A9-1280-61F7-DA41-1FFCBD4D8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C022C8-244A-0E55-94D5-80C81884D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223EFB-429E-0067-0500-E52070B4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E4774B-FFFF-0787-0D38-D751B5D4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9E7ADE-C81E-055A-8FA3-4D591AB5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941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AD2CD-10BE-F6AD-0E8D-E72BC367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0A89ED-AF9C-15A4-49B9-64B98CFD6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CBF049-095F-B671-CDA3-5B64D32D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5848CE-F5F6-8ECF-0E96-DBBD8D82D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48777A-EB2F-7419-E268-E6F457A48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A473C6-C2CC-BAB5-662E-763219F3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A217BB-526D-36CB-D7E1-14CAC906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69B58D-A34F-E483-76E8-A25205D2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75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4CD63-A2F5-F9F1-DBA2-C34A5A39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0D25CC-30F1-6088-011B-13216278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DEB176-4B75-7D30-75B2-2263799C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C29520-B609-12E5-AE18-8F14272D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9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5AAEF73-4649-0A2D-5EC3-5D0B3FEB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67A1AD-F177-FE3B-DC8C-92EBDDC6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8937FE-4435-A5CF-A3FE-1A8E65C7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773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35481-F0C6-B0C4-1D60-9B903E2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D303F-14CA-8AC5-2DCD-5606945D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1A5039-7B20-3B52-8FC5-C40140E44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185A9F-1994-6451-C049-8B2E2053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16489F-15D0-BC51-02B9-203F9D51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DDA0EB-BAFC-642D-5DEC-1D44C856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55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5F82A-A037-82D0-8C5E-F3F4D34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156978-72AB-2FB0-55E6-F6D407502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EE216B-CC40-4A9C-9CD1-F7D70C471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C147E6-76DC-648F-A9F5-4341DE8F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071845-1B78-5966-3A2E-4487CEBE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A36ED8-D1E8-DE5A-A756-88897036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27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7D969-AC19-4B19-82B4-D9C2CDBA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5BB4EF-673B-62BB-EAB7-E7CD10669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D78C19-F45E-ACFE-6946-4B80CA4C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B0E6C0-AEB1-F6A0-16F2-839D7367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B39888-D465-F85C-D7EA-C5B01492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62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BA4D03-6368-7E00-EEFB-B56E98998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A19D41-3A73-D04C-E9CC-91CE77975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7C3E91-372A-F0D1-E5B9-76973B81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A7943D-DD6A-47A9-AC3A-934DBBBE5B9A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B7BEF8-3F10-59BA-4A56-22687232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C1240-1BEA-FFA3-16B9-99CEF07B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38111-92AB-4121-9BF7-53E23E063CA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6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4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.xml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.png"/><Relationship Id="rId4" Type="http://schemas.openxmlformats.org/officeDocument/2006/relationships/tags" Target="../tags/tag8.xml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125.xml"/><Relationship Id="rId21" Type="http://schemas.openxmlformats.org/officeDocument/2006/relationships/tags" Target="../tags/tag29.xml"/><Relationship Id="rId42" Type="http://schemas.openxmlformats.org/officeDocument/2006/relationships/tags" Target="../tags/tag50.xml"/><Relationship Id="rId63" Type="http://schemas.openxmlformats.org/officeDocument/2006/relationships/tags" Target="../tags/tag71.xml"/><Relationship Id="rId84" Type="http://schemas.openxmlformats.org/officeDocument/2006/relationships/tags" Target="../tags/tag92.xml"/><Relationship Id="rId138" Type="http://schemas.openxmlformats.org/officeDocument/2006/relationships/tags" Target="../tags/tag146.xml"/><Relationship Id="rId159" Type="http://schemas.openxmlformats.org/officeDocument/2006/relationships/tags" Target="../tags/tag167.xml"/><Relationship Id="rId170" Type="http://schemas.openxmlformats.org/officeDocument/2006/relationships/tags" Target="../tags/tag178.xml"/><Relationship Id="rId191" Type="http://schemas.openxmlformats.org/officeDocument/2006/relationships/tags" Target="../tags/tag199.xml"/><Relationship Id="rId205" Type="http://schemas.openxmlformats.org/officeDocument/2006/relationships/tags" Target="../tags/tag213.xml"/><Relationship Id="rId226" Type="http://schemas.openxmlformats.org/officeDocument/2006/relationships/notesSlide" Target="../notesSlides/notesSlide3.xml"/><Relationship Id="rId107" Type="http://schemas.openxmlformats.org/officeDocument/2006/relationships/tags" Target="../tags/tag115.xml"/><Relationship Id="rId11" Type="http://schemas.openxmlformats.org/officeDocument/2006/relationships/tags" Target="../tags/tag19.xml"/><Relationship Id="rId32" Type="http://schemas.openxmlformats.org/officeDocument/2006/relationships/tags" Target="../tags/tag40.xml"/><Relationship Id="rId53" Type="http://schemas.openxmlformats.org/officeDocument/2006/relationships/tags" Target="../tags/tag61.xml"/><Relationship Id="rId74" Type="http://schemas.openxmlformats.org/officeDocument/2006/relationships/tags" Target="../tags/tag82.xml"/><Relationship Id="rId128" Type="http://schemas.openxmlformats.org/officeDocument/2006/relationships/tags" Target="../tags/tag136.xml"/><Relationship Id="rId149" Type="http://schemas.openxmlformats.org/officeDocument/2006/relationships/tags" Target="../tags/tag157.xml"/><Relationship Id="rId5" Type="http://schemas.openxmlformats.org/officeDocument/2006/relationships/tags" Target="../tags/tag13.xml"/><Relationship Id="rId95" Type="http://schemas.openxmlformats.org/officeDocument/2006/relationships/tags" Target="../tags/tag103.xml"/><Relationship Id="rId160" Type="http://schemas.openxmlformats.org/officeDocument/2006/relationships/tags" Target="../tags/tag168.xml"/><Relationship Id="rId181" Type="http://schemas.openxmlformats.org/officeDocument/2006/relationships/tags" Target="../tags/tag189.xml"/><Relationship Id="rId216" Type="http://schemas.openxmlformats.org/officeDocument/2006/relationships/tags" Target="../tags/tag224.xml"/><Relationship Id="rId22" Type="http://schemas.openxmlformats.org/officeDocument/2006/relationships/tags" Target="../tags/tag30.xml"/><Relationship Id="rId43" Type="http://schemas.openxmlformats.org/officeDocument/2006/relationships/tags" Target="../tags/tag51.xml"/><Relationship Id="rId64" Type="http://schemas.openxmlformats.org/officeDocument/2006/relationships/tags" Target="../tags/tag72.xml"/><Relationship Id="rId118" Type="http://schemas.openxmlformats.org/officeDocument/2006/relationships/tags" Target="../tags/tag126.xml"/><Relationship Id="rId139" Type="http://schemas.openxmlformats.org/officeDocument/2006/relationships/tags" Target="../tags/tag147.xml"/><Relationship Id="rId85" Type="http://schemas.openxmlformats.org/officeDocument/2006/relationships/tags" Target="../tags/tag93.xml"/><Relationship Id="rId150" Type="http://schemas.openxmlformats.org/officeDocument/2006/relationships/tags" Target="../tags/tag158.xml"/><Relationship Id="rId171" Type="http://schemas.openxmlformats.org/officeDocument/2006/relationships/tags" Target="../tags/tag179.xml"/><Relationship Id="rId192" Type="http://schemas.openxmlformats.org/officeDocument/2006/relationships/tags" Target="../tags/tag200.xml"/><Relationship Id="rId206" Type="http://schemas.openxmlformats.org/officeDocument/2006/relationships/tags" Target="../tags/tag214.xml"/><Relationship Id="rId227" Type="http://schemas.openxmlformats.org/officeDocument/2006/relationships/image" Target="../media/image12.emf"/><Relationship Id="rId12" Type="http://schemas.openxmlformats.org/officeDocument/2006/relationships/tags" Target="../tags/tag20.xml"/><Relationship Id="rId33" Type="http://schemas.openxmlformats.org/officeDocument/2006/relationships/tags" Target="../tags/tag41.xml"/><Relationship Id="rId108" Type="http://schemas.openxmlformats.org/officeDocument/2006/relationships/tags" Target="../tags/tag116.xml"/><Relationship Id="rId129" Type="http://schemas.openxmlformats.org/officeDocument/2006/relationships/tags" Target="../tags/tag137.xml"/><Relationship Id="rId54" Type="http://schemas.openxmlformats.org/officeDocument/2006/relationships/tags" Target="../tags/tag62.xml"/><Relationship Id="rId75" Type="http://schemas.openxmlformats.org/officeDocument/2006/relationships/tags" Target="../tags/tag83.xml"/><Relationship Id="rId96" Type="http://schemas.openxmlformats.org/officeDocument/2006/relationships/tags" Target="../tags/tag104.xml"/><Relationship Id="rId140" Type="http://schemas.openxmlformats.org/officeDocument/2006/relationships/tags" Target="../tags/tag148.xml"/><Relationship Id="rId161" Type="http://schemas.openxmlformats.org/officeDocument/2006/relationships/tags" Target="../tags/tag169.xml"/><Relationship Id="rId182" Type="http://schemas.openxmlformats.org/officeDocument/2006/relationships/tags" Target="../tags/tag190.xml"/><Relationship Id="rId217" Type="http://schemas.openxmlformats.org/officeDocument/2006/relationships/tags" Target="../tags/tag225.xml"/><Relationship Id="rId6" Type="http://schemas.openxmlformats.org/officeDocument/2006/relationships/tags" Target="../tags/tag14.xml"/><Relationship Id="rId23" Type="http://schemas.openxmlformats.org/officeDocument/2006/relationships/tags" Target="../tags/tag31.xml"/><Relationship Id="rId119" Type="http://schemas.openxmlformats.org/officeDocument/2006/relationships/tags" Target="../tags/tag127.xml"/><Relationship Id="rId44" Type="http://schemas.openxmlformats.org/officeDocument/2006/relationships/tags" Target="../tags/tag52.xml"/><Relationship Id="rId65" Type="http://schemas.openxmlformats.org/officeDocument/2006/relationships/tags" Target="../tags/tag73.xml"/><Relationship Id="rId86" Type="http://schemas.openxmlformats.org/officeDocument/2006/relationships/tags" Target="../tags/tag94.xml"/><Relationship Id="rId130" Type="http://schemas.openxmlformats.org/officeDocument/2006/relationships/tags" Target="../tags/tag138.xml"/><Relationship Id="rId151" Type="http://schemas.openxmlformats.org/officeDocument/2006/relationships/tags" Target="../tags/tag159.xml"/><Relationship Id="rId172" Type="http://schemas.openxmlformats.org/officeDocument/2006/relationships/tags" Target="../tags/tag180.xml"/><Relationship Id="rId193" Type="http://schemas.openxmlformats.org/officeDocument/2006/relationships/tags" Target="../tags/tag201.xml"/><Relationship Id="rId207" Type="http://schemas.openxmlformats.org/officeDocument/2006/relationships/tags" Target="../tags/tag215.xml"/><Relationship Id="rId228" Type="http://schemas.openxmlformats.org/officeDocument/2006/relationships/image" Target="../media/image13.png"/><Relationship Id="rId13" Type="http://schemas.openxmlformats.org/officeDocument/2006/relationships/tags" Target="../tags/tag21.xml"/><Relationship Id="rId109" Type="http://schemas.openxmlformats.org/officeDocument/2006/relationships/tags" Target="../tags/tag117.xml"/><Relationship Id="rId34" Type="http://schemas.openxmlformats.org/officeDocument/2006/relationships/tags" Target="../tags/tag42.xml"/><Relationship Id="rId55" Type="http://schemas.openxmlformats.org/officeDocument/2006/relationships/tags" Target="../tags/tag63.xml"/><Relationship Id="rId76" Type="http://schemas.openxmlformats.org/officeDocument/2006/relationships/tags" Target="../tags/tag84.xml"/><Relationship Id="rId97" Type="http://schemas.openxmlformats.org/officeDocument/2006/relationships/tags" Target="../tags/tag105.xml"/><Relationship Id="rId120" Type="http://schemas.openxmlformats.org/officeDocument/2006/relationships/tags" Target="../tags/tag128.xml"/><Relationship Id="rId141" Type="http://schemas.openxmlformats.org/officeDocument/2006/relationships/tags" Target="../tags/tag149.xml"/><Relationship Id="rId7" Type="http://schemas.openxmlformats.org/officeDocument/2006/relationships/tags" Target="../tags/tag15.xml"/><Relationship Id="rId162" Type="http://schemas.openxmlformats.org/officeDocument/2006/relationships/tags" Target="../tags/tag170.xml"/><Relationship Id="rId183" Type="http://schemas.openxmlformats.org/officeDocument/2006/relationships/tags" Target="../tags/tag191.xml"/><Relationship Id="rId218" Type="http://schemas.openxmlformats.org/officeDocument/2006/relationships/tags" Target="../tags/tag226.xml"/><Relationship Id="rId24" Type="http://schemas.openxmlformats.org/officeDocument/2006/relationships/tags" Target="../tags/tag32.xml"/><Relationship Id="rId45" Type="http://schemas.openxmlformats.org/officeDocument/2006/relationships/tags" Target="../tags/tag53.xml"/><Relationship Id="rId66" Type="http://schemas.openxmlformats.org/officeDocument/2006/relationships/tags" Target="../tags/tag74.xml"/><Relationship Id="rId87" Type="http://schemas.openxmlformats.org/officeDocument/2006/relationships/tags" Target="../tags/tag95.xml"/><Relationship Id="rId110" Type="http://schemas.openxmlformats.org/officeDocument/2006/relationships/tags" Target="../tags/tag118.xml"/><Relationship Id="rId131" Type="http://schemas.openxmlformats.org/officeDocument/2006/relationships/tags" Target="../tags/tag139.xml"/><Relationship Id="rId152" Type="http://schemas.openxmlformats.org/officeDocument/2006/relationships/tags" Target="../tags/tag160.xml"/><Relationship Id="rId173" Type="http://schemas.openxmlformats.org/officeDocument/2006/relationships/tags" Target="../tags/tag181.xml"/><Relationship Id="rId194" Type="http://schemas.openxmlformats.org/officeDocument/2006/relationships/tags" Target="../tags/tag202.xml"/><Relationship Id="rId208" Type="http://schemas.openxmlformats.org/officeDocument/2006/relationships/tags" Target="../tags/tag216.xml"/><Relationship Id="rId229" Type="http://schemas.openxmlformats.org/officeDocument/2006/relationships/image" Target="../media/image11.png"/><Relationship Id="rId14" Type="http://schemas.openxmlformats.org/officeDocument/2006/relationships/tags" Target="../tags/tag22.xml"/><Relationship Id="rId35" Type="http://schemas.openxmlformats.org/officeDocument/2006/relationships/tags" Target="../tags/tag43.xml"/><Relationship Id="rId56" Type="http://schemas.openxmlformats.org/officeDocument/2006/relationships/tags" Target="../tags/tag64.xml"/><Relationship Id="rId77" Type="http://schemas.openxmlformats.org/officeDocument/2006/relationships/tags" Target="../tags/tag85.xml"/><Relationship Id="rId100" Type="http://schemas.openxmlformats.org/officeDocument/2006/relationships/tags" Target="../tags/tag108.xml"/><Relationship Id="rId8" Type="http://schemas.openxmlformats.org/officeDocument/2006/relationships/tags" Target="../tags/tag16.xml"/><Relationship Id="rId98" Type="http://schemas.openxmlformats.org/officeDocument/2006/relationships/tags" Target="../tags/tag106.xml"/><Relationship Id="rId121" Type="http://schemas.openxmlformats.org/officeDocument/2006/relationships/tags" Target="../tags/tag129.xml"/><Relationship Id="rId142" Type="http://schemas.openxmlformats.org/officeDocument/2006/relationships/tags" Target="../tags/tag150.xml"/><Relationship Id="rId163" Type="http://schemas.openxmlformats.org/officeDocument/2006/relationships/tags" Target="../tags/tag171.xml"/><Relationship Id="rId184" Type="http://schemas.openxmlformats.org/officeDocument/2006/relationships/tags" Target="../tags/tag192.xml"/><Relationship Id="rId219" Type="http://schemas.openxmlformats.org/officeDocument/2006/relationships/tags" Target="../tags/tag227.xml"/><Relationship Id="rId230" Type="http://schemas.openxmlformats.org/officeDocument/2006/relationships/image" Target="../media/image14.png"/><Relationship Id="rId25" Type="http://schemas.openxmlformats.org/officeDocument/2006/relationships/tags" Target="../tags/tag33.xml"/><Relationship Id="rId46" Type="http://schemas.openxmlformats.org/officeDocument/2006/relationships/tags" Target="../tags/tag54.xml"/><Relationship Id="rId67" Type="http://schemas.openxmlformats.org/officeDocument/2006/relationships/tags" Target="../tags/tag75.xml"/><Relationship Id="rId116" Type="http://schemas.openxmlformats.org/officeDocument/2006/relationships/tags" Target="../tags/tag124.xml"/><Relationship Id="rId137" Type="http://schemas.openxmlformats.org/officeDocument/2006/relationships/tags" Target="../tags/tag145.xml"/><Relationship Id="rId158" Type="http://schemas.openxmlformats.org/officeDocument/2006/relationships/tags" Target="../tags/tag166.xml"/><Relationship Id="rId20" Type="http://schemas.openxmlformats.org/officeDocument/2006/relationships/tags" Target="../tags/tag28.xml"/><Relationship Id="rId41" Type="http://schemas.openxmlformats.org/officeDocument/2006/relationships/tags" Target="../tags/tag49.xml"/><Relationship Id="rId62" Type="http://schemas.openxmlformats.org/officeDocument/2006/relationships/tags" Target="../tags/tag70.xml"/><Relationship Id="rId83" Type="http://schemas.openxmlformats.org/officeDocument/2006/relationships/tags" Target="../tags/tag91.xml"/><Relationship Id="rId88" Type="http://schemas.openxmlformats.org/officeDocument/2006/relationships/tags" Target="../tags/tag96.xml"/><Relationship Id="rId111" Type="http://schemas.openxmlformats.org/officeDocument/2006/relationships/tags" Target="../tags/tag119.xml"/><Relationship Id="rId132" Type="http://schemas.openxmlformats.org/officeDocument/2006/relationships/tags" Target="../tags/tag140.xml"/><Relationship Id="rId153" Type="http://schemas.openxmlformats.org/officeDocument/2006/relationships/tags" Target="../tags/tag161.xml"/><Relationship Id="rId174" Type="http://schemas.openxmlformats.org/officeDocument/2006/relationships/tags" Target="../tags/tag182.xml"/><Relationship Id="rId179" Type="http://schemas.openxmlformats.org/officeDocument/2006/relationships/tags" Target="../tags/tag187.xml"/><Relationship Id="rId195" Type="http://schemas.openxmlformats.org/officeDocument/2006/relationships/tags" Target="../tags/tag203.xml"/><Relationship Id="rId209" Type="http://schemas.openxmlformats.org/officeDocument/2006/relationships/tags" Target="../tags/tag217.xml"/><Relationship Id="rId190" Type="http://schemas.openxmlformats.org/officeDocument/2006/relationships/tags" Target="../tags/tag198.xml"/><Relationship Id="rId204" Type="http://schemas.openxmlformats.org/officeDocument/2006/relationships/tags" Target="../tags/tag212.xml"/><Relationship Id="rId220" Type="http://schemas.openxmlformats.org/officeDocument/2006/relationships/tags" Target="../tags/tag228.xml"/><Relationship Id="rId225" Type="http://schemas.openxmlformats.org/officeDocument/2006/relationships/slideLayout" Target="../slideLayouts/slideLayout2.xml"/><Relationship Id="rId15" Type="http://schemas.openxmlformats.org/officeDocument/2006/relationships/tags" Target="../tags/tag23.xml"/><Relationship Id="rId36" Type="http://schemas.openxmlformats.org/officeDocument/2006/relationships/tags" Target="../tags/tag44.xml"/><Relationship Id="rId57" Type="http://schemas.openxmlformats.org/officeDocument/2006/relationships/tags" Target="../tags/tag65.xml"/><Relationship Id="rId106" Type="http://schemas.openxmlformats.org/officeDocument/2006/relationships/tags" Target="../tags/tag114.xml"/><Relationship Id="rId127" Type="http://schemas.openxmlformats.org/officeDocument/2006/relationships/tags" Target="../tags/tag135.xml"/><Relationship Id="rId10" Type="http://schemas.openxmlformats.org/officeDocument/2006/relationships/tags" Target="../tags/tag18.xml"/><Relationship Id="rId31" Type="http://schemas.openxmlformats.org/officeDocument/2006/relationships/tags" Target="../tags/tag39.xml"/><Relationship Id="rId52" Type="http://schemas.openxmlformats.org/officeDocument/2006/relationships/tags" Target="../tags/tag60.xml"/><Relationship Id="rId73" Type="http://schemas.openxmlformats.org/officeDocument/2006/relationships/tags" Target="../tags/tag81.xml"/><Relationship Id="rId78" Type="http://schemas.openxmlformats.org/officeDocument/2006/relationships/tags" Target="../tags/tag86.xml"/><Relationship Id="rId94" Type="http://schemas.openxmlformats.org/officeDocument/2006/relationships/tags" Target="../tags/tag102.xml"/><Relationship Id="rId99" Type="http://schemas.openxmlformats.org/officeDocument/2006/relationships/tags" Target="../tags/tag107.xml"/><Relationship Id="rId101" Type="http://schemas.openxmlformats.org/officeDocument/2006/relationships/tags" Target="../tags/tag109.xml"/><Relationship Id="rId122" Type="http://schemas.openxmlformats.org/officeDocument/2006/relationships/tags" Target="../tags/tag130.xml"/><Relationship Id="rId143" Type="http://schemas.openxmlformats.org/officeDocument/2006/relationships/tags" Target="../tags/tag151.xml"/><Relationship Id="rId148" Type="http://schemas.openxmlformats.org/officeDocument/2006/relationships/tags" Target="../tags/tag156.xml"/><Relationship Id="rId164" Type="http://schemas.openxmlformats.org/officeDocument/2006/relationships/tags" Target="../tags/tag172.xml"/><Relationship Id="rId169" Type="http://schemas.openxmlformats.org/officeDocument/2006/relationships/tags" Target="../tags/tag177.xml"/><Relationship Id="rId185" Type="http://schemas.openxmlformats.org/officeDocument/2006/relationships/tags" Target="../tags/tag193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80" Type="http://schemas.openxmlformats.org/officeDocument/2006/relationships/tags" Target="../tags/tag188.xml"/><Relationship Id="rId210" Type="http://schemas.openxmlformats.org/officeDocument/2006/relationships/tags" Target="../tags/tag218.xml"/><Relationship Id="rId215" Type="http://schemas.openxmlformats.org/officeDocument/2006/relationships/tags" Target="../tags/tag223.xml"/><Relationship Id="rId26" Type="http://schemas.openxmlformats.org/officeDocument/2006/relationships/tags" Target="../tags/tag34.xml"/><Relationship Id="rId231" Type="http://schemas.openxmlformats.org/officeDocument/2006/relationships/image" Target="../media/image15.png"/><Relationship Id="rId47" Type="http://schemas.openxmlformats.org/officeDocument/2006/relationships/tags" Target="../tags/tag55.xml"/><Relationship Id="rId68" Type="http://schemas.openxmlformats.org/officeDocument/2006/relationships/tags" Target="../tags/tag76.xml"/><Relationship Id="rId89" Type="http://schemas.openxmlformats.org/officeDocument/2006/relationships/tags" Target="../tags/tag97.xml"/><Relationship Id="rId112" Type="http://schemas.openxmlformats.org/officeDocument/2006/relationships/tags" Target="../tags/tag120.xml"/><Relationship Id="rId133" Type="http://schemas.openxmlformats.org/officeDocument/2006/relationships/tags" Target="../tags/tag141.xml"/><Relationship Id="rId154" Type="http://schemas.openxmlformats.org/officeDocument/2006/relationships/tags" Target="../tags/tag162.xml"/><Relationship Id="rId175" Type="http://schemas.openxmlformats.org/officeDocument/2006/relationships/tags" Target="../tags/tag183.xml"/><Relationship Id="rId196" Type="http://schemas.openxmlformats.org/officeDocument/2006/relationships/tags" Target="../tags/tag204.xml"/><Relationship Id="rId200" Type="http://schemas.openxmlformats.org/officeDocument/2006/relationships/tags" Target="../tags/tag208.xml"/><Relationship Id="rId16" Type="http://schemas.openxmlformats.org/officeDocument/2006/relationships/tags" Target="../tags/tag24.xml"/><Relationship Id="rId221" Type="http://schemas.openxmlformats.org/officeDocument/2006/relationships/tags" Target="../tags/tag229.xml"/><Relationship Id="rId37" Type="http://schemas.openxmlformats.org/officeDocument/2006/relationships/tags" Target="../tags/tag45.xml"/><Relationship Id="rId58" Type="http://schemas.openxmlformats.org/officeDocument/2006/relationships/tags" Target="../tags/tag66.xml"/><Relationship Id="rId79" Type="http://schemas.openxmlformats.org/officeDocument/2006/relationships/tags" Target="../tags/tag87.xml"/><Relationship Id="rId102" Type="http://schemas.openxmlformats.org/officeDocument/2006/relationships/tags" Target="../tags/tag110.xml"/><Relationship Id="rId123" Type="http://schemas.openxmlformats.org/officeDocument/2006/relationships/tags" Target="../tags/tag131.xml"/><Relationship Id="rId144" Type="http://schemas.openxmlformats.org/officeDocument/2006/relationships/tags" Target="../tags/tag152.xml"/><Relationship Id="rId90" Type="http://schemas.openxmlformats.org/officeDocument/2006/relationships/tags" Target="../tags/tag98.xml"/><Relationship Id="rId165" Type="http://schemas.openxmlformats.org/officeDocument/2006/relationships/tags" Target="../tags/tag173.xml"/><Relationship Id="rId186" Type="http://schemas.openxmlformats.org/officeDocument/2006/relationships/tags" Target="../tags/tag194.xml"/><Relationship Id="rId211" Type="http://schemas.openxmlformats.org/officeDocument/2006/relationships/tags" Target="../tags/tag219.xml"/><Relationship Id="rId232" Type="http://schemas.openxmlformats.org/officeDocument/2006/relationships/image" Target="../media/image16.png"/><Relationship Id="rId27" Type="http://schemas.openxmlformats.org/officeDocument/2006/relationships/tags" Target="../tags/tag35.xml"/><Relationship Id="rId48" Type="http://schemas.openxmlformats.org/officeDocument/2006/relationships/tags" Target="../tags/tag56.xml"/><Relationship Id="rId69" Type="http://schemas.openxmlformats.org/officeDocument/2006/relationships/tags" Target="../tags/tag77.xml"/><Relationship Id="rId113" Type="http://schemas.openxmlformats.org/officeDocument/2006/relationships/tags" Target="../tags/tag121.xml"/><Relationship Id="rId134" Type="http://schemas.openxmlformats.org/officeDocument/2006/relationships/tags" Target="../tags/tag142.xml"/><Relationship Id="rId80" Type="http://schemas.openxmlformats.org/officeDocument/2006/relationships/tags" Target="../tags/tag88.xml"/><Relationship Id="rId155" Type="http://schemas.openxmlformats.org/officeDocument/2006/relationships/tags" Target="../tags/tag163.xml"/><Relationship Id="rId176" Type="http://schemas.openxmlformats.org/officeDocument/2006/relationships/tags" Target="../tags/tag184.xml"/><Relationship Id="rId197" Type="http://schemas.openxmlformats.org/officeDocument/2006/relationships/tags" Target="../tags/tag205.xml"/><Relationship Id="rId201" Type="http://schemas.openxmlformats.org/officeDocument/2006/relationships/tags" Target="../tags/tag209.xml"/><Relationship Id="rId222" Type="http://schemas.openxmlformats.org/officeDocument/2006/relationships/tags" Target="../tags/tag230.xml"/><Relationship Id="rId17" Type="http://schemas.openxmlformats.org/officeDocument/2006/relationships/tags" Target="../tags/tag25.xml"/><Relationship Id="rId38" Type="http://schemas.openxmlformats.org/officeDocument/2006/relationships/tags" Target="../tags/tag46.xml"/><Relationship Id="rId59" Type="http://schemas.openxmlformats.org/officeDocument/2006/relationships/tags" Target="../tags/tag67.xml"/><Relationship Id="rId103" Type="http://schemas.openxmlformats.org/officeDocument/2006/relationships/tags" Target="../tags/tag111.xml"/><Relationship Id="rId124" Type="http://schemas.openxmlformats.org/officeDocument/2006/relationships/tags" Target="../tags/tag132.xml"/><Relationship Id="rId70" Type="http://schemas.openxmlformats.org/officeDocument/2006/relationships/tags" Target="../tags/tag78.xml"/><Relationship Id="rId91" Type="http://schemas.openxmlformats.org/officeDocument/2006/relationships/tags" Target="../tags/tag99.xml"/><Relationship Id="rId145" Type="http://schemas.openxmlformats.org/officeDocument/2006/relationships/tags" Target="../tags/tag153.xml"/><Relationship Id="rId166" Type="http://schemas.openxmlformats.org/officeDocument/2006/relationships/tags" Target="../tags/tag174.xml"/><Relationship Id="rId187" Type="http://schemas.openxmlformats.org/officeDocument/2006/relationships/tags" Target="../tags/tag195.xml"/><Relationship Id="rId1" Type="http://schemas.openxmlformats.org/officeDocument/2006/relationships/tags" Target="../tags/tag9.xml"/><Relationship Id="rId212" Type="http://schemas.openxmlformats.org/officeDocument/2006/relationships/tags" Target="../tags/tag220.xml"/><Relationship Id="rId28" Type="http://schemas.openxmlformats.org/officeDocument/2006/relationships/tags" Target="../tags/tag36.xml"/><Relationship Id="rId49" Type="http://schemas.openxmlformats.org/officeDocument/2006/relationships/tags" Target="../tags/tag57.xml"/><Relationship Id="rId114" Type="http://schemas.openxmlformats.org/officeDocument/2006/relationships/tags" Target="../tags/tag122.xml"/><Relationship Id="rId60" Type="http://schemas.openxmlformats.org/officeDocument/2006/relationships/tags" Target="../tags/tag68.xml"/><Relationship Id="rId81" Type="http://schemas.openxmlformats.org/officeDocument/2006/relationships/tags" Target="../tags/tag89.xml"/><Relationship Id="rId135" Type="http://schemas.openxmlformats.org/officeDocument/2006/relationships/tags" Target="../tags/tag143.xml"/><Relationship Id="rId156" Type="http://schemas.openxmlformats.org/officeDocument/2006/relationships/tags" Target="../tags/tag164.xml"/><Relationship Id="rId177" Type="http://schemas.openxmlformats.org/officeDocument/2006/relationships/tags" Target="../tags/tag185.xml"/><Relationship Id="rId198" Type="http://schemas.openxmlformats.org/officeDocument/2006/relationships/tags" Target="../tags/tag206.xml"/><Relationship Id="rId202" Type="http://schemas.openxmlformats.org/officeDocument/2006/relationships/tags" Target="../tags/tag210.xml"/><Relationship Id="rId223" Type="http://schemas.openxmlformats.org/officeDocument/2006/relationships/tags" Target="../tags/tag231.xml"/><Relationship Id="rId18" Type="http://schemas.openxmlformats.org/officeDocument/2006/relationships/tags" Target="../tags/tag26.xml"/><Relationship Id="rId39" Type="http://schemas.openxmlformats.org/officeDocument/2006/relationships/tags" Target="../tags/tag47.xml"/><Relationship Id="rId50" Type="http://schemas.openxmlformats.org/officeDocument/2006/relationships/tags" Target="../tags/tag58.xml"/><Relationship Id="rId104" Type="http://schemas.openxmlformats.org/officeDocument/2006/relationships/tags" Target="../tags/tag112.xml"/><Relationship Id="rId125" Type="http://schemas.openxmlformats.org/officeDocument/2006/relationships/tags" Target="../tags/tag133.xml"/><Relationship Id="rId146" Type="http://schemas.openxmlformats.org/officeDocument/2006/relationships/tags" Target="../tags/tag154.xml"/><Relationship Id="rId167" Type="http://schemas.openxmlformats.org/officeDocument/2006/relationships/tags" Target="../tags/tag175.xml"/><Relationship Id="rId188" Type="http://schemas.openxmlformats.org/officeDocument/2006/relationships/tags" Target="../tags/tag196.xml"/><Relationship Id="rId71" Type="http://schemas.openxmlformats.org/officeDocument/2006/relationships/tags" Target="../tags/tag79.xml"/><Relationship Id="rId92" Type="http://schemas.openxmlformats.org/officeDocument/2006/relationships/tags" Target="../tags/tag100.xml"/><Relationship Id="rId213" Type="http://schemas.openxmlformats.org/officeDocument/2006/relationships/tags" Target="../tags/tag221.xml"/><Relationship Id="rId2" Type="http://schemas.openxmlformats.org/officeDocument/2006/relationships/tags" Target="../tags/tag10.xml"/><Relationship Id="rId29" Type="http://schemas.openxmlformats.org/officeDocument/2006/relationships/tags" Target="../tags/tag37.xml"/><Relationship Id="rId40" Type="http://schemas.openxmlformats.org/officeDocument/2006/relationships/tags" Target="../tags/tag48.xml"/><Relationship Id="rId115" Type="http://schemas.openxmlformats.org/officeDocument/2006/relationships/tags" Target="../tags/tag123.xml"/><Relationship Id="rId136" Type="http://schemas.openxmlformats.org/officeDocument/2006/relationships/tags" Target="../tags/tag144.xml"/><Relationship Id="rId157" Type="http://schemas.openxmlformats.org/officeDocument/2006/relationships/tags" Target="../tags/tag165.xml"/><Relationship Id="rId178" Type="http://schemas.openxmlformats.org/officeDocument/2006/relationships/tags" Target="../tags/tag186.xml"/><Relationship Id="rId61" Type="http://schemas.openxmlformats.org/officeDocument/2006/relationships/tags" Target="../tags/tag69.xml"/><Relationship Id="rId82" Type="http://schemas.openxmlformats.org/officeDocument/2006/relationships/tags" Target="../tags/tag90.xml"/><Relationship Id="rId199" Type="http://schemas.openxmlformats.org/officeDocument/2006/relationships/tags" Target="../tags/tag207.xml"/><Relationship Id="rId203" Type="http://schemas.openxmlformats.org/officeDocument/2006/relationships/tags" Target="../tags/tag211.xml"/><Relationship Id="rId19" Type="http://schemas.openxmlformats.org/officeDocument/2006/relationships/tags" Target="../tags/tag27.xml"/><Relationship Id="rId224" Type="http://schemas.openxmlformats.org/officeDocument/2006/relationships/tags" Target="../tags/tag232.xml"/><Relationship Id="rId30" Type="http://schemas.openxmlformats.org/officeDocument/2006/relationships/tags" Target="../tags/tag38.xml"/><Relationship Id="rId105" Type="http://schemas.openxmlformats.org/officeDocument/2006/relationships/tags" Target="../tags/tag113.xml"/><Relationship Id="rId126" Type="http://schemas.openxmlformats.org/officeDocument/2006/relationships/tags" Target="../tags/tag134.xml"/><Relationship Id="rId147" Type="http://schemas.openxmlformats.org/officeDocument/2006/relationships/tags" Target="../tags/tag155.xml"/><Relationship Id="rId168" Type="http://schemas.openxmlformats.org/officeDocument/2006/relationships/tags" Target="../tags/tag176.xml"/><Relationship Id="rId51" Type="http://schemas.openxmlformats.org/officeDocument/2006/relationships/tags" Target="../tags/tag59.xml"/><Relationship Id="rId72" Type="http://schemas.openxmlformats.org/officeDocument/2006/relationships/tags" Target="../tags/tag80.xml"/><Relationship Id="rId93" Type="http://schemas.openxmlformats.org/officeDocument/2006/relationships/tags" Target="../tags/tag101.xml"/><Relationship Id="rId189" Type="http://schemas.openxmlformats.org/officeDocument/2006/relationships/tags" Target="../tags/tag197.xml"/><Relationship Id="rId3" Type="http://schemas.openxmlformats.org/officeDocument/2006/relationships/tags" Target="../tags/tag11.xml"/><Relationship Id="rId214" Type="http://schemas.openxmlformats.org/officeDocument/2006/relationships/tags" Target="../tags/tag2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emf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5.xml"/><Relationship Id="rId6" Type="http://schemas.openxmlformats.org/officeDocument/2006/relationships/image" Target="../media/image16.png"/><Relationship Id="rId5" Type="http://schemas.openxmlformats.org/officeDocument/2006/relationships/image" Target="../media/image12.emf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6849CFC-DCEC-A162-0F71-2E5669B4F0CA}"/>
              </a:ext>
            </a:extLst>
          </p:cNvPr>
          <p:cNvSpPr/>
          <p:nvPr/>
        </p:nvSpPr>
        <p:spPr>
          <a:xfrm>
            <a:off x="764458" y="3472238"/>
            <a:ext cx="10663084" cy="2545104"/>
          </a:xfrm>
          <a:prstGeom prst="rect">
            <a:avLst/>
          </a:prstGeom>
          <a:gradFill>
            <a:gsLst>
              <a:gs pos="83000">
                <a:srgbClr val="8FBDD7">
                  <a:alpha val="40000"/>
                </a:srgbClr>
              </a:gs>
              <a:gs pos="22000">
                <a:srgbClr val="75AECF">
                  <a:alpha val="40000"/>
                </a:srgbClr>
              </a:gs>
              <a:gs pos="0">
                <a:schemeClr val="accent1">
                  <a:lumMod val="5000"/>
                  <a:lumOff val="95000"/>
                  <a:alpha val="30000"/>
                </a:schemeClr>
              </a:gs>
              <a:gs pos="50000">
                <a:srgbClr val="0069A3">
                  <a:alpha val="40000"/>
                </a:srgbClr>
              </a:gs>
              <a:gs pos="100000">
                <a:schemeClr val="bg1">
                  <a:alpha val="34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71606E-E40D-8EF2-1CCF-E950068F9B44}"/>
              </a:ext>
            </a:extLst>
          </p:cNvPr>
          <p:cNvSpPr/>
          <p:nvPr/>
        </p:nvSpPr>
        <p:spPr>
          <a:xfrm>
            <a:off x="0" y="2595715"/>
            <a:ext cx="12191999" cy="876523"/>
          </a:xfrm>
          <a:custGeom>
            <a:avLst/>
            <a:gdLst>
              <a:gd name="connsiteX0" fmla="*/ 0 w 12191999"/>
              <a:gd name="connsiteY0" fmla="*/ 0 h 861774"/>
              <a:gd name="connsiteX1" fmla="*/ 12191999 w 12191999"/>
              <a:gd name="connsiteY1" fmla="*/ 0 h 861774"/>
              <a:gd name="connsiteX2" fmla="*/ 12191999 w 12191999"/>
              <a:gd name="connsiteY2" fmla="*/ 861774 h 861774"/>
              <a:gd name="connsiteX3" fmla="*/ 0 w 12191999"/>
              <a:gd name="connsiteY3" fmla="*/ 861774 h 861774"/>
              <a:gd name="connsiteX4" fmla="*/ 0 w 12191999"/>
              <a:gd name="connsiteY4" fmla="*/ 0 h 861774"/>
              <a:gd name="connsiteX0" fmla="*/ 929148 w 12191999"/>
              <a:gd name="connsiteY0" fmla="*/ 0 h 891271"/>
              <a:gd name="connsiteX1" fmla="*/ 12191999 w 12191999"/>
              <a:gd name="connsiteY1" fmla="*/ 29497 h 891271"/>
              <a:gd name="connsiteX2" fmla="*/ 12191999 w 12191999"/>
              <a:gd name="connsiteY2" fmla="*/ 891271 h 891271"/>
              <a:gd name="connsiteX3" fmla="*/ 0 w 12191999"/>
              <a:gd name="connsiteY3" fmla="*/ 891271 h 891271"/>
              <a:gd name="connsiteX4" fmla="*/ 929148 w 12191999"/>
              <a:gd name="connsiteY4" fmla="*/ 0 h 891271"/>
              <a:gd name="connsiteX0" fmla="*/ 884903 w 12191999"/>
              <a:gd name="connsiteY0" fmla="*/ 14748 h 861774"/>
              <a:gd name="connsiteX1" fmla="*/ 12191999 w 12191999"/>
              <a:gd name="connsiteY1" fmla="*/ 0 h 861774"/>
              <a:gd name="connsiteX2" fmla="*/ 12191999 w 12191999"/>
              <a:gd name="connsiteY2" fmla="*/ 861774 h 861774"/>
              <a:gd name="connsiteX3" fmla="*/ 0 w 12191999"/>
              <a:gd name="connsiteY3" fmla="*/ 861774 h 861774"/>
              <a:gd name="connsiteX4" fmla="*/ 884903 w 12191999"/>
              <a:gd name="connsiteY4" fmla="*/ 14748 h 861774"/>
              <a:gd name="connsiteX0" fmla="*/ 884903 w 12191999"/>
              <a:gd name="connsiteY0" fmla="*/ 14748 h 861774"/>
              <a:gd name="connsiteX1" fmla="*/ 12191999 w 12191999"/>
              <a:gd name="connsiteY1" fmla="*/ 0 h 861774"/>
              <a:gd name="connsiteX2" fmla="*/ 11675806 w 12191999"/>
              <a:gd name="connsiteY2" fmla="*/ 861774 h 861774"/>
              <a:gd name="connsiteX3" fmla="*/ 0 w 12191999"/>
              <a:gd name="connsiteY3" fmla="*/ 861774 h 861774"/>
              <a:gd name="connsiteX4" fmla="*/ 884903 w 12191999"/>
              <a:gd name="connsiteY4" fmla="*/ 14748 h 861774"/>
              <a:gd name="connsiteX0" fmla="*/ 619432 w 12191999"/>
              <a:gd name="connsiteY0" fmla="*/ 58993 h 861774"/>
              <a:gd name="connsiteX1" fmla="*/ 12191999 w 12191999"/>
              <a:gd name="connsiteY1" fmla="*/ 0 h 861774"/>
              <a:gd name="connsiteX2" fmla="*/ 11675806 w 12191999"/>
              <a:gd name="connsiteY2" fmla="*/ 861774 h 861774"/>
              <a:gd name="connsiteX3" fmla="*/ 0 w 12191999"/>
              <a:gd name="connsiteY3" fmla="*/ 861774 h 861774"/>
              <a:gd name="connsiteX4" fmla="*/ 619432 w 12191999"/>
              <a:gd name="connsiteY4" fmla="*/ 58993 h 861774"/>
              <a:gd name="connsiteX0" fmla="*/ 678425 w 12191999"/>
              <a:gd name="connsiteY0" fmla="*/ 0 h 876523"/>
              <a:gd name="connsiteX1" fmla="*/ 12191999 w 12191999"/>
              <a:gd name="connsiteY1" fmla="*/ 14749 h 876523"/>
              <a:gd name="connsiteX2" fmla="*/ 11675806 w 12191999"/>
              <a:gd name="connsiteY2" fmla="*/ 876523 h 876523"/>
              <a:gd name="connsiteX3" fmla="*/ 0 w 12191999"/>
              <a:gd name="connsiteY3" fmla="*/ 876523 h 876523"/>
              <a:gd name="connsiteX4" fmla="*/ 678425 w 12191999"/>
              <a:gd name="connsiteY4" fmla="*/ 0 h 87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876523">
                <a:moveTo>
                  <a:pt x="678425" y="0"/>
                </a:moveTo>
                <a:lnTo>
                  <a:pt x="12191999" y="14749"/>
                </a:lnTo>
                <a:lnTo>
                  <a:pt x="11675806" y="876523"/>
                </a:lnTo>
                <a:lnTo>
                  <a:pt x="0" y="876523"/>
                </a:lnTo>
                <a:lnTo>
                  <a:pt x="67842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30000"/>
                </a:schemeClr>
              </a:gs>
              <a:gs pos="50000">
                <a:srgbClr val="0069A3"/>
              </a:gs>
              <a:gs pos="100000">
                <a:schemeClr val="bg1">
                  <a:alpha val="34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2209FC-415C-658A-D61A-E9271452443F}"/>
              </a:ext>
            </a:extLst>
          </p:cNvPr>
          <p:cNvSpPr txBox="1"/>
          <p:nvPr/>
        </p:nvSpPr>
        <p:spPr>
          <a:xfrm>
            <a:off x="3465872" y="2610465"/>
            <a:ext cx="51766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000" dirty="0">
                <a:solidFill>
                  <a:schemeClr val="bg1"/>
                </a:solidFill>
                <a:latin typeface="Montserrat" panose="02000505000000020004" pitchFamily="2" charset="0"/>
              </a:rPr>
              <a:t>ORAL SESSION </a:t>
            </a:r>
            <a:endParaRPr lang="es-ES" sz="5000" dirty="0">
              <a:solidFill>
                <a:schemeClr val="bg1"/>
              </a:solidFill>
              <a:latin typeface="Montserrat" panose="02000505000000020004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86E67C-E75F-632B-4FBF-95E5F99B88C6}"/>
              </a:ext>
            </a:extLst>
          </p:cNvPr>
          <p:cNvSpPr txBox="1"/>
          <p:nvPr/>
        </p:nvSpPr>
        <p:spPr>
          <a:xfrm>
            <a:off x="697916" y="3486988"/>
            <a:ext cx="11137033" cy="245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0069A3"/>
                </a:solidFill>
                <a:latin typeface="Montserrat" panose="02000505000000020004" pitchFamily="2" charset="0"/>
              </a:rPr>
              <a:t>Paper ID: </a:t>
            </a:r>
            <a:r>
              <a:rPr lang="en-US" altLang="ko-KR" dirty="0">
                <a:latin typeface="Montserrat Light" panose="00000400000000000000" pitchFamily="2" charset="0"/>
              </a:rPr>
              <a:t>1360</a:t>
            </a:r>
            <a:endParaRPr lang="es-ES" dirty="0">
              <a:latin typeface="Montserrat Light" panose="000004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0069A3"/>
                </a:solidFill>
                <a:latin typeface="Montserrat" panose="02000505000000020004" pitchFamily="2" charset="0"/>
              </a:rPr>
              <a:t>Paper Title: </a:t>
            </a:r>
            <a:r>
              <a:rPr lang="en-AU" dirty="0">
                <a:latin typeface="Montserrat Light" panose="00000400000000000000" pitchFamily="2" charset="0"/>
              </a:rPr>
              <a:t>Constrained Optimization-Based Neuro-Adaptive Control (CONAC) for Synchronous Machine Drives Under Voltage Constraints</a:t>
            </a:r>
            <a:endParaRPr lang="es-ES" dirty="0">
              <a:latin typeface="Montserrat Light" panose="000004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0069A3"/>
                </a:solidFill>
                <a:latin typeface="Montserrat" panose="02000505000000020004" pitchFamily="2" charset="0"/>
              </a:rPr>
              <a:t>Author’s Name: </a:t>
            </a:r>
            <a:r>
              <a:rPr lang="en-US" sz="1400" b="1" dirty="0" err="1">
                <a:solidFill>
                  <a:srgbClr val="0069A3"/>
                </a:solidFill>
                <a:latin typeface="Montserrat Light" panose="00000400000000000000" pitchFamily="2" charset="0"/>
              </a:rPr>
              <a:t>Myeongseok</a:t>
            </a:r>
            <a:r>
              <a:rPr lang="en-US" sz="1400" b="1" dirty="0">
                <a:solidFill>
                  <a:srgbClr val="0069A3"/>
                </a:solidFill>
                <a:latin typeface="Montserrat Light" panose="00000400000000000000" pitchFamily="2" charset="0"/>
              </a:rPr>
              <a:t> Ryu*, Niklas </a:t>
            </a:r>
            <a:r>
              <a:rPr lang="en-US" sz="1400" b="1" dirty="0" err="1">
                <a:solidFill>
                  <a:srgbClr val="0069A3"/>
                </a:solidFill>
                <a:latin typeface="Montserrat Light" panose="00000400000000000000" pitchFamily="2" charset="0"/>
              </a:rPr>
              <a:t>Monzen**</a:t>
            </a:r>
            <a:r>
              <a:rPr lang="en-US" sz="1400" b="1" dirty="0">
                <a:solidFill>
                  <a:srgbClr val="0069A3"/>
                </a:solidFill>
                <a:latin typeface="Montserrat Light" panose="00000400000000000000" pitchFamily="2" charset="0"/>
              </a:rPr>
              <a:t>, Pascal Seitter**, </a:t>
            </a:r>
            <a:r>
              <a:rPr lang="en-US" sz="1400" b="1" dirty="0" err="1">
                <a:solidFill>
                  <a:srgbClr val="0069A3"/>
                </a:solidFill>
                <a:latin typeface="Montserrat Light" panose="00000400000000000000" pitchFamily="2" charset="0"/>
              </a:rPr>
              <a:t>Kyunghwan</a:t>
            </a:r>
            <a:r>
              <a:rPr lang="en-US" sz="1400" b="1" dirty="0">
                <a:solidFill>
                  <a:srgbClr val="0069A3"/>
                </a:solidFill>
                <a:latin typeface="Montserrat Light" panose="00000400000000000000" pitchFamily="2" charset="0"/>
              </a:rPr>
              <a:t> Choi* and Christoph M. Hackl**</a:t>
            </a:r>
            <a:endParaRPr lang="es-ES" sz="1600" dirty="0">
              <a:latin typeface="Montserrat Light" panose="000004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AU" b="1" dirty="0">
                <a:solidFill>
                  <a:srgbClr val="0069A3"/>
                </a:solidFill>
                <a:latin typeface="Montserrat" panose="02000505000000020004" pitchFamily="2" charset="0"/>
              </a:rPr>
              <a:t>Department, Affiliation, Country: </a:t>
            </a:r>
            <a:br>
              <a:rPr lang="en-AU" b="1" dirty="0">
                <a:solidFill>
                  <a:srgbClr val="0069A3"/>
                </a:solidFill>
                <a:latin typeface="Montserrat" panose="02000505000000020004" pitchFamily="2" charset="0"/>
              </a:rPr>
            </a:br>
            <a:r>
              <a:rPr lang="en-AU" sz="1400" dirty="0">
                <a:latin typeface="Montserrat Light" panose="00000400000000000000" pitchFamily="2" charset="0"/>
              </a:rPr>
              <a:t>(*) CCS Graduate School of Mobility, KAIST, Republic of Korea and (**) LMRES, Hochshule Műnchen, Germany</a:t>
            </a:r>
            <a:endParaRPr lang="es-ES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19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 1">
            <a:extLst>
              <a:ext uri="{FF2B5EF4-FFF2-40B4-BE49-F238E27FC236}">
                <a16:creationId xmlns:a16="http://schemas.microsoft.com/office/drawing/2014/main" id="{A5A80292-B4A8-A2A0-B374-023E2B6859F7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Background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5" name="CuadroTexto 5 2">
            <a:extLst>
              <a:ext uri="{FF2B5EF4-FFF2-40B4-BE49-F238E27FC236}">
                <a16:creationId xmlns:a16="http://schemas.microsoft.com/office/drawing/2014/main" id="{BC487104-78C6-E480-2662-496831E574FD}"/>
              </a:ext>
            </a:extLst>
          </p:cNvPr>
          <p:cNvSpPr txBox="1"/>
          <p:nvPr/>
        </p:nvSpPr>
        <p:spPr>
          <a:xfrm>
            <a:off x="488106" y="3926524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Controller design objectives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6" name="CuadroTexto 5 3">
            <a:extLst>
              <a:ext uri="{FF2B5EF4-FFF2-40B4-BE49-F238E27FC236}">
                <a16:creationId xmlns:a16="http://schemas.microsoft.com/office/drawing/2014/main" id="{2CB8F321-5921-A553-BB5C-C6A81F0FF605}"/>
              </a:ext>
            </a:extLst>
          </p:cNvPr>
          <p:cNvSpPr txBox="1"/>
          <p:nvPr/>
        </p:nvSpPr>
        <p:spPr>
          <a:xfrm>
            <a:off x="680130" y="4398126"/>
            <a:ext cx="11023764" cy="1902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Design</a:t>
            </a: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 current tracking controller</a:t>
            </a:r>
            <a:endParaRPr lang="en-US" sz="1400" i="1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Utilize </a:t>
            </a: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ANN to approximate</a:t>
            </a:r>
            <a:r>
              <a:rPr lang="en-US" sz="1400" dirty="0">
                <a:latin typeface="Montserrat" panose="02000505000000020004" pitchFamily="2" charset="0"/>
              </a:rPr>
              <a:t> unknown ideal input </a:t>
            </a:r>
            <a:r>
              <a:rPr lang="en-US" sz="1100" i="1" dirty="0">
                <a:latin typeface="Montserrat" panose="02000505000000020004" pitchFamily="2" charset="0"/>
              </a:rPr>
              <a:t>(Motivation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Derive </a:t>
            </a: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ANN weight adaptation law</a:t>
            </a:r>
            <a:r>
              <a:rPr lang="en-US" sz="1400" dirty="0">
                <a:latin typeface="Montserrat" panose="02000505000000020004" pitchFamily="2" charset="0"/>
              </a:rPr>
              <a:t> ensuring stability (weight and error boundedness) </a:t>
            </a:r>
            <a:br>
              <a:rPr lang="en-US" sz="1400" dirty="0">
                <a:latin typeface="Montserrat" panose="02000505000000020004" pitchFamily="2" charset="0"/>
              </a:rPr>
            </a:br>
            <a:r>
              <a:rPr lang="en-US" sz="1400" dirty="0">
                <a:latin typeface="Montserrat" panose="02000505000000020004" pitchFamily="2" charset="0"/>
              </a:rPr>
              <a:t>and preventing input saturation </a:t>
            </a:r>
            <a:r>
              <a:rPr lang="en-US" sz="1400" b="1" dirty="0">
                <a:solidFill>
                  <a:schemeClr val="accent1"/>
                </a:solidFill>
                <a:latin typeface="Montserrat" panose="02000505000000020004" pitchFamily="2" charset="0"/>
              </a:rPr>
              <a:t>using constrained optimization theory</a:t>
            </a:r>
            <a:r>
              <a:rPr lang="en-US" sz="1400" i="1" dirty="0">
                <a:latin typeface="Montserrat" panose="02000505000000020004" pitchFamily="2" charset="0"/>
              </a:rPr>
              <a:t> </a:t>
            </a:r>
            <a:r>
              <a:rPr lang="en-US" sz="1100" i="1" dirty="0">
                <a:latin typeface="Montserrat" panose="02000505000000020004" pitchFamily="2" charset="0"/>
              </a:rPr>
              <a:t>(Motivation 2)</a:t>
            </a:r>
            <a:endParaRPr lang="en-US" sz="1400" i="1" dirty="0">
              <a:latin typeface="Montserrat" panose="02000505000000020004" pitchFamily="2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A76F302-F690-844E-6ED4-0AEF0CAB1502}"/>
              </a:ext>
            </a:extLst>
          </p:cNvPr>
          <p:cNvGrpSpPr/>
          <p:nvPr/>
        </p:nvGrpSpPr>
        <p:grpSpPr>
          <a:xfrm>
            <a:off x="3273734" y="1428332"/>
            <a:ext cx="6130497" cy="978036"/>
            <a:chOff x="3257534" y="3082267"/>
            <a:chExt cx="6130497" cy="97803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25EF8AE-DD10-DFFD-BF4F-B50A14C35AE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9872" y="3428513"/>
              <a:ext cx="3512921" cy="284480"/>
            </a:xfrm>
            <a:prstGeom prst="rect">
              <a:avLst/>
            </a:prstGeom>
          </p:spPr>
        </p:pic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2160D5D1-6B91-9FF2-D80D-C905E59B6E4F}"/>
                </a:ext>
              </a:extLst>
            </p:cNvPr>
            <p:cNvSpPr/>
            <p:nvPr/>
          </p:nvSpPr>
          <p:spPr>
            <a:xfrm>
              <a:off x="4674373" y="3380625"/>
              <a:ext cx="333682" cy="380255"/>
            </a:xfrm>
            <a:prstGeom prst="roundRect">
              <a:avLst>
                <a:gd name="adj" fmla="val 9292"/>
              </a:avLst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FA21F77-784B-C95F-23E9-A673666D1144}"/>
                </a:ext>
              </a:extLst>
            </p:cNvPr>
            <p:cNvSpPr/>
            <p:nvPr/>
          </p:nvSpPr>
          <p:spPr>
            <a:xfrm>
              <a:off x="5076710" y="3378689"/>
              <a:ext cx="458649" cy="380255"/>
            </a:xfrm>
            <a:prstGeom prst="roundRect">
              <a:avLst>
                <a:gd name="adj" fmla="val 9292"/>
              </a:avLst>
            </a:prstGeom>
            <a:solidFill>
              <a:schemeClr val="accent6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58DA025-A17C-9782-B819-400F1928B476}"/>
                </a:ext>
              </a:extLst>
            </p:cNvPr>
            <p:cNvSpPr/>
            <p:nvPr/>
          </p:nvSpPr>
          <p:spPr>
            <a:xfrm>
              <a:off x="5835662" y="3378688"/>
              <a:ext cx="333682" cy="380255"/>
            </a:xfrm>
            <a:prstGeom prst="roundRect">
              <a:avLst>
                <a:gd name="adj" fmla="val 9292"/>
              </a:avLst>
            </a:prstGeom>
            <a:solidFill>
              <a:srgbClr val="C00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5F614491-34B0-3F36-BF43-4253CE790D91}"/>
                </a:ext>
              </a:extLst>
            </p:cNvPr>
            <p:cNvSpPr/>
            <p:nvPr/>
          </p:nvSpPr>
          <p:spPr>
            <a:xfrm>
              <a:off x="6196125" y="3388885"/>
              <a:ext cx="333682" cy="380255"/>
            </a:xfrm>
            <a:prstGeom prst="roundRect">
              <a:avLst>
                <a:gd name="adj" fmla="val 9292"/>
              </a:avLst>
            </a:prstGeom>
            <a:solidFill>
              <a:srgbClr val="0069A3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307EAE2-4FDA-FCE8-2885-099ADAEDB61B}"/>
                </a:ext>
              </a:extLst>
            </p:cNvPr>
            <p:cNvSpPr/>
            <p:nvPr/>
          </p:nvSpPr>
          <p:spPr>
            <a:xfrm>
              <a:off x="7063435" y="3388884"/>
              <a:ext cx="333682" cy="380255"/>
            </a:xfrm>
            <a:prstGeom prst="roundRect">
              <a:avLst>
                <a:gd name="adj" fmla="val 9292"/>
              </a:avLst>
            </a:prstGeom>
            <a:solidFill>
              <a:srgbClr val="C00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E9EBC735-ADD1-8A4F-0D44-CF7A06DC242D}"/>
                </a:ext>
              </a:extLst>
            </p:cNvPr>
            <p:cNvSpPr/>
            <p:nvPr/>
          </p:nvSpPr>
          <p:spPr>
            <a:xfrm>
              <a:off x="7903462" y="3388474"/>
              <a:ext cx="333682" cy="380255"/>
            </a:xfrm>
            <a:prstGeom prst="roundRect">
              <a:avLst>
                <a:gd name="adj" fmla="val 9292"/>
              </a:avLst>
            </a:prstGeom>
            <a:solidFill>
              <a:srgbClr val="C00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6" name="CuadroTexto 5 4 4 2 2">
              <a:extLst>
                <a:ext uri="{FF2B5EF4-FFF2-40B4-BE49-F238E27FC236}">
                  <a16:creationId xmlns:a16="http://schemas.microsoft.com/office/drawing/2014/main" id="{562738CD-A1C2-6930-0139-347A1610A717}"/>
                </a:ext>
              </a:extLst>
            </p:cNvPr>
            <p:cNvSpPr txBox="1"/>
            <p:nvPr/>
          </p:nvSpPr>
          <p:spPr>
            <a:xfrm>
              <a:off x="3257534" y="3409134"/>
              <a:ext cx="13825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5"/>
                  </a:solidFill>
                  <a:latin typeface="Montserrat" panose="02000505000000020004" pitchFamily="2" charset="0"/>
                </a:rPr>
                <a:t>Saturation (VSI)</a:t>
              </a:r>
              <a:endParaRPr lang="es-ES" sz="1200" dirty="0">
                <a:solidFill>
                  <a:schemeClr val="accent5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47" name="CuadroTexto 5 4 4 2 3 1">
              <a:extLst>
                <a:ext uri="{FF2B5EF4-FFF2-40B4-BE49-F238E27FC236}">
                  <a16:creationId xmlns:a16="http://schemas.microsoft.com/office/drawing/2014/main" id="{18614458-217C-39A0-38AA-85DD3A6073FD}"/>
                </a:ext>
              </a:extLst>
            </p:cNvPr>
            <p:cNvSpPr txBox="1"/>
            <p:nvPr/>
          </p:nvSpPr>
          <p:spPr>
            <a:xfrm>
              <a:off x="7900466" y="3747708"/>
              <a:ext cx="14875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  <a:latin typeface="Montserrat" panose="02000505000000020004" pitchFamily="2" charset="0"/>
                </a:rPr>
                <a:t>Unknown terms</a:t>
              </a:r>
              <a:endParaRPr lang="es-ES" sz="1200" dirty="0">
                <a:solidFill>
                  <a:srgbClr val="C00000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48" name="CuadroTexto 5 4 4 2 4">
              <a:extLst>
                <a:ext uri="{FF2B5EF4-FFF2-40B4-BE49-F238E27FC236}">
                  <a16:creationId xmlns:a16="http://schemas.microsoft.com/office/drawing/2014/main" id="{AABA9C40-7795-437E-B6E9-B03138F85F37}"/>
                </a:ext>
              </a:extLst>
            </p:cNvPr>
            <p:cNvSpPr txBox="1"/>
            <p:nvPr/>
          </p:nvSpPr>
          <p:spPr>
            <a:xfrm>
              <a:off x="4246898" y="3738360"/>
              <a:ext cx="2141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3"/>
                  </a:solidFill>
                  <a:latin typeface="Montserrat" panose="02000505000000020004" pitchFamily="2" charset="0"/>
                </a:rPr>
                <a:t>Control input (voltage)</a:t>
              </a:r>
              <a:endParaRPr lang="es-ES" sz="1200" dirty="0">
                <a:solidFill>
                  <a:schemeClr val="accent3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49" name="CuadroTexto 5 4 4 2 5">
              <a:extLst>
                <a:ext uri="{FF2B5EF4-FFF2-40B4-BE49-F238E27FC236}">
                  <a16:creationId xmlns:a16="http://schemas.microsoft.com/office/drawing/2014/main" id="{78E9B226-0108-DE22-8F9D-1C3FF6410C3E}"/>
                </a:ext>
              </a:extLst>
            </p:cNvPr>
            <p:cNvSpPr txBox="1"/>
            <p:nvPr/>
          </p:nvSpPr>
          <p:spPr>
            <a:xfrm>
              <a:off x="6205210" y="3783304"/>
              <a:ext cx="1346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  <a:latin typeface="Montserrat" panose="02000505000000020004" pitchFamily="2" charset="0"/>
                </a:rPr>
                <a:t>State (current)</a:t>
              </a:r>
              <a:endParaRPr lang="es-ES" sz="1200" dirty="0">
                <a:solidFill>
                  <a:schemeClr val="accent4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50" name="CuadroTexto 5 4 4 2 3 2 1">
              <a:extLst>
                <a:ext uri="{FF2B5EF4-FFF2-40B4-BE49-F238E27FC236}">
                  <a16:creationId xmlns:a16="http://schemas.microsoft.com/office/drawing/2014/main" id="{7C783293-33EE-EE51-F8AE-6C4C13B94184}"/>
                </a:ext>
              </a:extLst>
            </p:cNvPr>
            <p:cNvSpPr txBox="1"/>
            <p:nvPr/>
          </p:nvSpPr>
          <p:spPr>
            <a:xfrm>
              <a:off x="5535359" y="3091711"/>
              <a:ext cx="11212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C00000"/>
                  </a:solidFill>
                  <a:latin typeface="Montserrat" panose="02000505000000020004" pitchFamily="2" charset="0"/>
                </a:rPr>
                <a:t>Resistances</a:t>
              </a:r>
              <a:endParaRPr lang="es-ES" sz="1000" dirty="0">
                <a:solidFill>
                  <a:srgbClr val="C00000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51" name="CuadroTexto 5 4 4 2 3 3">
              <a:extLst>
                <a:ext uri="{FF2B5EF4-FFF2-40B4-BE49-F238E27FC236}">
                  <a16:creationId xmlns:a16="http://schemas.microsoft.com/office/drawing/2014/main" id="{05A030E9-4807-E506-AEE2-CE9DA5BE6E75}"/>
                </a:ext>
              </a:extLst>
            </p:cNvPr>
            <p:cNvSpPr txBox="1"/>
            <p:nvPr/>
          </p:nvSpPr>
          <p:spPr>
            <a:xfrm>
              <a:off x="7126465" y="3082267"/>
              <a:ext cx="11106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C00000"/>
                  </a:solidFill>
                  <a:latin typeface="Montserrat" panose="02000505000000020004" pitchFamily="2" charset="0"/>
                </a:rPr>
                <a:t>Flux linkages</a:t>
              </a:r>
              <a:endParaRPr lang="es-ES" sz="1000" dirty="0">
                <a:solidFill>
                  <a:srgbClr val="C00000"/>
                </a:solidFill>
                <a:latin typeface="Montserrat Light" panose="00000400000000000000" pitchFamily="2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611A901-7E67-6F0E-E123-017CD1EC140B}"/>
              </a:ext>
            </a:extLst>
          </p:cNvPr>
          <p:cNvGrpSpPr/>
          <p:nvPr/>
        </p:nvGrpSpPr>
        <p:grpSpPr>
          <a:xfrm>
            <a:off x="602098" y="2645302"/>
            <a:ext cx="11293818" cy="1084455"/>
            <a:chOff x="602098" y="2794596"/>
            <a:chExt cx="11293818" cy="10844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305C0D6-2CDE-5A81-98AD-E1A3A41EE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46738" y="2796812"/>
              <a:ext cx="4032451" cy="1082239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B86369C-06ED-B58A-9CFB-F8979FD572CD}"/>
                </a:ext>
              </a:extLst>
            </p:cNvPr>
            <p:cNvCxnSpPr>
              <a:cxnSpLocks/>
            </p:cNvCxnSpPr>
            <p:nvPr/>
          </p:nvCxnSpPr>
          <p:spPr>
            <a:xfrm>
              <a:off x="6808431" y="3615611"/>
              <a:ext cx="2283640" cy="0"/>
            </a:xfrm>
            <a:prstGeom prst="straightConnector1">
              <a:avLst/>
            </a:prstGeom>
            <a:ln w="38100" cmpd="thinThick">
              <a:solidFill>
                <a:srgbClr val="0432FF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10DE7AF-4C33-EE65-8BCD-34E4ACA1C3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81978" y="3361532"/>
              <a:ext cx="391286" cy="10579"/>
            </a:xfrm>
            <a:prstGeom prst="straightConnector1">
              <a:avLst/>
            </a:prstGeom>
            <a:ln w="38100" cmpd="thinThick">
              <a:solidFill>
                <a:srgbClr val="0432FF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353894-A389-EDF0-1E56-3E7C4B473E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707" y="2794596"/>
              <a:ext cx="0" cy="304794"/>
            </a:xfrm>
            <a:prstGeom prst="line">
              <a:avLst/>
            </a:prstGeom>
            <a:ln w="38100" cmpd="thinThick">
              <a:solidFill>
                <a:srgbClr val="0432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77A0951-781E-D355-03E3-4C38C5FA1203}"/>
                </a:ext>
              </a:extLst>
            </p:cNvPr>
            <p:cNvCxnSpPr>
              <a:cxnSpLocks/>
            </p:cNvCxnSpPr>
            <p:nvPr/>
          </p:nvCxnSpPr>
          <p:spPr>
            <a:xfrm>
              <a:off x="6826719" y="3347954"/>
              <a:ext cx="0" cy="276801"/>
            </a:xfrm>
            <a:prstGeom prst="line">
              <a:avLst/>
            </a:prstGeom>
            <a:ln w="38100" cmpd="thinThick">
              <a:solidFill>
                <a:srgbClr val="0432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779C6F1-7BA2-CE6E-D70A-3E18AD2E1842}"/>
                </a:ext>
              </a:extLst>
            </p:cNvPr>
            <p:cNvSpPr/>
            <p:nvPr/>
          </p:nvSpPr>
          <p:spPr>
            <a:xfrm>
              <a:off x="602098" y="2975695"/>
              <a:ext cx="2994482" cy="813351"/>
            </a:xfrm>
            <a:prstGeom prst="roundRect">
              <a:avLst>
                <a:gd name="adj" fmla="val 9292"/>
              </a:avLst>
            </a:prstGeom>
            <a:solidFill>
              <a:srgbClr val="7CA2D6">
                <a:alpha val="2367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5A7B57C3-5743-872D-F654-763CE64DAB16}"/>
                </a:ext>
              </a:extLst>
            </p:cNvPr>
            <p:cNvSpPr/>
            <p:nvPr/>
          </p:nvSpPr>
          <p:spPr>
            <a:xfrm>
              <a:off x="9092071" y="2941867"/>
              <a:ext cx="2803845" cy="825185"/>
            </a:xfrm>
            <a:prstGeom prst="roundRect">
              <a:avLst>
                <a:gd name="adj" fmla="val 9292"/>
              </a:avLst>
            </a:prstGeom>
            <a:solidFill>
              <a:srgbClr val="7CA2D6">
                <a:alpha val="2367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9" name="CuadroTexto 5 4">
              <a:extLst>
                <a:ext uri="{FF2B5EF4-FFF2-40B4-BE49-F238E27FC236}">
                  <a16:creationId xmlns:a16="http://schemas.microsoft.com/office/drawing/2014/main" id="{19B1D4B0-F55C-F5C5-FCAA-253B9349DAE2}"/>
                </a:ext>
              </a:extLst>
            </p:cNvPr>
            <p:cNvSpPr txBox="1"/>
            <p:nvPr/>
          </p:nvSpPr>
          <p:spPr>
            <a:xfrm>
              <a:off x="811300" y="2992713"/>
              <a:ext cx="2597744" cy="75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b="1" dirty="0">
                  <a:latin typeface="Montserrat" panose="02000505000000020004" pitchFamily="2" charset="0"/>
                </a:rPr>
                <a:t>Motivation 1:</a:t>
              </a:r>
            </a:p>
            <a:p>
              <a:pPr>
                <a:lnSpc>
                  <a:spcPct val="150000"/>
                </a:lnSpc>
              </a:pPr>
              <a:r>
                <a:rPr lang="es-ES_tradnl" sz="1000" noProof="1">
                  <a:latin typeface="Montserrat Light" panose="00000400000000000000" pitchFamily="2" charset="0"/>
                </a:rPr>
                <a:t>Exact</a:t>
              </a:r>
              <a:r>
                <a:rPr lang="es-ES" sz="1000" dirty="0">
                  <a:latin typeface="Montserrat Light" panose="00000400000000000000" pitchFamily="2" charset="0"/>
                </a:rPr>
                <a:t> </a:t>
              </a:r>
              <a:r>
                <a:rPr lang="es-ES" sz="1000" dirty="0" err="1">
                  <a:latin typeface="Montserrat Light" panose="00000400000000000000" pitchFamily="2" charset="0"/>
                </a:rPr>
                <a:t>system</a:t>
              </a:r>
              <a:r>
                <a:rPr lang="es-ES" sz="1000" dirty="0">
                  <a:latin typeface="Montserrat Light" panose="00000400000000000000" pitchFamily="2" charset="0"/>
                </a:rPr>
                <a:t> </a:t>
              </a:r>
              <a:r>
                <a:rPr lang="es-ES" sz="1000" dirty="0" err="1">
                  <a:latin typeface="Montserrat Light" panose="00000400000000000000" pitchFamily="2" charset="0"/>
                </a:rPr>
                <a:t>knowledge</a:t>
              </a:r>
              <a:r>
                <a:rPr lang="es-ES" sz="1000" dirty="0">
                  <a:latin typeface="Montserrat Light" panose="00000400000000000000" pitchFamily="2" charset="0"/>
                </a:rPr>
                <a:t> </a:t>
              </a:r>
              <a:r>
                <a:rPr lang="es-ES" sz="1000" dirty="0" err="1">
                  <a:latin typeface="Montserrat Light" panose="00000400000000000000" pitchFamily="2" charset="0"/>
                </a:rPr>
                <a:t>is</a:t>
              </a:r>
              <a:r>
                <a:rPr lang="es-ES" sz="1000" dirty="0">
                  <a:latin typeface="Montserrat Light" panose="00000400000000000000" pitchFamily="2" charset="0"/>
                </a:rPr>
                <a:t> </a:t>
              </a:r>
              <a:r>
                <a:rPr lang="es-ES" sz="1000" dirty="0" err="1">
                  <a:latin typeface="Montserrat Light" panose="00000400000000000000" pitchFamily="2" charset="0"/>
                </a:rPr>
                <a:t>required</a:t>
              </a:r>
              <a:r>
                <a:rPr lang="es-ES" sz="1000" dirty="0">
                  <a:latin typeface="Montserrat Light" panose="00000400000000000000" pitchFamily="2" charset="0"/>
                </a:rPr>
                <a:t>,</a:t>
              </a:r>
              <a:r>
                <a:rPr lang="es-ES" sz="800" dirty="0">
                  <a:latin typeface="Montserrat Light" panose="00000400000000000000" pitchFamily="2" charset="0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s-ES" sz="900" i="1" dirty="0" err="1">
                  <a:latin typeface="Montserrat Light" panose="00000400000000000000" pitchFamily="2" charset="0"/>
                </a:rPr>
                <a:t>e.g</a:t>
              </a:r>
              <a:r>
                <a:rPr lang="es-ES" sz="900" i="1" dirty="0">
                  <a:latin typeface="Montserrat Light" panose="00000400000000000000" pitchFamily="2" charset="0"/>
                </a:rPr>
                <a:t>., </a:t>
              </a:r>
              <a:r>
                <a:rPr lang="es-ES" sz="900" i="1" dirty="0" err="1">
                  <a:latin typeface="Montserrat Light" panose="00000400000000000000" pitchFamily="2" charset="0"/>
                </a:rPr>
                <a:t>resistance</a:t>
              </a:r>
              <a:r>
                <a:rPr lang="es-ES" sz="900" i="1" dirty="0">
                  <a:latin typeface="Montserrat Light" panose="00000400000000000000" pitchFamily="2" charset="0"/>
                </a:rPr>
                <a:t> and flux </a:t>
              </a:r>
              <a:r>
                <a:rPr lang="es-ES" sz="900" i="1" dirty="0" err="1">
                  <a:latin typeface="Montserrat Light" panose="00000400000000000000" pitchFamily="2" charset="0"/>
                </a:rPr>
                <a:t>linkage</a:t>
              </a:r>
              <a:endParaRPr lang="es-ES" sz="1000" i="1" dirty="0">
                <a:latin typeface="Montserrat Light" panose="00000400000000000000" pitchFamily="2" charset="0"/>
              </a:endParaRPr>
            </a:p>
          </p:txBody>
        </p:sp>
        <p:sp>
          <p:nvSpPr>
            <p:cNvPr id="30" name="CuadroTexto 5 5">
              <a:extLst>
                <a:ext uri="{FF2B5EF4-FFF2-40B4-BE49-F238E27FC236}">
                  <a16:creationId xmlns:a16="http://schemas.microsoft.com/office/drawing/2014/main" id="{B49846FC-E690-93FC-1AAB-3ED168D7C047}"/>
                </a:ext>
              </a:extLst>
            </p:cNvPr>
            <p:cNvSpPr txBox="1"/>
            <p:nvPr/>
          </p:nvSpPr>
          <p:spPr>
            <a:xfrm>
              <a:off x="9265005" y="2968556"/>
              <a:ext cx="2046123" cy="75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000" b="1" dirty="0">
                  <a:latin typeface="Montserrat" panose="02000505000000020004" pitchFamily="2" charset="0"/>
                </a:rPr>
                <a:t>Motivation 2:</a:t>
              </a:r>
            </a:p>
            <a:p>
              <a:pPr>
                <a:lnSpc>
                  <a:spcPct val="150000"/>
                </a:lnSpc>
              </a:pPr>
              <a:r>
                <a:rPr lang="es-ES_tradnl" sz="1000" noProof="1">
                  <a:latin typeface="Montserrat Light" panose="00000400000000000000" pitchFamily="2" charset="0"/>
                </a:rPr>
                <a:t>Input saturation due to </a:t>
              </a:r>
            </a:p>
            <a:p>
              <a:pPr>
                <a:lnSpc>
                  <a:spcPct val="150000"/>
                </a:lnSpc>
              </a:pPr>
              <a:r>
                <a:rPr lang="es-ES_tradnl" sz="1000" noProof="1">
                  <a:latin typeface="Montserrat Light" panose="00000400000000000000" pitchFamily="2" charset="0"/>
                </a:rPr>
                <a:t>voltage source inverter (VSI)</a:t>
              </a:r>
              <a:endParaRPr lang="es-ES" sz="1000" dirty="0">
                <a:latin typeface="Montserrat Light" panose="00000400000000000000" pitchFamily="2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A7B4210-BD3F-C17C-7A8C-AE904B8D151D}"/>
                </a:ext>
              </a:extLst>
            </p:cNvPr>
            <p:cNvCxnSpPr>
              <a:cxnSpLocks/>
            </p:cNvCxnSpPr>
            <p:nvPr/>
          </p:nvCxnSpPr>
          <p:spPr>
            <a:xfrm>
              <a:off x="3973264" y="2800817"/>
              <a:ext cx="4058443" cy="0"/>
            </a:xfrm>
            <a:prstGeom prst="line">
              <a:avLst/>
            </a:prstGeom>
            <a:ln w="38100" cmpd="thinThick">
              <a:solidFill>
                <a:srgbClr val="0432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A2F2CE9-6012-770A-3511-6CEEB8E82FEA}"/>
                </a:ext>
              </a:extLst>
            </p:cNvPr>
            <p:cNvCxnSpPr>
              <a:cxnSpLocks/>
            </p:cNvCxnSpPr>
            <p:nvPr/>
          </p:nvCxnSpPr>
          <p:spPr>
            <a:xfrm>
              <a:off x="3973264" y="2796812"/>
              <a:ext cx="0" cy="564720"/>
            </a:xfrm>
            <a:prstGeom prst="line">
              <a:avLst/>
            </a:prstGeom>
            <a:ln w="38100" cmpd="thinThick">
              <a:solidFill>
                <a:srgbClr val="0432FF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0B22F14D-C373-5493-8520-4B04CCB35B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025" y="5132829"/>
            <a:ext cx="4185919" cy="29260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3827A03-97A2-9921-D5D6-5D3CBE1178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730" y="6340236"/>
            <a:ext cx="2472537" cy="274726"/>
          </a:xfrm>
          <a:prstGeom prst="rect">
            <a:avLst/>
          </a:prstGeom>
        </p:spPr>
      </p:pic>
      <p:sp>
        <p:nvSpPr>
          <p:cNvPr id="68" name="CuadroTexto 5 4 4 2 3 2 2">
            <a:extLst>
              <a:ext uri="{FF2B5EF4-FFF2-40B4-BE49-F238E27FC236}">
                <a16:creationId xmlns:a16="http://schemas.microsoft.com/office/drawing/2014/main" id="{9230C9ED-528C-51C2-4C41-A378EC986FF9}"/>
              </a:ext>
            </a:extLst>
          </p:cNvPr>
          <p:cNvSpPr txBox="1"/>
          <p:nvPr/>
        </p:nvSpPr>
        <p:spPr>
          <a:xfrm>
            <a:off x="3777621" y="5367042"/>
            <a:ext cx="2038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  <a:latin typeface="Montserrat" panose="02000505000000020004" pitchFamily="2" charset="0"/>
              </a:rPr>
              <a:t>Unknown ideal control input</a:t>
            </a:r>
            <a:endParaRPr lang="es-ES" sz="10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sp>
        <p:nvSpPr>
          <p:cNvPr id="69" name="CuadroTexto 5 4 4 2 3 2 3">
            <a:extLst>
              <a:ext uri="{FF2B5EF4-FFF2-40B4-BE49-F238E27FC236}">
                <a16:creationId xmlns:a16="http://schemas.microsoft.com/office/drawing/2014/main" id="{2CEE8DB9-0662-DE49-9EC2-98A47D68748A}"/>
              </a:ext>
            </a:extLst>
          </p:cNvPr>
          <p:cNvSpPr txBox="1"/>
          <p:nvPr/>
        </p:nvSpPr>
        <p:spPr>
          <a:xfrm>
            <a:off x="6452940" y="5384759"/>
            <a:ext cx="2038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  <a:latin typeface="Montserrat" panose="02000505000000020004" pitchFamily="2" charset="0"/>
              </a:rPr>
              <a:t>Actual input (ANN output)</a:t>
            </a:r>
            <a:endParaRPr lang="es-ES" sz="10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D6EE7C2-6127-AC70-39EC-1D2EC525EB53}"/>
              </a:ext>
            </a:extLst>
          </p:cNvPr>
          <p:cNvSpPr/>
          <p:nvPr/>
        </p:nvSpPr>
        <p:spPr>
          <a:xfrm>
            <a:off x="9404231" y="4570488"/>
            <a:ext cx="2678912" cy="1194855"/>
          </a:xfrm>
          <a:prstGeom prst="roundRect">
            <a:avLst>
              <a:gd name="adj" fmla="val 9292"/>
            </a:avLst>
          </a:prstGeom>
          <a:solidFill>
            <a:schemeClr val="accent2">
              <a:lumMod val="20000"/>
              <a:lumOff val="8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F223CB77-6122-FF0C-45F9-1221C14981D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98"/>
          <a:stretch>
            <a:fillRect/>
          </a:stretch>
        </p:blipFill>
        <p:spPr>
          <a:xfrm>
            <a:off x="9526557" y="4720687"/>
            <a:ext cx="2369359" cy="94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8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36A9-11A3-A7FE-748D-373E4C57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 1">
            <a:extLst>
              <a:ext uri="{FF2B5EF4-FFF2-40B4-BE49-F238E27FC236}">
                <a16:creationId xmlns:a16="http://schemas.microsoft.com/office/drawing/2014/main" id="{700514AF-83E0-BD34-F386-65911D3AD38D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Constraint formulation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27" name="CuadroTexto 5 2">
            <a:extLst>
              <a:ext uri="{FF2B5EF4-FFF2-40B4-BE49-F238E27FC236}">
                <a16:creationId xmlns:a16="http://schemas.microsoft.com/office/drawing/2014/main" id="{80D78C8B-3E52-DA67-76A9-A6BA6D30EE8E}"/>
              </a:ext>
            </a:extLst>
          </p:cNvPr>
          <p:cNvSpPr txBox="1"/>
          <p:nvPr/>
        </p:nvSpPr>
        <p:spPr>
          <a:xfrm>
            <a:off x="488106" y="3781057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Constrained</a:t>
            </a:r>
            <a:r>
              <a:rPr lang="ko-KR" alt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 </a:t>
            </a:r>
            <a:r>
              <a:rPr lang="en-US" altLang="ko-KR" b="1" dirty="0">
                <a:solidFill>
                  <a:srgbClr val="0069A3"/>
                </a:solidFill>
                <a:latin typeface="Montserrat" panose="02000505000000020004" pitchFamily="2" charset="0"/>
              </a:rPr>
              <a:t>optimization problem 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31" name="CuadroTexto 5 3 1">
            <a:extLst>
              <a:ext uri="{FF2B5EF4-FFF2-40B4-BE49-F238E27FC236}">
                <a16:creationId xmlns:a16="http://schemas.microsoft.com/office/drawing/2014/main" id="{0ABA10C3-1C3A-0F34-9DB2-37D042CD8910}"/>
              </a:ext>
            </a:extLst>
          </p:cNvPr>
          <p:cNvSpPr txBox="1"/>
          <p:nvPr/>
        </p:nvSpPr>
        <p:spPr>
          <a:xfrm>
            <a:off x="680128" y="1612102"/>
            <a:ext cx="11023764" cy="1769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Constraints are formulated to ensure…</a:t>
            </a:r>
          </a:p>
          <a:p>
            <a:pPr lvl="1">
              <a:lnSpc>
                <a:spcPct val="150000"/>
              </a:lnSpc>
            </a:pPr>
            <a:r>
              <a:rPr lang="en-US" sz="1200" b="1" dirty="0">
                <a:latin typeface="Montserrat" panose="02000505000000020004" pitchFamily="2" charset="0"/>
              </a:rPr>
              <a:t>Constraint 1: </a:t>
            </a:r>
            <a:r>
              <a:rPr lang="en-US" sz="1200" dirty="0">
                <a:latin typeface="Montserrat" panose="02000505000000020004" pitchFamily="2" charset="0"/>
              </a:rPr>
              <a:t>Stability of adaptation process (weight boundedness)</a:t>
            </a:r>
          </a:p>
          <a:p>
            <a:pPr lvl="1">
              <a:lnSpc>
                <a:spcPct val="150000"/>
              </a:lnSpc>
            </a:pPr>
            <a:endParaRPr lang="en-US" sz="1200" dirty="0">
              <a:latin typeface="Montserrat" panose="02000505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sz="1200" dirty="0">
              <a:latin typeface="Montserrat" panose="02000505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sz="1200" b="1" dirty="0">
                <a:latin typeface="Montserrat" panose="02000505000000020004" pitchFamily="2" charset="0"/>
              </a:rPr>
              <a:t>Constraint 2: </a:t>
            </a:r>
            <a:r>
              <a:rPr lang="en-US" sz="1200" dirty="0">
                <a:latin typeface="Montserrat" panose="02000505000000020004" pitchFamily="2" charset="0"/>
              </a:rPr>
              <a:t>Input saturation satisfaction</a:t>
            </a:r>
          </a:p>
          <a:p>
            <a:pPr lvl="1">
              <a:lnSpc>
                <a:spcPct val="150000"/>
              </a:lnSpc>
            </a:pPr>
            <a:endParaRPr lang="en-US" sz="1200" dirty="0">
              <a:latin typeface="Montserrat" panose="02000505000000020004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A80E90A-2999-4E8C-C1F7-9A0F0373A0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64" y="2338239"/>
            <a:ext cx="3977842" cy="3169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38E5715-DB6E-FB55-99A6-AC0910B57B2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902" y="3222873"/>
            <a:ext cx="3568191" cy="31699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D7E4C02-2B40-BCFC-0A36-C5C4497101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5805" y="1088046"/>
            <a:ext cx="3879982" cy="1041319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9ABC226D-3ED7-4EFF-343E-C218D8EF4FF2}"/>
              </a:ext>
            </a:extLst>
          </p:cNvPr>
          <p:cNvSpPr/>
          <p:nvPr/>
        </p:nvSpPr>
        <p:spPr>
          <a:xfrm>
            <a:off x="9415984" y="2264834"/>
            <a:ext cx="2678912" cy="1194855"/>
          </a:xfrm>
          <a:prstGeom prst="roundRect">
            <a:avLst>
              <a:gd name="adj" fmla="val 9292"/>
            </a:avLst>
          </a:prstGeom>
          <a:solidFill>
            <a:schemeClr val="accent2">
              <a:lumMod val="20000"/>
              <a:lumOff val="8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0167BD9-CD05-8330-5598-7AF2D3BDD41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98"/>
          <a:stretch>
            <a:fillRect/>
          </a:stretch>
        </p:blipFill>
        <p:spPr>
          <a:xfrm>
            <a:off x="9589323" y="2407829"/>
            <a:ext cx="2369359" cy="9418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5 3 2">
                <a:extLst>
                  <a:ext uri="{FF2B5EF4-FFF2-40B4-BE49-F238E27FC236}">
                    <a16:creationId xmlns:a16="http://schemas.microsoft.com/office/drawing/2014/main" id="{13A89490-DB82-D6A5-6970-966F8809C31A}"/>
                  </a:ext>
                </a:extLst>
              </p:cNvPr>
              <p:cNvSpPr txBox="1"/>
              <p:nvPr/>
            </p:nvSpPr>
            <p:spPr>
              <a:xfrm>
                <a:off x="680127" y="4239302"/>
                <a:ext cx="11375659" cy="728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ES" sz="1400" dirty="0">
                    <a:latin typeface="Montserrat Light" panose="00000400000000000000" pitchFamily="2" charset="0"/>
                  </a:rPr>
                  <a:t>Quadratic </a:t>
                </a:r>
                <a:r>
                  <a:rPr lang="es-ES" sz="1400" dirty="0" err="1">
                    <a:latin typeface="Montserrat Light" panose="00000400000000000000" pitchFamily="2" charset="0"/>
                  </a:rPr>
                  <a:t>objective</a:t>
                </a:r>
                <a:r>
                  <a:rPr lang="en-US" sz="1400" dirty="0">
                    <a:latin typeface="Montserrat Light" panose="00000400000000000000" pitchFamily="2" charset="0"/>
                  </a:rPr>
                  <a:t> function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sz="1400" dirty="0">
                    <a:latin typeface="Montserrat Light" panose="00000400000000000000" pitchFamily="2" charset="0"/>
                  </a:rPr>
                  <a:t> of tracking error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sz="1400" dirty="0">
                  <a:latin typeface="Montserrat Light" panose="00000400000000000000" pitchFamily="2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Montserrat Light" panose="00000400000000000000" pitchFamily="2" charset="0"/>
                  </a:rPr>
                  <a:t>By solving the constrained optimization problem, we can obtain estimated ideal control input  while satisfying constraints </a:t>
                </a:r>
                <a:r>
                  <a:rPr lang="es-ES" sz="1400" dirty="0">
                    <a:latin typeface="Montserrat Light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4" name="CuadroTexto 5 3 2">
                <a:extLst>
                  <a:ext uri="{FF2B5EF4-FFF2-40B4-BE49-F238E27FC236}">
                    <a16:creationId xmlns:a16="http://schemas.microsoft.com/office/drawing/2014/main" id="{13A89490-DB82-D6A5-6970-966F8809C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27" y="4239302"/>
                <a:ext cx="11375659" cy="728148"/>
              </a:xfrm>
              <a:prstGeom prst="rect">
                <a:avLst/>
              </a:prstGeom>
              <a:blipFill>
                <a:blip r:embed="rId11"/>
                <a:stretch>
                  <a:fillRect l="-111" b="-678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DA16E249-FB55-478B-BCE7-45490AAF6A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436" y="5245898"/>
            <a:ext cx="1970227" cy="74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0561-2548-AE55-5B90-3333A9B2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 1 1">
            <a:extLst>
              <a:ext uri="{FF2B5EF4-FFF2-40B4-BE49-F238E27FC236}">
                <a16:creationId xmlns:a16="http://schemas.microsoft.com/office/drawing/2014/main" id="{AE0C827C-A651-0A4A-EC0F-09E1991AB6D7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Adaptation law derivation</a:t>
            </a:r>
            <a:endParaRPr lang="es-ES" dirty="0">
              <a:latin typeface="Montserrat Light" panose="000004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2CBDB5-1C48-F44C-949C-351E0D17EBF5}"/>
              </a:ext>
            </a:extLst>
          </p:cNvPr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6687351" y="2850744"/>
            <a:ext cx="2337680" cy="1547923"/>
          </a:xfrm>
          <a:prstGeom prst="rect">
            <a:avLst/>
          </a:prstGeom>
          <a:ln>
            <a:noFill/>
          </a:ln>
        </p:spPr>
      </p:pic>
      <p:sp>
        <p:nvSpPr>
          <p:cNvPr id="17" name="CuadroTexto 5 1 2">
            <a:extLst>
              <a:ext uri="{FF2B5EF4-FFF2-40B4-BE49-F238E27FC236}">
                <a16:creationId xmlns:a16="http://schemas.microsoft.com/office/drawing/2014/main" id="{63AEBF61-F0C8-51F5-7A42-22DEE81BCBBB}"/>
              </a:ext>
            </a:extLst>
          </p:cNvPr>
          <p:cNvSpPr txBox="1"/>
          <p:nvPr/>
        </p:nvSpPr>
        <p:spPr>
          <a:xfrm>
            <a:off x="516789" y="4678067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Contributions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18" name="CuadroTexto 5 3">
            <a:extLst>
              <a:ext uri="{FF2B5EF4-FFF2-40B4-BE49-F238E27FC236}">
                <a16:creationId xmlns:a16="http://schemas.microsoft.com/office/drawing/2014/main" id="{CC847065-1A24-3965-721F-315B10BC0409}"/>
              </a:ext>
            </a:extLst>
          </p:cNvPr>
          <p:cNvSpPr txBox="1"/>
          <p:nvPr/>
        </p:nvSpPr>
        <p:spPr>
          <a:xfrm>
            <a:off x="612800" y="5090662"/>
            <a:ext cx="11023764" cy="102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No prior </a:t>
            </a: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system information</a:t>
            </a:r>
            <a:r>
              <a:rPr lang="en-US" sz="1400" dirty="0">
                <a:latin typeface="Montserrat" panose="02000505000000020004" pitchFamily="2" charset="0"/>
              </a:rPr>
              <a:t> is required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Adaptation laws are derived based on </a:t>
            </a: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constrained optimization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B874F"/>
                </a:solidFill>
                <a:latin typeface="Montserrat" panose="02000505000000020004" pitchFamily="2" charset="0"/>
              </a:rPr>
              <a:t>Stability</a:t>
            </a:r>
            <a:r>
              <a:rPr lang="en-US" sz="1400" dirty="0">
                <a:latin typeface="Montserrat" panose="02000505000000020004" pitchFamily="2" charset="0"/>
              </a:rPr>
              <a:t> is guaranteed using Lyapunov theory, see </a:t>
            </a:r>
            <a:r>
              <a:rPr lang="en-US" sz="1400" dirty="0" err="1">
                <a:latin typeface="Montserrat" panose="02000505000000020004" pitchFamily="2" charset="0"/>
              </a:rPr>
              <a:t>Thm</a:t>
            </a:r>
            <a:r>
              <a:rPr lang="en-US" sz="1400" dirty="0">
                <a:latin typeface="Montserrat" panose="02000505000000020004" pitchFamily="2" charset="0"/>
              </a:rPr>
              <a:t>. 1 in Paper</a:t>
            </a:r>
            <a:endParaRPr lang="es-ES" sz="1400" dirty="0">
              <a:latin typeface="Montserrat Light" panose="00000400000000000000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E60054F-85B6-B9DE-A1AB-4CA3D763552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52" y="6133364"/>
            <a:ext cx="3142285" cy="274727"/>
          </a:xfrm>
          <a:prstGeom prst="rect">
            <a:avLst/>
          </a:prstGeom>
        </p:spPr>
      </p:pic>
      <p:sp>
        <p:nvSpPr>
          <p:cNvPr id="705" name="Rounded Rectangle 704">
            <a:extLst>
              <a:ext uri="{FF2B5EF4-FFF2-40B4-BE49-F238E27FC236}">
                <a16:creationId xmlns:a16="http://schemas.microsoft.com/office/drawing/2014/main" id="{79CF277B-CB66-A0BB-6509-EBBD027BCE91}"/>
              </a:ext>
            </a:extLst>
          </p:cNvPr>
          <p:cNvSpPr/>
          <p:nvPr/>
        </p:nvSpPr>
        <p:spPr>
          <a:xfrm>
            <a:off x="9415984" y="3951520"/>
            <a:ext cx="2673517" cy="2279347"/>
          </a:xfrm>
          <a:prstGeom prst="roundRect">
            <a:avLst>
              <a:gd name="adj" fmla="val 9292"/>
            </a:avLst>
          </a:prstGeom>
          <a:solidFill>
            <a:schemeClr val="accent2">
              <a:lumMod val="20000"/>
              <a:lumOff val="8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706" name="Group 705">
            <a:extLst>
              <a:ext uri="{FF2B5EF4-FFF2-40B4-BE49-F238E27FC236}">
                <a16:creationId xmlns:a16="http://schemas.microsoft.com/office/drawing/2014/main" id="{B8AA7CA0-16D4-BF9F-D85C-BA4A715BECB5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9588710" y="4108051"/>
            <a:ext cx="2413561" cy="1947280"/>
            <a:chOff x="5828891" y="3471639"/>
            <a:chExt cx="3817406" cy="3079912"/>
          </a:xfrm>
        </p:grpSpPr>
        <p:sp>
          <p:nvSpPr>
            <p:cNvPr id="707" name="Freeform 706">
              <a:extLst>
                <a:ext uri="{FF2B5EF4-FFF2-40B4-BE49-F238E27FC236}">
                  <a16:creationId xmlns:a16="http://schemas.microsoft.com/office/drawing/2014/main" id="{7A669910-D917-B906-B26C-32C084B47B7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828891" y="3585388"/>
              <a:ext cx="78133" cy="78951"/>
            </a:xfrm>
            <a:custGeom>
              <a:avLst/>
              <a:gdLst>
                <a:gd name="connsiteX0" fmla="*/ 36123 w 78133"/>
                <a:gd name="connsiteY0" fmla="*/ 265 h 78951"/>
                <a:gd name="connsiteX1" fmla="*/ 8736 w 78133"/>
                <a:gd name="connsiteY1" fmla="*/ 14841 h 78951"/>
                <a:gd name="connsiteX2" fmla="*/ 77 w 78133"/>
                <a:gd name="connsiteY2" fmla="*/ 39741 h 78951"/>
                <a:gd name="connsiteX3" fmla="*/ 39144 w 78133"/>
                <a:gd name="connsiteY3" fmla="*/ 79015 h 78951"/>
                <a:gd name="connsiteX4" fmla="*/ 78210 w 78133"/>
                <a:gd name="connsiteY4" fmla="*/ 39741 h 78951"/>
                <a:gd name="connsiteX5" fmla="*/ 38942 w 78133"/>
                <a:gd name="connsiteY5" fmla="*/ 63 h 78951"/>
                <a:gd name="connsiteX6" fmla="*/ 36123 w 78133"/>
                <a:gd name="connsiteY6" fmla="*/ 26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265"/>
                  </a:moveTo>
                  <a:cubicBezTo>
                    <a:pt x="25450" y="1682"/>
                    <a:pt x="15381" y="6136"/>
                    <a:pt x="8736" y="14841"/>
                  </a:cubicBezTo>
                  <a:cubicBezTo>
                    <a:pt x="3097" y="21926"/>
                    <a:pt x="77" y="30834"/>
                    <a:pt x="77" y="39741"/>
                  </a:cubicBezTo>
                  <a:cubicBezTo>
                    <a:pt x="77" y="60593"/>
                    <a:pt x="17395" y="79015"/>
                    <a:pt x="39144" y="79015"/>
                  </a:cubicBezTo>
                  <a:cubicBezTo>
                    <a:pt x="59885" y="79015"/>
                    <a:pt x="78210" y="61200"/>
                    <a:pt x="78210" y="39741"/>
                  </a:cubicBezTo>
                  <a:cubicBezTo>
                    <a:pt x="78210" y="19902"/>
                    <a:pt x="62906" y="63"/>
                    <a:pt x="38942" y="63"/>
                  </a:cubicBezTo>
                  <a:cubicBezTo>
                    <a:pt x="37935" y="63"/>
                    <a:pt x="37130" y="265"/>
                    <a:pt x="36123" y="26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08" name="Freeform 707">
              <a:extLst>
                <a:ext uri="{FF2B5EF4-FFF2-40B4-BE49-F238E27FC236}">
                  <a16:creationId xmlns:a16="http://schemas.microsoft.com/office/drawing/2014/main" id="{160998B2-8560-9D51-3397-19D6FFB1E0C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022004" y="3471639"/>
              <a:ext cx="113978" cy="36844"/>
            </a:xfrm>
            <a:custGeom>
              <a:avLst/>
              <a:gdLst>
                <a:gd name="connsiteX0" fmla="*/ 56875 w 113978"/>
                <a:gd name="connsiteY0" fmla="*/ 12004 h 36844"/>
                <a:gd name="connsiteX1" fmla="*/ 111649 w 113978"/>
                <a:gd name="connsiteY1" fmla="*/ 36904 h 36844"/>
                <a:gd name="connsiteX2" fmla="*/ 114065 w 113978"/>
                <a:gd name="connsiteY2" fmla="*/ 32451 h 36844"/>
                <a:gd name="connsiteX3" fmla="*/ 57076 w 113978"/>
                <a:gd name="connsiteY3" fmla="*/ 60 h 36844"/>
                <a:gd name="connsiteX4" fmla="*/ 87 w 113978"/>
                <a:gd name="connsiteY4" fmla="*/ 32451 h 36844"/>
                <a:gd name="connsiteX5" fmla="*/ 2302 w 113978"/>
                <a:gd name="connsiteY5" fmla="*/ 36904 h 36844"/>
                <a:gd name="connsiteX6" fmla="*/ 56875 w 113978"/>
                <a:gd name="connsiteY6" fmla="*/ 12004 h 36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78" h="36844">
                  <a:moveTo>
                    <a:pt x="56875" y="12004"/>
                  </a:moveTo>
                  <a:lnTo>
                    <a:pt x="111649" y="36904"/>
                  </a:lnTo>
                  <a:lnTo>
                    <a:pt x="114065" y="32451"/>
                  </a:lnTo>
                  <a:lnTo>
                    <a:pt x="57076" y="60"/>
                  </a:lnTo>
                  <a:lnTo>
                    <a:pt x="87" y="32451"/>
                  </a:lnTo>
                  <a:lnTo>
                    <a:pt x="2302" y="36904"/>
                  </a:lnTo>
                  <a:lnTo>
                    <a:pt x="56875" y="1200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09" name="Freeform 708">
              <a:extLst>
                <a:ext uri="{FF2B5EF4-FFF2-40B4-BE49-F238E27FC236}">
                  <a16:creationId xmlns:a16="http://schemas.microsoft.com/office/drawing/2014/main" id="{74551B8C-BF6B-A734-177D-72B304CD295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028429" y="3533563"/>
              <a:ext cx="100889" cy="143732"/>
            </a:xfrm>
            <a:custGeom>
              <a:avLst/>
              <a:gdLst>
                <a:gd name="connsiteX0" fmla="*/ 100976 w 100889"/>
                <a:gd name="connsiteY0" fmla="*/ 42980 h 143732"/>
                <a:gd name="connsiteX1" fmla="*/ 67749 w 100889"/>
                <a:gd name="connsiteY1" fmla="*/ 63 h 143732"/>
                <a:gd name="connsiteX2" fmla="*/ 16599 w 100889"/>
                <a:gd name="connsiteY2" fmla="*/ 38122 h 143732"/>
                <a:gd name="connsiteX3" fmla="*/ 87 w 100889"/>
                <a:gd name="connsiteY3" fmla="*/ 101081 h 143732"/>
                <a:gd name="connsiteX4" fmla="*/ 33515 w 100889"/>
                <a:gd name="connsiteY4" fmla="*/ 143796 h 143732"/>
                <a:gd name="connsiteX5" fmla="*/ 78623 w 100889"/>
                <a:gd name="connsiteY5" fmla="*/ 115252 h 143732"/>
                <a:gd name="connsiteX6" fmla="*/ 100976 w 100889"/>
                <a:gd name="connsiteY6" fmla="*/ 42980 h 143732"/>
                <a:gd name="connsiteX7" fmla="*/ 30696 w 100889"/>
                <a:gd name="connsiteY7" fmla="*/ 67071 h 143732"/>
                <a:gd name="connsiteX8" fmla="*/ 44792 w 100889"/>
                <a:gd name="connsiteY8" fmla="*/ 26380 h 143732"/>
                <a:gd name="connsiteX9" fmla="*/ 67346 w 100889"/>
                <a:gd name="connsiteY9" fmla="*/ 7351 h 143732"/>
                <a:gd name="connsiteX10" fmla="*/ 79429 w 100889"/>
                <a:gd name="connsiteY10" fmla="*/ 28202 h 143732"/>
                <a:gd name="connsiteX11" fmla="*/ 72783 w 100889"/>
                <a:gd name="connsiteY11" fmla="*/ 67071 h 143732"/>
                <a:gd name="connsiteX12" fmla="*/ 30696 w 100889"/>
                <a:gd name="connsiteY12" fmla="*/ 67071 h 143732"/>
                <a:gd name="connsiteX13" fmla="*/ 70367 w 100889"/>
                <a:gd name="connsiteY13" fmla="*/ 76788 h 143732"/>
                <a:gd name="connsiteX14" fmla="*/ 33918 w 100889"/>
                <a:gd name="connsiteY14" fmla="*/ 136508 h 143732"/>
                <a:gd name="connsiteX15" fmla="*/ 24050 w 100889"/>
                <a:gd name="connsiteY15" fmla="*/ 129422 h 143732"/>
                <a:gd name="connsiteX16" fmla="*/ 21634 w 100889"/>
                <a:gd name="connsiteY16" fmla="*/ 115859 h 143732"/>
                <a:gd name="connsiteX17" fmla="*/ 28279 w 100889"/>
                <a:gd name="connsiteY17" fmla="*/ 76788 h 143732"/>
                <a:gd name="connsiteX18" fmla="*/ 70367 w 100889"/>
                <a:gd name="connsiteY18" fmla="*/ 76788 h 14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889" h="143732">
                  <a:moveTo>
                    <a:pt x="100976" y="42980"/>
                  </a:moveTo>
                  <a:cubicBezTo>
                    <a:pt x="100976" y="7351"/>
                    <a:pt x="80033" y="63"/>
                    <a:pt x="67749" y="63"/>
                  </a:cubicBezTo>
                  <a:cubicBezTo>
                    <a:pt x="51840" y="63"/>
                    <a:pt x="31703" y="10590"/>
                    <a:pt x="16599" y="38122"/>
                  </a:cubicBezTo>
                  <a:cubicBezTo>
                    <a:pt x="6329" y="57151"/>
                    <a:pt x="87" y="84683"/>
                    <a:pt x="87" y="101081"/>
                  </a:cubicBezTo>
                  <a:cubicBezTo>
                    <a:pt x="87" y="130435"/>
                    <a:pt x="15391" y="143796"/>
                    <a:pt x="33515" y="143796"/>
                  </a:cubicBezTo>
                  <a:cubicBezTo>
                    <a:pt x="47007" y="143796"/>
                    <a:pt x="64728" y="135901"/>
                    <a:pt x="78623" y="115252"/>
                  </a:cubicBezTo>
                  <a:cubicBezTo>
                    <a:pt x="95539" y="90351"/>
                    <a:pt x="100976" y="58163"/>
                    <a:pt x="100976" y="42980"/>
                  </a:cubicBezTo>
                  <a:close/>
                  <a:moveTo>
                    <a:pt x="30696" y="67071"/>
                  </a:moveTo>
                  <a:cubicBezTo>
                    <a:pt x="33515" y="55329"/>
                    <a:pt x="38751" y="36907"/>
                    <a:pt x="44792" y="26380"/>
                  </a:cubicBezTo>
                  <a:cubicBezTo>
                    <a:pt x="49424" y="18080"/>
                    <a:pt x="57680" y="7351"/>
                    <a:pt x="67346" y="7351"/>
                  </a:cubicBezTo>
                  <a:cubicBezTo>
                    <a:pt x="75804" y="7351"/>
                    <a:pt x="79429" y="16258"/>
                    <a:pt x="79429" y="28202"/>
                  </a:cubicBezTo>
                  <a:cubicBezTo>
                    <a:pt x="79429" y="40956"/>
                    <a:pt x="74998" y="58568"/>
                    <a:pt x="72783" y="67071"/>
                  </a:cubicBezTo>
                  <a:lnTo>
                    <a:pt x="30696" y="67071"/>
                  </a:lnTo>
                  <a:close/>
                  <a:moveTo>
                    <a:pt x="70367" y="76788"/>
                  </a:moveTo>
                  <a:cubicBezTo>
                    <a:pt x="57881" y="131042"/>
                    <a:pt x="40966" y="136508"/>
                    <a:pt x="33918" y="136508"/>
                  </a:cubicBezTo>
                  <a:cubicBezTo>
                    <a:pt x="31098" y="136508"/>
                    <a:pt x="26870" y="135698"/>
                    <a:pt x="24050" y="129422"/>
                  </a:cubicBezTo>
                  <a:cubicBezTo>
                    <a:pt x="21634" y="123957"/>
                    <a:pt x="21634" y="116061"/>
                    <a:pt x="21634" y="115859"/>
                  </a:cubicBezTo>
                  <a:cubicBezTo>
                    <a:pt x="21634" y="104320"/>
                    <a:pt x="26064" y="85493"/>
                    <a:pt x="28279" y="76788"/>
                  </a:cubicBezTo>
                  <a:lnTo>
                    <a:pt x="70367" y="767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0" name="Freeform 709">
              <a:extLst>
                <a:ext uri="{FF2B5EF4-FFF2-40B4-BE49-F238E27FC236}">
                  <a16:creationId xmlns:a16="http://schemas.microsoft.com/office/drawing/2014/main" id="{78772AC9-78E3-4FFB-AB46-39A26AF4036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45357" y="3612090"/>
              <a:ext cx="42711" cy="95369"/>
            </a:xfrm>
            <a:custGeom>
              <a:avLst/>
              <a:gdLst>
                <a:gd name="connsiteX0" fmla="*/ 39139 w 42711"/>
                <a:gd name="connsiteY0" fmla="*/ 5449 h 95369"/>
                <a:gd name="connsiteX1" fmla="*/ 33501 w 42711"/>
                <a:gd name="connsiteY1" fmla="*/ 64 h 95369"/>
                <a:gd name="connsiteX2" fmla="*/ 25607 w 42711"/>
                <a:gd name="connsiteY2" fmla="*/ 7858 h 95369"/>
                <a:gd name="connsiteX3" fmla="*/ 31245 w 42711"/>
                <a:gd name="connsiteY3" fmla="*/ 13243 h 95369"/>
                <a:gd name="connsiteX4" fmla="*/ 39139 w 42711"/>
                <a:gd name="connsiteY4" fmla="*/ 5449 h 95369"/>
                <a:gd name="connsiteX5" fmla="*/ 10383 w 42711"/>
                <a:gd name="connsiteY5" fmla="*/ 77437 h 95369"/>
                <a:gd name="connsiteX6" fmla="*/ 9114 w 42711"/>
                <a:gd name="connsiteY6" fmla="*/ 83389 h 95369"/>
                <a:gd name="connsiteX7" fmla="*/ 22506 w 42711"/>
                <a:gd name="connsiteY7" fmla="*/ 95434 h 95369"/>
                <a:gd name="connsiteX8" fmla="*/ 42804 w 42711"/>
                <a:gd name="connsiteY8" fmla="*/ 73753 h 95369"/>
                <a:gd name="connsiteX9" fmla="*/ 40549 w 42711"/>
                <a:gd name="connsiteY9" fmla="*/ 71911 h 95369"/>
                <a:gd name="connsiteX10" fmla="*/ 37871 w 42711"/>
                <a:gd name="connsiteY10" fmla="*/ 74320 h 95369"/>
                <a:gd name="connsiteX11" fmla="*/ 22929 w 42711"/>
                <a:gd name="connsiteY11" fmla="*/ 91466 h 95369"/>
                <a:gd name="connsiteX12" fmla="*/ 19404 w 42711"/>
                <a:gd name="connsiteY12" fmla="*/ 86506 h 95369"/>
                <a:gd name="connsiteX13" fmla="*/ 21660 w 42711"/>
                <a:gd name="connsiteY13" fmla="*/ 77437 h 95369"/>
                <a:gd name="connsiteX14" fmla="*/ 26171 w 42711"/>
                <a:gd name="connsiteY14" fmla="*/ 66100 h 95369"/>
                <a:gd name="connsiteX15" fmla="*/ 33078 w 42711"/>
                <a:gd name="connsiteY15" fmla="*/ 48103 h 95369"/>
                <a:gd name="connsiteX16" fmla="*/ 33924 w 42711"/>
                <a:gd name="connsiteY16" fmla="*/ 43569 h 95369"/>
                <a:gd name="connsiteX17" fmla="*/ 20532 w 42711"/>
                <a:gd name="connsiteY17" fmla="*/ 31524 h 95369"/>
                <a:gd name="connsiteX18" fmla="*/ 93 w 42711"/>
                <a:gd name="connsiteY18" fmla="*/ 53205 h 95369"/>
                <a:gd name="connsiteX19" fmla="*/ 2489 w 42711"/>
                <a:gd name="connsiteY19" fmla="*/ 55047 h 95369"/>
                <a:gd name="connsiteX20" fmla="*/ 5026 w 42711"/>
                <a:gd name="connsiteY20" fmla="*/ 52780 h 95369"/>
                <a:gd name="connsiteX21" fmla="*/ 20109 w 42711"/>
                <a:gd name="connsiteY21" fmla="*/ 35491 h 95369"/>
                <a:gd name="connsiteX22" fmla="*/ 23633 w 42711"/>
                <a:gd name="connsiteY22" fmla="*/ 40451 h 95369"/>
                <a:gd name="connsiteX23" fmla="*/ 19264 w 42711"/>
                <a:gd name="connsiteY23" fmla="*/ 54622 h 95369"/>
                <a:gd name="connsiteX24" fmla="*/ 10383 w 42711"/>
                <a:gd name="connsiteY24" fmla="*/ 77437 h 95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2711" h="95369">
                  <a:moveTo>
                    <a:pt x="39139" y="5449"/>
                  </a:moveTo>
                  <a:cubicBezTo>
                    <a:pt x="39139" y="3182"/>
                    <a:pt x="37448" y="64"/>
                    <a:pt x="33501" y="64"/>
                  </a:cubicBezTo>
                  <a:cubicBezTo>
                    <a:pt x="29695" y="64"/>
                    <a:pt x="25607" y="3749"/>
                    <a:pt x="25607" y="7858"/>
                  </a:cubicBezTo>
                  <a:cubicBezTo>
                    <a:pt x="25607" y="10267"/>
                    <a:pt x="27439" y="13243"/>
                    <a:pt x="31245" y="13243"/>
                  </a:cubicBezTo>
                  <a:cubicBezTo>
                    <a:pt x="35333" y="13243"/>
                    <a:pt x="39139" y="9275"/>
                    <a:pt x="39139" y="5449"/>
                  </a:cubicBezTo>
                  <a:close/>
                  <a:moveTo>
                    <a:pt x="10383" y="77437"/>
                  </a:moveTo>
                  <a:cubicBezTo>
                    <a:pt x="9819" y="79279"/>
                    <a:pt x="9114" y="80980"/>
                    <a:pt x="9114" y="83389"/>
                  </a:cubicBezTo>
                  <a:cubicBezTo>
                    <a:pt x="9114" y="90049"/>
                    <a:pt x="14753" y="95434"/>
                    <a:pt x="22506" y="95434"/>
                  </a:cubicBezTo>
                  <a:cubicBezTo>
                    <a:pt x="36602" y="95434"/>
                    <a:pt x="42804" y="75878"/>
                    <a:pt x="42804" y="73753"/>
                  </a:cubicBezTo>
                  <a:cubicBezTo>
                    <a:pt x="42804" y="71911"/>
                    <a:pt x="40972" y="71911"/>
                    <a:pt x="40549" y="71911"/>
                  </a:cubicBezTo>
                  <a:cubicBezTo>
                    <a:pt x="38575" y="71911"/>
                    <a:pt x="38434" y="72761"/>
                    <a:pt x="37871" y="74320"/>
                  </a:cubicBezTo>
                  <a:cubicBezTo>
                    <a:pt x="34628" y="85656"/>
                    <a:pt x="28426" y="91466"/>
                    <a:pt x="22929" y="91466"/>
                  </a:cubicBezTo>
                  <a:cubicBezTo>
                    <a:pt x="20109" y="91466"/>
                    <a:pt x="19404" y="89624"/>
                    <a:pt x="19404" y="86506"/>
                  </a:cubicBezTo>
                  <a:cubicBezTo>
                    <a:pt x="19404" y="83247"/>
                    <a:pt x="20391" y="80555"/>
                    <a:pt x="21660" y="77437"/>
                  </a:cubicBezTo>
                  <a:cubicBezTo>
                    <a:pt x="23070" y="73611"/>
                    <a:pt x="24620" y="69785"/>
                    <a:pt x="26171" y="66100"/>
                  </a:cubicBezTo>
                  <a:cubicBezTo>
                    <a:pt x="27439" y="62699"/>
                    <a:pt x="32514" y="49804"/>
                    <a:pt x="33078" y="48103"/>
                  </a:cubicBezTo>
                  <a:cubicBezTo>
                    <a:pt x="33501" y="46686"/>
                    <a:pt x="33924" y="44986"/>
                    <a:pt x="33924" y="43569"/>
                  </a:cubicBezTo>
                  <a:cubicBezTo>
                    <a:pt x="33924" y="36908"/>
                    <a:pt x="28285" y="31524"/>
                    <a:pt x="20532" y="31524"/>
                  </a:cubicBezTo>
                  <a:cubicBezTo>
                    <a:pt x="6577" y="31524"/>
                    <a:pt x="93" y="50796"/>
                    <a:pt x="93" y="53205"/>
                  </a:cubicBezTo>
                  <a:cubicBezTo>
                    <a:pt x="93" y="55047"/>
                    <a:pt x="2066" y="55047"/>
                    <a:pt x="2489" y="55047"/>
                  </a:cubicBezTo>
                  <a:cubicBezTo>
                    <a:pt x="4462" y="55047"/>
                    <a:pt x="4603" y="54339"/>
                    <a:pt x="5026" y="52780"/>
                  </a:cubicBezTo>
                  <a:cubicBezTo>
                    <a:pt x="8691" y="40593"/>
                    <a:pt x="14894" y="35491"/>
                    <a:pt x="20109" y="35491"/>
                  </a:cubicBezTo>
                  <a:cubicBezTo>
                    <a:pt x="22365" y="35491"/>
                    <a:pt x="23633" y="36625"/>
                    <a:pt x="23633" y="40451"/>
                  </a:cubicBezTo>
                  <a:cubicBezTo>
                    <a:pt x="23633" y="43711"/>
                    <a:pt x="22788" y="45836"/>
                    <a:pt x="19264" y="54622"/>
                  </a:cubicBezTo>
                  <a:lnTo>
                    <a:pt x="10383" y="7743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1" name="Freeform 710">
              <a:extLst>
                <a:ext uri="{FF2B5EF4-FFF2-40B4-BE49-F238E27FC236}">
                  <a16:creationId xmlns:a16="http://schemas.microsoft.com/office/drawing/2014/main" id="{1782B687-5112-26D4-D3DA-7B2A039E5AB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223094" y="3588425"/>
              <a:ext cx="21345" cy="87252"/>
            </a:xfrm>
            <a:custGeom>
              <a:avLst/>
              <a:gdLst>
                <a:gd name="connsiteX0" fmla="*/ 21442 w 21345"/>
                <a:gd name="connsiteY0" fmla="*/ 10792 h 87252"/>
                <a:gd name="connsiteX1" fmla="*/ 10769 w 21345"/>
                <a:gd name="connsiteY1" fmla="*/ 63 h 87252"/>
                <a:gd name="connsiteX2" fmla="*/ 96 w 21345"/>
                <a:gd name="connsiteY2" fmla="*/ 10792 h 87252"/>
                <a:gd name="connsiteX3" fmla="*/ 10769 w 21345"/>
                <a:gd name="connsiteY3" fmla="*/ 21521 h 87252"/>
                <a:gd name="connsiteX4" fmla="*/ 21442 w 21345"/>
                <a:gd name="connsiteY4" fmla="*/ 10792 h 87252"/>
                <a:gd name="connsiteX5" fmla="*/ 21442 w 21345"/>
                <a:gd name="connsiteY5" fmla="*/ 76585 h 87252"/>
                <a:gd name="connsiteX6" fmla="*/ 10769 w 21345"/>
                <a:gd name="connsiteY6" fmla="*/ 65856 h 87252"/>
                <a:gd name="connsiteX7" fmla="*/ 96 w 21345"/>
                <a:gd name="connsiteY7" fmla="*/ 76585 h 87252"/>
                <a:gd name="connsiteX8" fmla="*/ 10769 w 21345"/>
                <a:gd name="connsiteY8" fmla="*/ 87315 h 87252"/>
                <a:gd name="connsiteX9" fmla="*/ 21442 w 21345"/>
                <a:gd name="connsiteY9" fmla="*/ 7658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42" y="10792"/>
                  </a:moveTo>
                  <a:cubicBezTo>
                    <a:pt x="21442" y="4921"/>
                    <a:pt x="16609" y="63"/>
                    <a:pt x="10769" y="63"/>
                  </a:cubicBezTo>
                  <a:cubicBezTo>
                    <a:pt x="4929" y="63"/>
                    <a:pt x="96" y="4921"/>
                    <a:pt x="96" y="10792"/>
                  </a:cubicBezTo>
                  <a:cubicBezTo>
                    <a:pt x="96" y="16663"/>
                    <a:pt x="4929" y="21521"/>
                    <a:pt x="10769" y="21521"/>
                  </a:cubicBezTo>
                  <a:cubicBezTo>
                    <a:pt x="16609" y="21521"/>
                    <a:pt x="21442" y="16663"/>
                    <a:pt x="21442" y="10792"/>
                  </a:cubicBezTo>
                  <a:close/>
                  <a:moveTo>
                    <a:pt x="21442" y="76585"/>
                  </a:moveTo>
                  <a:cubicBezTo>
                    <a:pt x="21442" y="70715"/>
                    <a:pt x="16609" y="65856"/>
                    <a:pt x="10769" y="65856"/>
                  </a:cubicBezTo>
                  <a:cubicBezTo>
                    <a:pt x="4929" y="65856"/>
                    <a:pt x="96" y="70715"/>
                    <a:pt x="96" y="76585"/>
                  </a:cubicBezTo>
                  <a:cubicBezTo>
                    <a:pt x="96" y="82456"/>
                    <a:pt x="4929" y="87315"/>
                    <a:pt x="10769" y="87315"/>
                  </a:cubicBezTo>
                  <a:cubicBezTo>
                    <a:pt x="16609" y="87315"/>
                    <a:pt x="21442" y="82456"/>
                    <a:pt x="21442" y="7658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2" name="Freeform 711">
              <a:extLst>
                <a:ext uri="{FF2B5EF4-FFF2-40B4-BE49-F238E27FC236}">
                  <a16:creationId xmlns:a16="http://schemas.microsoft.com/office/drawing/2014/main" id="{4EAE276D-9879-C8BC-8C70-C84F1B94D13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356852" y="3584983"/>
              <a:ext cx="77932" cy="92920"/>
            </a:xfrm>
            <a:custGeom>
              <a:avLst/>
              <a:gdLst>
                <a:gd name="connsiteX0" fmla="*/ 17019 w 77932"/>
                <a:gd name="connsiteY0" fmla="*/ 39741 h 92920"/>
                <a:gd name="connsiteX1" fmla="*/ 41989 w 77932"/>
                <a:gd name="connsiteY1" fmla="*/ 4516 h 92920"/>
                <a:gd name="connsiteX2" fmla="*/ 64745 w 77932"/>
                <a:gd name="connsiteY2" fmla="*/ 39741 h 92920"/>
                <a:gd name="connsiteX3" fmla="*/ 17019 w 77932"/>
                <a:gd name="connsiteY3" fmla="*/ 39741 h 92920"/>
                <a:gd name="connsiteX4" fmla="*/ 16817 w 77932"/>
                <a:gd name="connsiteY4" fmla="*/ 43992 h 92920"/>
                <a:gd name="connsiteX5" fmla="*/ 73001 w 77932"/>
                <a:gd name="connsiteY5" fmla="*/ 43992 h 92920"/>
                <a:gd name="connsiteX6" fmla="*/ 78035 w 77932"/>
                <a:gd name="connsiteY6" fmla="*/ 39741 h 92920"/>
                <a:gd name="connsiteX7" fmla="*/ 41989 w 77932"/>
                <a:gd name="connsiteY7" fmla="*/ 63 h 92920"/>
                <a:gd name="connsiteX8" fmla="*/ 103 w 77932"/>
                <a:gd name="connsiteY8" fmla="*/ 46219 h 92920"/>
                <a:gd name="connsiteX9" fmla="*/ 44406 w 77932"/>
                <a:gd name="connsiteY9" fmla="*/ 92983 h 92920"/>
                <a:gd name="connsiteX10" fmla="*/ 78035 w 77932"/>
                <a:gd name="connsiteY10" fmla="*/ 66666 h 92920"/>
                <a:gd name="connsiteX11" fmla="*/ 75417 w 77932"/>
                <a:gd name="connsiteY11" fmla="*/ 64237 h 92920"/>
                <a:gd name="connsiteX12" fmla="*/ 72800 w 77932"/>
                <a:gd name="connsiteY12" fmla="*/ 67071 h 92920"/>
                <a:gd name="connsiteX13" fmla="*/ 45614 w 77932"/>
                <a:gd name="connsiteY13" fmla="*/ 87922 h 92920"/>
                <a:gd name="connsiteX14" fmla="*/ 22859 w 77932"/>
                <a:gd name="connsiteY14" fmla="*/ 74359 h 92920"/>
                <a:gd name="connsiteX15" fmla="*/ 16817 w 77932"/>
                <a:gd name="connsiteY15" fmla="*/ 439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19" y="39741"/>
                  </a:moveTo>
                  <a:cubicBezTo>
                    <a:pt x="18227" y="9577"/>
                    <a:pt x="35142" y="4516"/>
                    <a:pt x="41989" y="4516"/>
                  </a:cubicBezTo>
                  <a:cubicBezTo>
                    <a:pt x="62731" y="4516"/>
                    <a:pt x="64745" y="31846"/>
                    <a:pt x="64745" y="39741"/>
                  </a:cubicBezTo>
                  <a:lnTo>
                    <a:pt x="17019" y="39741"/>
                  </a:lnTo>
                  <a:close/>
                  <a:moveTo>
                    <a:pt x="16817" y="43992"/>
                  </a:moveTo>
                  <a:lnTo>
                    <a:pt x="73001" y="43992"/>
                  </a:lnTo>
                  <a:cubicBezTo>
                    <a:pt x="77431" y="43992"/>
                    <a:pt x="78035" y="43992"/>
                    <a:pt x="78035" y="39741"/>
                  </a:cubicBezTo>
                  <a:cubicBezTo>
                    <a:pt x="78035" y="19700"/>
                    <a:pt x="67161" y="63"/>
                    <a:pt x="41989" y="63"/>
                  </a:cubicBezTo>
                  <a:cubicBezTo>
                    <a:pt x="18630" y="63"/>
                    <a:pt x="103" y="20914"/>
                    <a:pt x="103" y="46219"/>
                  </a:cubicBezTo>
                  <a:cubicBezTo>
                    <a:pt x="103" y="73346"/>
                    <a:pt x="21248" y="92983"/>
                    <a:pt x="44406" y="92983"/>
                  </a:cubicBezTo>
                  <a:cubicBezTo>
                    <a:pt x="68973" y="92983"/>
                    <a:pt x="78035" y="70512"/>
                    <a:pt x="78035" y="66666"/>
                  </a:cubicBezTo>
                  <a:cubicBezTo>
                    <a:pt x="78035" y="64641"/>
                    <a:pt x="76424" y="64237"/>
                    <a:pt x="75417" y="64237"/>
                  </a:cubicBezTo>
                  <a:cubicBezTo>
                    <a:pt x="73605" y="64237"/>
                    <a:pt x="73202" y="65451"/>
                    <a:pt x="72800" y="67071"/>
                  </a:cubicBezTo>
                  <a:cubicBezTo>
                    <a:pt x="65751" y="87922"/>
                    <a:pt x="47628" y="87922"/>
                    <a:pt x="45614" y="87922"/>
                  </a:cubicBezTo>
                  <a:cubicBezTo>
                    <a:pt x="35545" y="87922"/>
                    <a:pt x="27490" y="81849"/>
                    <a:pt x="22859" y="74359"/>
                  </a:cubicBezTo>
                  <a:cubicBezTo>
                    <a:pt x="16817" y="64641"/>
                    <a:pt x="16817" y="51280"/>
                    <a:pt x="16817" y="439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3" name="Freeform 712">
              <a:extLst>
                <a:ext uri="{FF2B5EF4-FFF2-40B4-BE49-F238E27FC236}">
                  <a16:creationId xmlns:a16="http://schemas.microsoft.com/office/drawing/2014/main" id="{3FC221E0-426F-B6A0-B196-940E8F7A602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447359" y="3584983"/>
              <a:ext cx="65849" cy="92920"/>
            </a:xfrm>
            <a:custGeom>
              <a:avLst/>
              <a:gdLst>
                <a:gd name="connsiteX0" fmla="*/ 35348 w 65849"/>
                <a:gd name="connsiteY0" fmla="*/ 51483 h 92920"/>
                <a:gd name="connsiteX1" fmla="*/ 56291 w 65849"/>
                <a:gd name="connsiteY1" fmla="*/ 70107 h 92920"/>
                <a:gd name="connsiteX2" fmla="*/ 33536 w 65849"/>
                <a:gd name="connsiteY2" fmla="*/ 88529 h 92920"/>
                <a:gd name="connsiteX3" fmla="*/ 5545 w 65849"/>
                <a:gd name="connsiteY3" fmla="*/ 59783 h 92920"/>
                <a:gd name="connsiteX4" fmla="*/ 2725 w 65849"/>
                <a:gd name="connsiteY4" fmla="*/ 56341 h 92920"/>
                <a:gd name="connsiteX5" fmla="*/ 108 w 65849"/>
                <a:gd name="connsiteY5" fmla="*/ 61402 h 92920"/>
                <a:gd name="connsiteX6" fmla="*/ 108 w 65849"/>
                <a:gd name="connsiteY6" fmla="*/ 88125 h 92920"/>
                <a:gd name="connsiteX7" fmla="*/ 2323 w 65849"/>
                <a:gd name="connsiteY7" fmla="*/ 92983 h 92920"/>
                <a:gd name="connsiteX8" fmla="*/ 7357 w 65849"/>
                <a:gd name="connsiteY8" fmla="*/ 88934 h 92920"/>
                <a:gd name="connsiteX9" fmla="*/ 11385 w 65849"/>
                <a:gd name="connsiteY9" fmla="*/ 84278 h 92920"/>
                <a:gd name="connsiteX10" fmla="*/ 33536 w 65849"/>
                <a:gd name="connsiteY10" fmla="*/ 92983 h 92920"/>
                <a:gd name="connsiteX11" fmla="*/ 65957 w 65849"/>
                <a:gd name="connsiteY11" fmla="*/ 64844 h 92920"/>
                <a:gd name="connsiteX12" fmla="*/ 57500 w 65849"/>
                <a:gd name="connsiteY12" fmla="*/ 45612 h 92920"/>
                <a:gd name="connsiteX13" fmla="*/ 34543 w 65849"/>
                <a:gd name="connsiteY13" fmla="*/ 35895 h 92920"/>
                <a:gd name="connsiteX14" fmla="*/ 9774 w 65849"/>
                <a:gd name="connsiteY14" fmla="*/ 19295 h 92920"/>
                <a:gd name="connsiteX15" fmla="*/ 32328 w 65849"/>
                <a:gd name="connsiteY15" fmla="*/ 3909 h 92920"/>
                <a:gd name="connsiteX16" fmla="*/ 55889 w 65849"/>
                <a:gd name="connsiteY16" fmla="*/ 28404 h 92920"/>
                <a:gd name="connsiteX17" fmla="*/ 58305 w 65849"/>
                <a:gd name="connsiteY17" fmla="*/ 30226 h 92920"/>
                <a:gd name="connsiteX18" fmla="*/ 60923 w 65849"/>
                <a:gd name="connsiteY18" fmla="*/ 25368 h 92920"/>
                <a:gd name="connsiteX19" fmla="*/ 60923 w 65849"/>
                <a:gd name="connsiteY19" fmla="*/ 4921 h 92920"/>
                <a:gd name="connsiteX20" fmla="*/ 58708 w 65849"/>
                <a:gd name="connsiteY20" fmla="*/ 63 h 92920"/>
                <a:gd name="connsiteX21" fmla="*/ 54680 w 65849"/>
                <a:gd name="connsiteY21" fmla="*/ 2492 h 92920"/>
                <a:gd name="connsiteX22" fmla="*/ 51257 w 65849"/>
                <a:gd name="connsiteY22" fmla="*/ 5731 h 92920"/>
                <a:gd name="connsiteX23" fmla="*/ 32328 w 65849"/>
                <a:gd name="connsiteY23" fmla="*/ 63 h 92920"/>
                <a:gd name="connsiteX24" fmla="*/ 108 w 65849"/>
                <a:gd name="connsiteY24" fmla="*/ 24963 h 92920"/>
                <a:gd name="connsiteX25" fmla="*/ 8767 w 65849"/>
                <a:gd name="connsiteY25" fmla="*/ 42170 h 92920"/>
                <a:gd name="connsiteX26" fmla="*/ 35348 w 65849"/>
                <a:gd name="connsiteY26" fmla="*/ 51483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348" y="51483"/>
                  </a:moveTo>
                  <a:cubicBezTo>
                    <a:pt x="39778" y="52293"/>
                    <a:pt x="56291" y="55532"/>
                    <a:pt x="56291" y="70107"/>
                  </a:cubicBezTo>
                  <a:cubicBezTo>
                    <a:pt x="56291" y="80432"/>
                    <a:pt x="49243" y="88529"/>
                    <a:pt x="33536" y="88529"/>
                  </a:cubicBezTo>
                  <a:cubicBezTo>
                    <a:pt x="16620" y="88529"/>
                    <a:pt x="9371" y="76990"/>
                    <a:pt x="5545" y="59783"/>
                  </a:cubicBezTo>
                  <a:cubicBezTo>
                    <a:pt x="4941" y="57151"/>
                    <a:pt x="4739" y="56341"/>
                    <a:pt x="2725" y="56341"/>
                  </a:cubicBezTo>
                  <a:cubicBezTo>
                    <a:pt x="108" y="56341"/>
                    <a:pt x="108" y="57758"/>
                    <a:pt x="108" y="61402"/>
                  </a:cubicBezTo>
                  <a:lnTo>
                    <a:pt x="108" y="88125"/>
                  </a:lnTo>
                  <a:cubicBezTo>
                    <a:pt x="108" y="91566"/>
                    <a:pt x="108" y="92983"/>
                    <a:pt x="2323" y="92983"/>
                  </a:cubicBezTo>
                  <a:cubicBezTo>
                    <a:pt x="3330" y="92983"/>
                    <a:pt x="3531" y="92781"/>
                    <a:pt x="7357" y="88934"/>
                  </a:cubicBezTo>
                  <a:cubicBezTo>
                    <a:pt x="7760" y="88529"/>
                    <a:pt x="7760" y="88125"/>
                    <a:pt x="11385" y="84278"/>
                  </a:cubicBezTo>
                  <a:cubicBezTo>
                    <a:pt x="20245" y="92781"/>
                    <a:pt x="29307" y="92983"/>
                    <a:pt x="33536" y="92983"/>
                  </a:cubicBezTo>
                  <a:cubicBezTo>
                    <a:pt x="56694" y="92983"/>
                    <a:pt x="65957" y="79420"/>
                    <a:pt x="65957" y="64844"/>
                  </a:cubicBezTo>
                  <a:cubicBezTo>
                    <a:pt x="65957" y="54114"/>
                    <a:pt x="59916" y="48041"/>
                    <a:pt x="57500" y="45612"/>
                  </a:cubicBezTo>
                  <a:cubicBezTo>
                    <a:pt x="50854" y="39134"/>
                    <a:pt x="43000" y="37514"/>
                    <a:pt x="34543" y="35895"/>
                  </a:cubicBezTo>
                  <a:cubicBezTo>
                    <a:pt x="23266" y="33668"/>
                    <a:pt x="9774" y="31036"/>
                    <a:pt x="9774" y="19295"/>
                  </a:cubicBezTo>
                  <a:cubicBezTo>
                    <a:pt x="9774" y="12209"/>
                    <a:pt x="15009" y="3909"/>
                    <a:pt x="32328" y="3909"/>
                  </a:cubicBezTo>
                  <a:cubicBezTo>
                    <a:pt x="54479" y="3909"/>
                    <a:pt x="55486" y="22129"/>
                    <a:pt x="55889" y="28404"/>
                  </a:cubicBezTo>
                  <a:cubicBezTo>
                    <a:pt x="56090" y="30226"/>
                    <a:pt x="57902" y="30226"/>
                    <a:pt x="58305" y="30226"/>
                  </a:cubicBezTo>
                  <a:cubicBezTo>
                    <a:pt x="60923" y="30226"/>
                    <a:pt x="60923" y="29214"/>
                    <a:pt x="60923" y="25368"/>
                  </a:cubicBezTo>
                  <a:lnTo>
                    <a:pt x="60923" y="4921"/>
                  </a:lnTo>
                  <a:cubicBezTo>
                    <a:pt x="60923" y="1480"/>
                    <a:pt x="60923" y="63"/>
                    <a:pt x="58708" y="63"/>
                  </a:cubicBezTo>
                  <a:cubicBezTo>
                    <a:pt x="57701" y="63"/>
                    <a:pt x="57298" y="63"/>
                    <a:pt x="54680" y="2492"/>
                  </a:cubicBezTo>
                  <a:cubicBezTo>
                    <a:pt x="54076" y="3302"/>
                    <a:pt x="52062" y="5124"/>
                    <a:pt x="51257" y="5731"/>
                  </a:cubicBezTo>
                  <a:cubicBezTo>
                    <a:pt x="43605" y="63"/>
                    <a:pt x="35348" y="63"/>
                    <a:pt x="32328" y="63"/>
                  </a:cubicBezTo>
                  <a:cubicBezTo>
                    <a:pt x="7760" y="63"/>
                    <a:pt x="108" y="13626"/>
                    <a:pt x="108" y="24963"/>
                  </a:cubicBezTo>
                  <a:cubicBezTo>
                    <a:pt x="108" y="32048"/>
                    <a:pt x="3330" y="37717"/>
                    <a:pt x="8767" y="42170"/>
                  </a:cubicBezTo>
                  <a:cubicBezTo>
                    <a:pt x="15211" y="47434"/>
                    <a:pt x="20849" y="48649"/>
                    <a:pt x="35348" y="5148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4" name="Freeform 713">
              <a:extLst>
                <a:ext uri="{FF2B5EF4-FFF2-40B4-BE49-F238E27FC236}">
                  <a16:creationId xmlns:a16="http://schemas.microsoft.com/office/drawing/2014/main" id="{0F02299A-4378-812B-DC74-9FB9EFE0265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523971" y="3551176"/>
              <a:ext cx="63030" cy="126727"/>
            </a:xfrm>
            <a:custGeom>
              <a:avLst/>
              <a:gdLst>
                <a:gd name="connsiteX0" fmla="*/ 31123 w 63030"/>
                <a:gd name="connsiteY0" fmla="*/ 43588 h 126727"/>
                <a:gd name="connsiteX1" fmla="*/ 59920 w 63030"/>
                <a:gd name="connsiteY1" fmla="*/ 43588 h 126727"/>
                <a:gd name="connsiteX2" fmla="*/ 59920 w 63030"/>
                <a:gd name="connsiteY2" fmla="*/ 37312 h 126727"/>
                <a:gd name="connsiteX3" fmla="*/ 31123 w 63030"/>
                <a:gd name="connsiteY3" fmla="*/ 37312 h 126727"/>
                <a:gd name="connsiteX4" fmla="*/ 31123 w 63030"/>
                <a:gd name="connsiteY4" fmla="*/ 63 h 126727"/>
                <a:gd name="connsiteX5" fmla="*/ 26089 w 63030"/>
                <a:gd name="connsiteY5" fmla="*/ 63 h 126727"/>
                <a:gd name="connsiteX6" fmla="*/ 111 w 63030"/>
                <a:gd name="connsiteY6" fmla="*/ 39134 h 126727"/>
                <a:gd name="connsiteX7" fmla="*/ 111 w 63030"/>
                <a:gd name="connsiteY7" fmla="*/ 43588 h 126727"/>
                <a:gd name="connsiteX8" fmla="*/ 17228 w 63030"/>
                <a:gd name="connsiteY8" fmla="*/ 43588 h 126727"/>
                <a:gd name="connsiteX9" fmla="*/ 17228 w 63030"/>
                <a:gd name="connsiteY9" fmla="*/ 99461 h 126727"/>
                <a:gd name="connsiteX10" fmla="*/ 43206 w 63030"/>
                <a:gd name="connsiteY10" fmla="*/ 126791 h 126727"/>
                <a:gd name="connsiteX11" fmla="*/ 63142 w 63030"/>
                <a:gd name="connsiteY11" fmla="*/ 99461 h 126727"/>
                <a:gd name="connsiteX12" fmla="*/ 63142 w 63030"/>
                <a:gd name="connsiteY12" fmla="*/ 87922 h 126727"/>
                <a:gd name="connsiteX13" fmla="*/ 58108 w 63030"/>
                <a:gd name="connsiteY13" fmla="*/ 87922 h 126727"/>
                <a:gd name="connsiteX14" fmla="*/ 58108 w 63030"/>
                <a:gd name="connsiteY14" fmla="*/ 99056 h 126727"/>
                <a:gd name="connsiteX15" fmla="*/ 44615 w 63030"/>
                <a:gd name="connsiteY15" fmla="*/ 121730 h 126727"/>
                <a:gd name="connsiteX16" fmla="*/ 31123 w 63030"/>
                <a:gd name="connsiteY16" fmla="*/ 99866 h 126727"/>
                <a:gd name="connsiteX17" fmla="*/ 31123 w 63030"/>
                <a:gd name="connsiteY17" fmla="*/ 43588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23" y="43588"/>
                  </a:moveTo>
                  <a:lnTo>
                    <a:pt x="59920" y="43588"/>
                  </a:lnTo>
                  <a:lnTo>
                    <a:pt x="59920" y="37312"/>
                  </a:lnTo>
                  <a:lnTo>
                    <a:pt x="31123" y="37312"/>
                  </a:lnTo>
                  <a:lnTo>
                    <a:pt x="31123" y="63"/>
                  </a:lnTo>
                  <a:lnTo>
                    <a:pt x="26089" y="63"/>
                  </a:lnTo>
                  <a:cubicBezTo>
                    <a:pt x="25888" y="16663"/>
                    <a:pt x="19846" y="38324"/>
                    <a:pt x="111" y="39134"/>
                  </a:cubicBezTo>
                  <a:lnTo>
                    <a:pt x="111" y="43588"/>
                  </a:lnTo>
                  <a:lnTo>
                    <a:pt x="17228" y="43588"/>
                  </a:lnTo>
                  <a:lnTo>
                    <a:pt x="17228" y="99461"/>
                  </a:lnTo>
                  <a:cubicBezTo>
                    <a:pt x="17228" y="124361"/>
                    <a:pt x="35956" y="126791"/>
                    <a:pt x="43206" y="126791"/>
                  </a:cubicBezTo>
                  <a:cubicBezTo>
                    <a:pt x="57503" y="126791"/>
                    <a:pt x="63142" y="112417"/>
                    <a:pt x="63142" y="99461"/>
                  </a:cubicBezTo>
                  <a:lnTo>
                    <a:pt x="63142" y="87922"/>
                  </a:lnTo>
                  <a:lnTo>
                    <a:pt x="58108" y="87922"/>
                  </a:lnTo>
                  <a:lnTo>
                    <a:pt x="58108" y="99056"/>
                  </a:lnTo>
                  <a:cubicBezTo>
                    <a:pt x="58108" y="114037"/>
                    <a:pt x="52066" y="121730"/>
                    <a:pt x="44615" y="121730"/>
                  </a:cubicBezTo>
                  <a:cubicBezTo>
                    <a:pt x="31123" y="121730"/>
                    <a:pt x="31123" y="103308"/>
                    <a:pt x="31123" y="99866"/>
                  </a:cubicBezTo>
                  <a:lnTo>
                    <a:pt x="31123" y="435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5" name="Freeform 714">
              <a:extLst>
                <a:ext uri="{FF2B5EF4-FFF2-40B4-BE49-F238E27FC236}">
                  <a16:creationId xmlns:a16="http://schemas.microsoft.com/office/drawing/2014/main" id="{624AD48D-04A4-7BC7-2D3E-2EAECEA6410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605104" y="3540244"/>
              <a:ext cx="43094" cy="135432"/>
            </a:xfrm>
            <a:custGeom>
              <a:avLst/>
              <a:gdLst>
                <a:gd name="connsiteX0" fmla="*/ 29113 w 43094"/>
                <a:gd name="connsiteY0" fmla="*/ 46017 h 135432"/>
                <a:gd name="connsiteX1" fmla="*/ 921 w 43094"/>
                <a:gd name="connsiteY1" fmla="*/ 48244 h 135432"/>
                <a:gd name="connsiteX2" fmla="*/ 921 w 43094"/>
                <a:gd name="connsiteY2" fmla="*/ 54519 h 135432"/>
                <a:gd name="connsiteX3" fmla="*/ 15823 w 43094"/>
                <a:gd name="connsiteY3" fmla="*/ 65654 h 135432"/>
                <a:gd name="connsiteX4" fmla="*/ 15823 w 43094"/>
                <a:gd name="connsiteY4" fmla="*/ 120110 h 135432"/>
                <a:gd name="connsiteX5" fmla="*/ 115 w 43094"/>
                <a:gd name="connsiteY5" fmla="*/ 129220 h 135432"/>
                <a:gd name="connsiteX6" fmla="*/ 115 w 43094"/>
                <a:gd name="connsiteY6" fmla="*/ 135496 h 135432"/>
                <a:gd name="connsiteX7" fmla="*/ 22267 w 43094"/>
                <a:gd name="connsiteY7" fmla="*/ 134888 h 135432"/>
                <a:gd name="connsiteX8" fmla="*/ 43210 w 43094"/>
                <a:gd name="connsiteY8" fmla="*/ 135496 h 135432"/>
                <a:gd name="connsiteX9" fmla="*/ 43210 w 43094"/>
                <a:gd name="connsiteY9" fmla="*/ 129220 h 135432"/>
                <a:gd name="connsiteX10" fmla="*/ 29113 w 43094"/>
                <a:gd name="connsiteY10" fmla="*/ 120313 h 135432"/>
                <a:gd name="connsiteX11" fmla="*/ 29113 w 43094"/>
                <a:gd name="connsiteY11" fmla="*/ 46017 h 135432"/>
                <a:gd name="connsiteX12" fmla="*/ 29919 w 43094"/>
                <a:gd name="connsiteY12" fmla="*/ 10792 h 135432"/>
                <a:gd name="connsiteX13" fmla="*/ 19246 w 43094"/>
                <a:gd name="connsiteY13" fmla="*/ 63 h 135432"/>
                <a:gd name="connsiteX14" fmla="*/ 8573 w 43094"/>
                <a:gd name="connsiteY14" fmla="*/ 10792 h 135432"/>
                <a:gd name="connsiteX15" fmla="*/ 19246 w 43094"/>
                <a:gd name="connsiteY15" fmla="*/ 21522 h 135432"/>
                <a:gd name="connsiteX16" fmla="*/ 29919 w 43094"/>
                <a:gd name="connsiteY16" fmla="*/ 1079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13" y="46017"/>
                  </a:moveTo>
                  <a:lnTo>
                    <a:pt x="921" y="48244"/>
                  </a:lnTo>
                  <a:lnTo>
                    <a:pt x="921" y="54519"/>
                  </a:lnTo>
                  <a:cubicBezTo>
                    <a:pt x="14010" y="54519"/>
                    <a:pt x="15823" y="55734"/>
                    <a:pt x="15823" y="65654"/>
                  </a:cubicBezTo>
                  <a:lnTo>
                    <a:pt x="15823" y="120110"/>
                  </a:lnTo>
                  <a:cubicBezTo>
                    <a:pt x="15823" y="129220"/>
                    <a:pt x="13607" y="129220"/>
                    <a:pt x="115" y="129220"/>
                  </a:cubicBezTo>
                  <a:lnTo>
                    <a:pt x="115" y="135496"/>
                  </a:lnTo>
                  <a:cubicBezTo>
                    <a:pt x="6559" y="135293"/>
                    <a:pt x="17434" y="134888"/>
                    <a:pt x="22267" y="134888"/>
                  </a:cubicBezTo>
                  <a:cubicBezTo>
                    <a:pt x="29315" y="134888"/>
                    <a:pt x="36363" y="135293"/>
                    <a:pt x="43210" y="135496"/>
                  </a:cubicBezTo>
                  <a:lnTo>
                    <a:pt x="43210" y="129220"/>
                  </a:lnTo>
                  <a:cubicBezTo>
                    <a:pt x="29919" y="129220"/>
                    <a:pt x="29113" y="128208"/>
                    <a:pt x="29113" y="120313"/>
                  </a:cubicBezTo>
                  <a:lnTo>
                    <a:pt x="29113" y="46017"/>
                  </a:lnTo>
                  <a:close/>
                  <a:moveTo>
                    <a:pt x="29919" y="10792"/>
                  </a:moveTo>
                  <a:cubicBezTo>
                    <a:pt x="29919" y="4314"/>
                    <a:pt x="24885" y="63"/>
                    <a:pt x="19246" y="63"/>
                  </a:cubicBezTo>
                  <a:cubicBezTo>
                    <a:pt x="13003" y="63"/>
                    <a:pt x="8573" y="5529"/>
                    <a:pt x="8573" y="10792"/>
                  </a:cubicBezTo>
                  <a:cubicBezTo>
                    <a:pt x="8573" y="16258"/>
                    <a:pt x="13003" y="21522"/>
                    <a:pt x="19246" y="21522"/>
                  </a:cubicBezTo>
                  <a:cubicBezTo>
                    <a:pt x="24885" y="21522"/>
                    <a:pt x="29919" y="17270"/>
                    <a:pt x="29919" y="107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6" name="Freeform 715">
              <a:extLst>
                <a:ext uri="{FF2B5EF4-FFF2-40B4-BE49-F238E27FC236}">
                  <a16:creationId xmlns:a16="http://schemas.microsoft.com/office/drawing/2014/main" id="{C82F983E-DAB8-1074-D324-A829304DA2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660840" y="3586198"/>
              <a:ext cx="157274" cy="89478"/>
            </a:xfrm>
            <a:custGeom>
              <a:avLst/>
              <a:gdLst>
                <a:gd name="connsiteX0" fmla="*/ 15825 w 157274"/>
                <a:gd name="connsiteY0" fmla="*/ 19902 h 89478"/>
                <a:gd name="connsiteX1" fmla="*/ 15825 w 157274"/>
                <a:gd name="connsiteY1" fmla="*/ 74156 h 89478"/>
                <a:gd name="connsiteX2" fmla="*/ 118 w 157274"/>
                <a:gd name="connsiteY2" fmla="*/ 83266 h 89478"/>
                <a:gd name="connsiteX3" fmla="*/ 118 w 157274"/>
                <a:gd name="connsiteY3" fmla="*/ 89542 h 89478"/>
                <a:gd name="connsiteX4" fmla="*/ 22874 w 157274"/>
                <a:gd name="connsiteY4" fmla="*/ 88934 h 89478"/>
                <a:gd name="connsiteX5" fmla="*/ 45428 w 157274"/>
                <a:gd name="connsiteY5" fmla="*/ 89542 h 89478"/>
                <a:gd name="connsiteX6" fmla="*/ 45428 w 157274"/>
                <a:gd name="connsiteY6" fmla="*/ 83266 h 89478"/>
                <a:gd name="connsiteX7" fmla="*/ 29720 w 157274"/>
                <a:gd name="connsiteY7" fmla="*/ 74156 h 89478"/>
                <a:gd name="connsiteX8" fmla="*/ 29720 w 157274"/>
                <a:gd name="connsiteY8" fmla="*/ 36907 h 89478"/>
                <a:gd name="connsiteX9" fmla="*/ 56906 w 157274"/>
                <a:gd name="connsiteY9" fmla="*/ 4516 h 89478"/>
                <a:gd name="connsiteX10" fmla="*/ 71808 w 157274"/>
                <a:gd name="connsiteY10" fmla="*/ 26987 h 89478"/>
                <a:gd name="connsiteX11" fmla="*/ 71808 w 157274"/>
                <a:gd name="connsiteY11" fmla="*/ 74156 h 89478"/>
                <a:gd name="connsiteX12" fmla="*/ 56100 w 157274"/>
                <a:gd name="connsiteY12" fmla="*/ 83266 h 89478"/>
                <a:gd name="connsiteX13" fmla="*/ 56100 w 157274"/>
                <a:gd name="connsiteY13" fmla="*/ 89542 h 89478"/>
                <a:gd name="connsiteX14" fmla="*/ 78856 w 157274"/>
                <a:gd name="connsiteY14" fmla="*/ 88934 h 89478"/>
                <a:gd name="connsiteX15" fmla="*/ 101410 w 157274"/>
                <a:gd name="connsiteY15" fmla="*/ 89542 h 89478"/>
                <a:gd name="connsiteX16" fmla="*/ 101410 w 157274"/>
                <a:gd name="connsiteY16" fmla="*/ 83266 h 89478"/>
                <a:gd name="connsiteX17" fmla="*/ 85703 w 157274"/>
                <a:gd name="connsiteY17" fmla="*/ 74156 h 89478"/>
                <a:gd name="connsiteX18" fmla="*/ 85703 w 157274"/>
                <a:gd name="connsiteY18" fmla="*/ 36907 h 89478"/>
                <a:gd name="connsiteX19" fmla="*/ 112888 w 157274"/>
                <a:gd name="connsiteY19" fmla="*/ 4516 h 89478"/>
                <a:gd name="connsiteX20" fmla="*/ 127790 w 157274"/>
                <a:gd name="connsiteY20" fmla="*/ 26987 h 89478"/>
                <a:gd name="connsiteX21" fmla="*/ 127790 w 157274"/>
                <a:gd name="connsiteY21" fmla="*/ 74156 h 89478"/>
                <a:gd name="connsiteX22" fmla="*/ 112083 w 157274"/>
                <a:gd name="connsiteY22" fmla="*/ 83266 h 89478"/>
                <a:gd name="connsiteX23" fmla="*/ 112083 w 157274"/>
                <a:gd name="connsiteY23" fmla="*/ 89542 h 89478"/>
                <a:gd name="connsiteX24" fmla="*/ 134838 w 157274"/>
                <a:gd name="connsiteY24" fmla="*/ 88934 h 89478"/>
                <a:gd name="connsiteX25" fmla="*/ 157392 w 157274"/>
                <a:gd name="connsiteY25" fmla="*/ 89542 h 89478"/>
                <a:gd name="connsiteX26" fmla="*/ 157392 w 157274"/>
                <a:gd name="connsiteY26" fmla="*/ 83266 h 89478"/>
                <a:gd name="connsiteX27" fmla="*/ 141685 w 157274"/>
                <a:gd name="connsiteY27" fmla="*/ 77193 h 89478"/>
                <a:gd name="connsiteX28" fmla="*/ 141685 w 157274"/>
                <a:gd name="connsiteY28" fmla="*/ 38527 h 89478"/>
                <a:gd name="connsiteX29" fmla="*/ 135442 w 157274"/>
                <a:gd name="connsiteY29" fmla="*/ 7553 h 89478"/>
                <a:gd name="connsiteX30" fmla="*/ 114298 w 157274"/>
                <a:gd name="connsiteY30" fmla="*/ 63 h 89478"/>
                <a:gd name="connsiteX31" fmla="*/ 85099 w 157274"/>
                <a:gd name="connsiteY31" fmla="*/ 19902 h 89478"/>
                <a:gd name="connsiteX32" fmla="*/ 58316 w 157274"/>
                <a:gd name="connsiteY32" fmla="*/ 63 h 89478"/>
                <a:gd name="connsiteX33" fmla="*/ 28512 w 157274"/>
                <a:gd name="connsiteY33" fmla="*/ 21319 h 89478"/>
                <a:gd name="connsiteX34" fmla="*/ 28512 w 157274"/>
                <a:gd name="connsiteY34" fmla="*/ 63 h 89478"/>
                <a:gd name="connsiteX35" fmla="*/ 118 w 157274"/>
                <a:gd name="connsiteY35" fmla="*/ 2290 h 89478"/>
                <a:gd name="connsiteX36" fmla="*/ 118 w 157274"/>
                <a:gd name="connsiteY36" fmla="*/ 8565 h 89478"/>
                <a:gd name="connsiteX37" fmla="*/ 15825 w 157274"/>
                <a:gd name="connsiteY37" fmla="*/ 1990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7274" h="89478">
                  <a:moveTo>
                    <a:pt x="15825" y="19902"/>
                  </a:moveTo>
                  <a:lnTo>
                    <a:pt x="15825" y="74156"/>
                  </a:lnTo>
                  <a:cubicBezTo>
                    <a:pt x="15825" y="83266"/>
                    <a:pt x="13610" y="83266"/>
                    <a:pt x="118" y="83266"/>
                  </a:cubicBezTo>
                  <a:lnTo>
                    <a:pt x="118" y="89542"/>
                  </a:lnTo>
                  <a:cubicBezTo>
                    <a:pt x="7166" y="89339"/>
                    <a:pt x="17436" y="88934"/>
                    <a:pt x="22874" y="88934"/>
                  </a:cubicBezTo>
                  <a:cubicBezTo>
                    <a:pt x="28109" y="88934"/>
                    <a:pt x="38581" y="89339"/>
                    <a:pt x="45428" y="89542"/>
                  </a:cubicBezTo>
                  <a:lnTo>
                    <a:pt x="45428" y="83266"/>
                  </a:lnTo>
                  <a:cubicBezTo>
                    <a:pt x="31935" y="83266"/>
                    <a:pt x="29720" y="83266"/>
                    <a:pt x="29720" y="74156"/>
                  </a:cubicBezTo>
                  <a:lnTo>
                    <a:pt x="29720" y="36907"/>
                  </a:lnTo>
                  <a:cubicBezTo>
                    <a:pt x="29720" y="15853"/>
                    <a:pt x="44018" y="4516"/>
                    <a:pt x="56906" y="4516"/>
                  </a:cubicBezTo>
                  <a:cubicBezTo>
                    <a:pt x="69593" y="4516"/>
                    <a:pt x="71808" y="15448"/>
                    <a:pt x="71808" y="26987"/>
                  </a:cubicBezTo>
                  <a:lnTo>
                    <a:pt x="71808" y="74156"/>
                  </a:lnTo>
                  <a:cubicBezTo>
                    <a:pt x="71808" y="83266"/>
                    <a:pt x="69593" y="83266"/>
                    <a:pt x="56100" y="83266"/>
                  </a:cubicBezTo>
                  <a:lnTo>
                    <a:pt x="56100" y="89542"/>
                  </a:lnTo>
                  <a:cubicBezTo>
                    <a:pt x="63149" y="89339"/>
                    <a:pt x="73419" y="88934"/>
                    <a:pt x="78856" y="88934"/>
                  </a:cubicBezTo>
                  <a:cubicBezTo>
                    <a:pt x="84092" y="88934"/>
                    <a:pt x="94563" y="89339"/>
                    <a:pt x="101410" y="89542"/>
                  </a:cubicBezTo>
                  <a:lnTo>
                    <a:pt x="101410" y="83266"/>
                  </a:lnTo>
                  <a:cubicBezTo>
                    <a:pt x="87918" y="83266"/>
                    <a:pt x="85703" y="83266"/>
                    <a:pt x="85703" y="74156"/>
                  </a:cubicBezTo>
                  <a:lnTo>
                    <a:pt x="85703" y="36907"/>
                  </a:lnTo>
                  <a:cubicBezTo>
                    <a:pt x="85703" y="15853"/>
                    <a:pt x="100000" y="4516"/>
                    <a:pt x="112888" y="4516"/>
                  </a:cubicBezTo>
                  <a:cubicBezTo>
                    <a:pt x="125575" y="4516"/>
                    <a:pt x="127790" y="15448"/>
                    <a:pt x="127790" y="26987"/>
                  </a:cubicBezTo>
                  <a:lnTo>
                    <a:pt x="127790" y="74156"/>
                  </a:lnTo>
                  <a:cubicBezTo>
                    <a:pt x="127790" y="83266"/>
                    <a:pt x="125575" y="83266"/>
                    <a:pt x="112083" y="83266"/>
                  </a:cubicBezTo>
                  <a:lnTo>
                    <a:pt x="112083" y="89542"/>
                  </a:lnTo>
                  <a:cubicBezTo>
                    <a:pt x="119131" y="89339"/>
                    <a:pt x="129401" y="88934"/>
                    <a:pt x="134838" y="88934"/>
                  </a:cubicBezTo>
                  <a:cubicBezTo>
                    <a:pt x="140074" y="88934"/>
                    <a:pt x="150546" y="89339"/>
                    <a:pt x="157392" y="89542"/>
                  </a:cubicBezTo>
                  <a:lnTo>
                    <a:pt x="157392" y="83266"/>
                  </a:lnTo>
                  <a:cubicBezTo>
                    <a:pt x="146921" y="83266"/>
                    <a:pt x="141886" y="83266"/>
                    <a:pt x="141685" y="77193"/>
                  </a:cubicBezTo>
                  <a:lnTo>
                    <a:pt x="141685" y="38527"/>
                  </a:lnTo>
                  <a:cubicBezTo>
                    <a:pt x="141685" y="21117"/>
                    <a:pt x="141685" y="14841"/>
                    <a:pt x="135442" y="7553"/>
                  </a:cubicBezTo>
                  <a:cubicBezTo>
                    <a:pt x="132623" y="4112"/>
                    <a:pt x="125978" y="63"/>
                    <a:pt x="114298" y="63"/>
                  </a:cubicBezTo>
                  <a:cubicBezTo>
                    <a:pt x="97382" y="63"/>
                    <a:pt x="88522" y="12209"/>
                    <a:pt x="85099" y="19902"/>
                  </a:cubicBezTo>
                  <a:cubicBezTo>
                    <a:pt x="82279" y="2290"/>
                    <a:pt x="67377" y="63"/>
                    <a:pt x="58316" y="63"/>
                  </a:cubicBezTo>
                  <a:cubicBezTo>
                    <a:pt x="43615" y="63"/>
                    <a:pt x="34151" y="8768"/>
                    <a:pt x="28512" y="21319"/>
                  </a:cubicBezTo>
                  <a:lnTo>
                    <a:pt x="28512" y="63"/>
                  </a:lnTo>
                  <a:lnTo>
                    <a:pt x="118" y="2290"/>
                  </a:lnTo>
                  <a:lnTo>
                    <a:pt x="118" y="8565"/>
                  </a:lnTo>
                  <a:cubicBezTo>
                    <a:pt x="14214" y="8565"/>
                    <a:pt x="15825" y="9982"/>
                    <a:pt x="15825" y="1990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7" name="Freeform 716">
              <a:extLst>
                <a:ext uri="{FF2B5EF4-FFF2-40B4-BE49-F238E27FC236}">
                  <a16:creationId xmlns:a16="http://schemas.microsoft.com/office/drawing/2014/main" id="{473A7C57-39FA-FD73-8657-FDA8D8EDAE8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830667" y="3584983"/>
              <a:ext cx="90820" cy="92920"/>
            </a:xfrm>
            <a:custGeom>
              <a:avLst/>
              <a:gdLst>
                <a:gd name="connsiteX0" fmla="*/ 58727 w 90820"/>
                <a:gd name="connsiteY0" fmla="*/ 75371 h 92920"/>
                <a:gd name="connsiteX1" fmla="*/ 74434 w 90820"/>
                <a:gd name="connsiteY1" fmla="*/ 91971 h 92920"/>
                <a:gd name="connsiteX2" fmla="*/ 90947 w 90820"/>
                <a:gd name="connsiteY2" fmla="*/ 72739 h 92920"/>
                <a:gd name="connsiteX3" fmla="*/ 90947 w 90820"/>
                <a:gd name="connsiteY3" fmla="*/ 61402 h 92920"/>
                <a:gd name="connsiteX4" fmla="*/ 85912 w 90820"/>
                <a:gd name="connsiteY4" fmla="*/ 61402 h 92920"/>
                <a:gd name="connsiteX5" fmla="*/ 85912 w 90820"/>
                <a:gd name="connsiteY5" fmla="*/ 72739 h 92920"/>
                <a:gd name="connsiteX6" fmla="*/ 78663 w 90820"/>
                <a:gd name="connsiteY6" fmla="*/ 85695 h 92920"/>
                <a:gd name="connsiteX7" fmla="*/ 71212 w 90820"/>
                <a:gd name="connsiteY7" fmla="*/ 75573 h 92920"/>
                <a:gd name="connsiteX8" fmla="*/ 71212 w 90820"/>
                <a:gd name="connsiteY8" fmla="*/ 35085 h 92920"/>
                <a:gd name="connsiteX9" fmla="*/ 63962 w 90820"/>
                <a:gd name="connsiteY9" fmla="*/ 11197 h 92920"/>
                <a:gd name="connsiteX10" fmla="*/ 36374 w 90820"/>
                <a:gd name="connsiteY10" fmla="*/ 63 h 92920"/>
                <a:gd name="connsiteX11" fmla="*/ 5966 w 90820"/>
                <a:gd name="connsiteY11" fmla="*/ 22939 h 92920"/>
                <a:gd name="connsiteX12" fmla="*/ 15230 w 90820"/>
                <a:gd name="connsiteY12" fmla="*/ 32453 h 92920"/>
                <a:gd name="connsiteX13" fmla="*/ 24493 w 90820"/>
                <a:gd name="connsiteY13" fmla="*/ 23141 h 92920"/>
                <a:gd name="connsiteX14" fmla="*/ 14223 w 90820"/>
                <a:gd name="connsiteY14" fmla="*/ 13829 h 92920"/>
                <a:gd name="connsiteX15" fmla="*/ 35971 w 90820"/>
                <a:gd name="connsiteY15" fmla="*/ 4516 h 92920"/>
                <a:gd name="connsiteX16" fmla="*/ 57317 w 90820"/>
                <a:gd name="connsiteY16" fmla="*/ 30429 h 92920"/>
                <a:gd name="connsiteX17" fmla="*/ 57317 w 90820"/>
                <a:gd name="connsiteY17" fmla="*/ 37919 h 92920"/>
                <a:gd name="connsiteX18" fmla="*/ 20264 w 90820"/>
                <a:gd name="connsiteY18" fmla="*/ 45207 h 92920"/>
                <a:gd name="connsiteX19" fmla="*/ 126 w 90820"/>
                <a:gd name="connsiteY19" fmla="*/ 71524 h 92920"/>
                <a:gd name="connsiteX20" fmla="*/ 32346 w 90820"/>
                <a:gd name="connsiteY20" fmla="*/ 92983 h 92920"/>
                <a:gd name="connsiteX21" fmla="*/ 58727 w 90820"/>
                <a:gd name="connsiteY21" fmla="*/ 75371 h 92920"/>
                <a:gd name="connsiteX22" fmla="*/ 57317 w 90820"/>
                <a:gd name="connsiteY22" fmla="*/ 42170 h 92920"/>
                <a:gd name="connsiteX23" fmla="*/ 57317 w 90820"/>
                <a:gd name="connsiteY23" fmla="*/ 62415 h 92920"/>
                <a:gd name="connsiteX24" fmla="*/ 33756 w 90820"/>
                <a:gd name="connsiteY24" fmla="*/ 88529 h 92920"/>
                <a:gd name="connsiteX25" fmla="*/ 15632 w 90820"/>
                <a:gd name="connsiteY25" fmla="*/ 71322 h 92920"/>
                <a:gd name="connsiteX26" fmla="*/ 57317 w 90820"/>
                <a:gd name="connsiteY26" fmla="*/ 4217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27" y="75371"/>
                  </a:moveTo>
                  <a:cubicBezTo>
                    <a:pt x="59532" y="83468"/>
                    <a:pt x="64969" y="91971"/>
                    <a:pt x="74434" y="91971"/>
                  </a:cubicBezTo>
                  <a:cubicBezTo>
                    <a:pt x="78663" y="91971"/>
                    <a:pt x="90947" y="89137"/>
                    <a:pt x="90947" y="72739"/>
                  </a:cubicBezTo>
                  <a:lnTo>
                    <a:pt x="90947" y="61402"/>
                  </a:lnTo>
                  <a:lnTo>
                    <a:pt x="85912" y="61402"/>
                  </a:lnTo>
                  <a:lnTo>
                    <a:pt x="85912" y="72739"/>
                  </a:lnTo>
                  <a:cubicBezTo>
                    <a:pt x="85912" y="84481"/>
                    <a:pt x="80878" y="85695"/>
                    <a:pt x="78663" y="85695"/>
                  </a:cubicBezTo>
                  <a:cubicBezTo>
                    <a:pt x="72017" y="85695"/>
                    <a:pt x="71212" y="76585"/>
                    <a:pt x="71212" y="75573"/>
                  </a:cubicBezTo>
                  <a:lnTo>
                    <a:pt x="71212" y="35085"/>
                  </a:lnTo>
                  <a:cubicBezTo>
                    <a:pt x="71212" y="26583"/>
                    <a:pt x="71212" y="18687"/>
                    <a:pt x="63962" y="11197"/>
                  </a:cubicBezTo>
                  <a:cubicBezTo>
                    <a:pt x="56109" y="3302"/>
                    <a:pt x="46040" y="63"/>
                    <a:pt x="36374" y="63"/>
                  </a:cubicBezTo>
                  <a:cubicBezTo>
                    <a:pt x="19861" y="63"/>
                    <a:pt x="5966" y="9577"/>
                    <a:pt x="5966" y="22939"/>
                  </a:cubicBezTo>
                  <a:cubicBezTo>
                    <a:pt x="5966" y="29012"/>
                    <a:pt x="9994" y="32453"/>
                    <a:pt x="15230" y="32453"/>
                  </a:cubicBezTo>
                  <a:cubicBezTo>
                    <a:pt x="20868" y="32453"/>
                    <a:pt x="24493" y="28404"/>
                    <a:pt x="24493" y="23141"/>
                  </a:cubicBezTo>
                  <a:cubicBezTo>
                    <a:pt x="24493" y="20712"/>
                    <a:pt x="23486" y="14031"/>
                    <a:pt x="14223" y="13829"/>
                  </a:cubicBezTo>
                  <a:cubicBezTo>
                    <a:pt x="19660" y="6743"/>
                    <a:pt x="29527" y="4516"/>
                    <a:pt x="35971" y="4516"/>
                  </a:cubicBezTo>
                  <a:cubicBezTo>
                    <a:pt x="45839" y="4516"/>
                    <a:pt x="57317" y="12412"/>
                    <a:pt x="57317" y="30429"/>
                  </a:cubicBezTo>
                  <a:lnTo>
                    <a:pt x="57317" y="37919"/>
                  </a:lnTo>
                  <a:cubicBezTo>
                    <a:pt x="47047" y="38527"/>
                    <a:pt x="32951" y="39134"/>
                    <a:pt x="20264" y="45207"/>
                  </a:cubicBezTo>
                  <a:cubicBezTo>
                    <a:pt x="5161" y="52090"/>
                    <a:pt x="126" y="62617"/>
                    <a:pt x="126" y="71524"/>
                  </a:cubicBezTo>
                  <a:cubicBezTo>
                    <a:pt x="126" y="87922"/>
                    <a:pt x="19660" y="92983"/>
                    <a:pt x="32346" y="92983"/>
                  </a:cubicBezTo>
                  <a:cubicBezTo>
                    <a:pt x="45637" y="92983"/>
                    <a:pt x="54901" y="84885"/>
                    <a:pt x="58727" y="75371"/>
                  </a:cubicBezTo>
                  <a:close/>
                  <a:moveTo>
                    <a:pt x="57317" y="42170"/>
                  </a:moveTo>
                  <a:lnTo>
                    <a:pt x="57317" y="62415"/>
                  </a:lnTo>
                  <a:cubicBezTo>
                    <a:pt x="57317" y="81646"/>
                    <a:pt x="42818" y="88529"/>
                    <a:pt x="33756" y="88529"/>
                  </a:cubicBezTo>
                  <a:cubicBezTo>
                    <a:pt x="23889" y="88529"/>
                    <a:pt x="15632" y="81444"/>
                    <a:pt x="15632" y="71322"/>
                  </a:cubicBezTo>
                  <a:cubicBezTo>
                    <a:pt x="15632" y="60188"/>
                    <a:pt x="24090" y="43385"/>
                    <a:pt x="57317" y="4217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8" name="Freeform 717">
              <a:extLst>
                <a:ext uri="{FF2B5EF4-FFF2-40B4-BE49-F238E27FC236}">
                  <a16:creationId xmlns:a16="http://schemas.microsoft.com/office/drawing/2014/main" id="{6A1225CE-B708-6C05-3D00-E3ACED74823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926724" y="3551176"/>
              <a:ext cx="63030" cy="126727"/>
            </a:xfrm>
            <a:custGeom>
              <a:avLst/>
              <a:gdLst>
                <a:gd name="connsiteX0" fmla="*/ 31143 w 63030"/>
                <a:gd name="connsiteY0" fmla="*/ 43588 h 126727"/>
                <a:gd name="connsiteX1" fmla="*/ 59940 w 63030"/>
                <a:gd name="connsiteY1" fmla="*/ 43588 h 126727"/>
                <a:gd name="connsiteX2" fmla="*/ 59940 w 63030"/>
                <a:gd name="connsiteY2" fmla="*/ 37312 h 126727"/>
                <a:gd name="connsiteX3" fmla="*/ 31143 w 63030"/>
                <a:gd name="connsiteY3" fmla="*/ 37312 h 126727"/>
                <a:gd name="connsiteX4" fmla="*/ 31143 w 63030"/>
                <a:gd name="connsiteY4" fmla="*/ 63 h 126727"/>
                <a:gd name="connsiteX5" fmla="*/ 26109 w 63030"/>
                <a:gd name="connsiteY5" fmla="*/ 63 h 126727"/>
                <a:gd name="connsiteX6" fmla="*/ 131 w 63030"/>
                <a:gd name="connsiteY6" fmla="*/ 39134 h 126727"/>
                <a:gd name="connsiteX7" fmla="*/ 131 w 63030"/>
                <a:gd name="connsiteY7" fmla="*/ 43588 h 126727"/>
                <a:gd name="connsiteX8" fmla="*/ 17248 w 63030"/>
                <a:gd name="connsiteY8" fmla="*/ 43588 h 126727"/>
                <a:gd name="connsiteX9" fmla="*/ 17248 w 63030"/>
                <a:gd name="connsiteY9" fmla="*/ 99461 h 126727"/>
                <a:gd name="connsiteX10" fmla="*/ 43226 w 63030"/>
                <a:gd name="connsiteY10" fmla="*/ 126791 h 126727"/>
                <a:gd name="connsiteX11" fmla="*/ 63162 w 63030"/>
                <a:gd name="connsiteY11" fmla="*/ 99461 h 126727"/>
                <a:gd name="connsiteX12" fmla="*/ 63162 w 63030"/>
                <a:gd name="connsiteY12" fmla="*/ 87922 h 126727"/>
                <a:gd name="connsiteX13" fmla="*/ 58128 w 63030"/>
                <a:gd name="connsiteY13" fmla="*/ 87922 h 126727"/>
                <a:gd name="connsiteX14" fmla="*/ 58128 w 63030"/>
                <a:gd name="connsiteY14" fmla="*/ 99056 h 126727"/>
                <a:gd name="connsiteX15" fmla="*/ 44635 w 63030"/>
                <a:gd name="connsiteY15" fmla="*/ 121730 h 126727"/>
                <a:gd name="connsiteX16" fmla="*/ 31143 w 63030"/>
                <a:gd name="connsiteY16" fmla="*/ 99866 h 126727"/>
                <a:gd name="connsiteX17" fmla="*/ 31143 w 63030"/>
                <a:gd name="connsiteY17" fmla="*/ 43588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43" y="43588"/>
                  </a:moveTo>
                  <a:lnTo>
                    <a:pt x="59940" y="43588"/>
                  </a:lnTo>
                  <a:lnTo>
                    <a:pt x="59940" y="37312"/>
                  </a:lnTo>
                  <a:lnTo>
                    <a:pt x="31143" y="37312"/>
                  </a:lnTo>
                  <a:lnTo>
                    <a:pt x="31143" y="63"/>
                  </a:lnTo>
                  <a:lnTo>
                    <a:pt x="26109" y="63"/>
                  </a:lnTo>
                  <a:cubicBezTo>
                    <a:pt x="25907" y="16663"/>
                    <a:pt x="19866" y="38324"/>
                    <a:pt x="131" y="39134"/>
                  </a:cubicBezTo>
                  <a:lnTo>
                    <a:pt x="131" y="43588"/>
                  </a:lnTo>
                  <a:lnTo>
                    <a:pt x="17248" y="43588"/>
                  </a:lnTo>
                  <a:lnTo>
                    <a:pt x="17248" y="99461"/>
                  </a:lnTo>
                  <a:cubicBezTo>
                    <a:pt x="17248" y="124361"/>
                    <a:pt x="35976" y="126791"/>
                    <a:pt x="43226" y="126791"/>
                  </a:cubicBezTo>
                  <a:cubicBezTo>
                    <a:pt x="57523" y="126791"/>
                    <a:pt x="63162" y="112417"/>
                    <a:pt x="63162" y="99461"/>
                  </a:cubicBezTo>
                  <a:lnTo>
                    <a:pt x="63162" y="87922"/>
                  </a:lnTo>
                  <a:lnTo>
                    <a:pt x="58128" y="87922"/>
                  </a:lnTo>
                  <a:lnTo>
                    <a:pt x="58128" y="99056"/>
                  </a:lnTo>
                  <a:cubicBezTo>
                    <a:pt x="58128" y="114037"/>
                    <a:pt x="52086" y="121730"/>
                    <a:pt x="44635" y="121730"/>
                  </a:cubicBezTo>
                  <a:cubicBezTo>
                    <a:pt x="31143" y="121730"/>
                    <a:pt x="31143" y="103308"/>
                    <a:pt x="31143" y="99866"/>
                  </a:cubicBezTo>
                  <a:lnTo>
                    <a:pt x="31143" y="435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19" name="Freeform 718">
              <a:extLst>
                <a:ext uri="{FF2B5EF4-FFF2-40B4-BE49-F238E27FC236}">
                  <a16:creationId xmlns:a16="http://schemas.microsoft.com/office/drawing/2014/main" id="{87402C22-3558-1255-0ED4-5FCCC101E8D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006849" y="3584983"/>
              <a:ext cx="77932" cy="92920"/>
            </a:xfrm>
            <a:custGeom>
              <a:avLst/>
              <a:gdLst>
                <a:gd name="connsiteX0" fmla="*/ 17051 w 77932"/>
                <a:gd name="connsiteY0" fmla="*/ 39741 h 92920"/>
                <a:gd name="connsiteX1" fmla="*/ 42021 w 77932"/>
                <a:gd name="connsiteY1" fmla="*/ 4516 h 92920"/>
                <a:gd name="connsiteX2" fmla="*/ 64777 w 77932"/>
                <a:gd name="connsiteY2" fmla="*/ 39741 h 92920"/>
                <a:gd name="connsiteX3" fmla="*/ 17051 w 77932"/>
                <a:gd name="connsiteY3" fmla="*/ 39741 h 92920"/>
                <a:gd name="connsiteX4" fmla="*/ 16849 w 77932"/>
                <a:gd name="connsiteY4" fmla="*/ 43992 h 92920"/>
                <a:gd name="connsiteX5" fmla="*/ 73033 w 77932"/>
                <a:gd name="connsiteY5" fmla="*/ 43992 h 92920"/>
                <a:gd name="connsiteX6" fmla="*/ 78068 w 77932"/>
                <a:gd name="connsiteY6" fmla="*/ 39741 h 92920"/>
                <a:gd name="connsiteX7" fmla="*/ 42021 w 77932"/>
                <a:gd name="connsiteY7" fmla="*/ 63 h 92920"/>
                <a:gd name="connsiteX8" fmla="*/ 135 w 77932"/>
                <a:gd name="connsiteY8" fmla="*/ 46219 h 92920"/>
                <a:gd name="connsiteX9" fmla="*/ 44438 w 77932"/>
                <a:gd name="connsiteY9" fmla="*/ 92983 h 92920"/>
                <a:gd name="connsiteX10" fmla="*/ 78068 w 77932"/>
                <a:gd name="connsiteY10" fmla="*/ 66666 h 92920"/>
                <a:gd name="connsiteX11" fmla="*/ 75450 w 77932"/>
                <a:gd name="connsiteY11" fmla="*/ 64237 h 92920"/>
                <a:gd name="connsiteX12" fmla="*/ 72832 w 77932"/>
                <a:gd name="connsiteY12" fmla="*/ 67071 h 92920"/>
                <a:gd name="connsiteX13" fmla="*/ 45646 w 77932"/>
                <a:gd name="connsiteY13" fmla="*/ 87922 h 92920"/>
                <a:gd name="connsiteX14" fmla="*/ 22891 w 77932"/>
                <a:gd name="connsiteY14" fmla="*/ 74359 h 92920"/>
                <a:gd name="connsiteX15" fmla="*/ 16849 w 77932"/>
                <a:gd name="connsiteY15" fmla="*/ 439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51" y="39741"/>
                  </a:moveTo>
                  <a:cubicBezTo>
                    <a:pt x="18259" y="9577"/>
                    <a:pt x="35175" y="4516"/>
                    <a:pt x="42021" y="4516"/>
                  </a:cubicBezTo>
                  <a:cubicBezTo>
                    <a:pt x="62763" y="4516"/>
                    <a:pt x="64777" y="31846"/>
                    <a:pt x="64777" y="39741"/>
                  </a:cubicBezTo>
                  <a:lnTo>
                    <a:pt x="17051" y="39741"/>
                  </a:lnTo>
                  <a:close/>
                  <a:moveTo>
                    <a:pt x="16849" y="43992"/>
                  </a:moveTo>
                  <a:lnTo>
                    <a:pt x="73033" y="43992"/>
                  </a:lnTo>
                  <a:cubicBezTo>
                    <a:pt x="77463" y="43992"/>
                    <a:pt x="78068" y="43992"/>
                    <a:pt x="78068" y="39741"/>
                  </a:cubicBezTo>
                  <a:cubicBezTo>
                    <a:pt x="78068" y="19700"/>
                    <a:pt x="67193" y="63"/>
                    <a:pt x="42021" y="63"/>
                  </a:cubicBezTo>
                  <a:cubicBezTo>
                    <a:pt x="18662" y="63"/>
                    <a:pt x="135" y="20914"/>
                    <a:pt x="135" y="46219"/>
                  </a:cubicBezTo>
                  <a:cubicBezTo>
                    <a:pt x="135" y="73346"/>
                    <a:pt x="21280" y="92983"/>
                    <a:pt x="44438" y="92983"/>
                  </a:cubicBezTo>
                  <a:cubicBezTo>
                    <a:pt x="69006" y="92983"/>
                    <a:pt x="78068" y="70512"/>
                    <a:pt x="78068" y="66666"/>
                  </a:cubicBezTo>
                  <a:cubicBezTo>
                    <a:pt x="78068" y="64641"/>
                    <a:pt x="76457" y="64237"/>
                    <a:pt x="75450" y="64237"/>
                  </a:cubicBezTo>
                  <a:cubicBezTo>
                    <a:pt x="73637" y="64237"/>
                    <a:pt x="73235" y="65451"/>
                    <a:pt x="72832" y="67071"/>
                  </a:cubicBezTo>
                  <a:cubicBezTo>
                    <a:pt x="65784" y="87922"/>
                    <a:pt x="47660" y="87922"/>
                    <a:pt x="45646" y="87922"/>
                  </a:cubicBezTo>
                  <a:cubicBezTo>
                    <a:pt x="35577" y="87922"/>
                    <a:pt x="27522" y="81849"/>
                    <a:pt x="22891" y="74359"/>
                  </a:cubicBezTo>
                  <a:cubicBezTo>
                    <a:pt x="16849" y="64641"/>
                    <a:pt x="16849" y="51280"/>
                    <a:pt x="16849" y="439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0" name="Freeform 719">
              <a:extLst>
                <a:ext uri="{FF2B5EF4-FFF2-40B4-BE49-F238E27FC236}">
                  <a16:creationId xmlns:a16="http://schemas.microsoft.com/office/drawing/2014/main" id="{CBE6CDFB-30B1-1B16-C907-64302F93DC4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097557" y="3535183"/>
              <a:ext cx="99278" cy="142720"/>
            </a:xfrm>
            <a:custGeom>
              <a:avLst/>
              <a:gdLst>
                <a:gd name="connsiteX0" fmla="*/ 69816 w 99278"/>
                <a:gd name="connsiteY0" fmla="*/ 129422 h 142720"/>
                <a:gd name="connsiteX1" fmla="*/ 69816 w 99278"/>
                <a:gd name="connsiteY1" fmla="*/ 142784 h 142720"/>
                <a:gd name="connsiteX2" fmla="*/ 99418 w 99278"/>
                <a:gd name="connsiteY2" fmla="*/ 140557 h 142720"/>
                <a:gd name="connsiteX3" fmla="*/ 99418 w 99278"/>
                <a:gd name="connsiteY3" fmla="*/ 134281 h 142720"/>
                <a:gd name="connsiteX4" fmla="*/ 83710 w 99278"/>
                <a:gd name="connsiteY4" fmla="*/ 122944 h 142720"/>
                <a:gd name="connsiteX5" fmla="*/ 83710 w 99278"/>
                <a:gd name="connsiteY5" fmla="*/ 63 h 142720"/>
                <a:gd name="connsiteX6" fmla="*/ 54712 w 99278"/>
                <a:gd name="connsiteY6" fmla="*/ 2290 h 142720"/>
                <a:gd name="connsiteX7" fmla="*/ 54712 w 99278"/>
                <a:gd name="connsiteY7" fmla="*/ 8565 h 142720"/>
                <a:gd name="connsiteX8" fmla="*/ 70420 w 99278"/>
                <a:gd name="connsiteY8" fmla="*/ 19902 h 142720"/>
                <a:gd name="connsiteX9" fmla="*/ 70420 w 99278"/>
                <a:gd name="connsiteY9" fmla="*/ 63629 h 142720"/>
                <a:gd name="connsiteX10" fmla="*/ 45046 w 99278"/>
                <a:gd name="connsiteY10" fmla="*/ 51078 h 142720"/>
                <a:gd name="connsiteX11" fmla="*/ 140 w 99278"/>
                <a:gd name="connsiteY11" fmla="*/ 97032 h 142720"/>
                <a:gd name="connsiteX12" fmla="*/ 42831 w 99278"/>
                <a:gd name="connsiteY12" fmla="*/ 142784 h 142720"/>
                <a:gd name="connsiteX13" fmla="*/ 69816 w 99278"/>
                <a:gd name="connsiteY13" fmla="*/ 129422 h 142720"/>
                <a:gd name="connsiteX14" fmla="*/ 69816 w 99278"/>
                <a:gd name="connsiteY14" fmla="*/ 75168 h 142720"/>
                <a:gd name="connsiteX15" fmla="*/ 69816 w 99278"/>
                <a:gd name="connsiteY15" fmla="*/ 116669 h 142720"/>
                <a:gd name="connsiteX16" fmla="*/ 67600 w 99278"/>
                <a:gd name="connsiteY16" fmla="*/ 124159 h 142720"/>
                <a:gd name="connsiteX17" fmla="*/ 43838 w 99278"/>
                <a:gd name="connsiteY17" fmla="*/ 138330 h 142720"/>
                <a:gd name="connsiteX18" fmla="*/ 22694 w 99278"/>
                <a:gd name="connsiteY18" fmla="*/ 125374 h 142720"/>
                <a:gd name="connsiteX19" fmla="*/ 16854 w 99278"/>
                <a:gd name="connsiteY19" fmla="*/ 97234 h 142720"/>
                <a:gd name="connsiteX20" fmla="*/ 23096 w 99278"/>
                <a:gd name="connsiteY20" fmla="*/ 68488 h 142720"/>
                <a:gd name="connsiteX21" fmla="*/ 45852 w 99278"/>
                <a:gd name="connsiteY21" fmla="*/ 55532 h 142720"/>
                <a:gd name="connsiteX22" fmla="*/ 67600 w 99278"/>
                <a:gd name="connsiteY22" fmla="*/ 67678 h 142720"/>
                <a:gd name="connsiteX23" fmla="*/ 69816 w 99278"/>
                <a:gd name="connsiteY23" fmla="*/ 75168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278" h="142720">
                  <a:moveTo>
                    <a:pt x="69816" y="129422"/>
                  </a:moveTo>
                  <a:lnTo>
                    <a:pt x="69816" y="142784"/>
                  </a:lnTo>
                  <a:lnTo>
                    <a:pt x="99418" y="140557"/>
                  </a:lnTo>
                  <a:lnTo>
                    <a:pt x="99418" y="134281"/>
                  </a:lnTo>
                  <a:cubicBezTo>
                    <a:pt x="85321" y="134281"/>
                    <a:pt x="83710" y="132864"/>
                    <a:pt x="83710" y="122944"/>
                  </a:cubicBezTo>
                  <a:lnTo>
                    <a:pt x="83710" y="63"/>
                  </a:lnTo>
                  <a:lnTo>
                    <a:pt x="54712" y="2290"/>
                  </a:lnTo>
                  <a:lnTo>
                    <a:pt x="54712" y="8565"/>
                  </a:lnTo>
                  <a:cubicBezTo>
                    <a:pt x="68809" y="8565"/>
                    <a:pt x="70420" y="9982"/>
                    <a:pt x="70420" y="19902"/>
                  </a:cubicBezTo>
                  <a:lnTo>
                    <a:pt x="70420" y="63629"/>
                  </a:lnTo>
                  <a:cubicBezTo>
                    <a:pt x="64580" y="56341"/>
                    <a:pt x="55921" y="51078"/>
                    <a:pt x="45046" y="51078"/>
                  </a:cubicBezTo>
                  <a:cubicBezTo>
                    <a:pt x="21284" y="51078"/>
                    <a:pt x="140" y="70917"/>
                    <a:pt x="140" y="97032"/>
                  </a:cubicBezTo>
                  <a:cubicBezTo>
                    <a:pt x="140" y="122742"/>
                    <a:pt x="19874" y="142784"/>
                    <a:pt x="42831" y="142784"/>
                  </a:cubicBezTo>
                  <a:cubicBezTo>
                    <a:pt x="55719" y="142784"/>
                    <a:pt x="64781" y="135901"/>
                    <a:pt x="69816" y="129422"/>
                  </a:cubicBezTo>
                  <a:close/>
                  <a:moveTo>
                    <a:pt x="69816" y="75168"/>
                  </a:moveTo>
                  <a:lnTo>
                    <a:pt x="69816" y="116669"/>
                  </a:lnTo>
                  <a:cubicBezTo>
                    <a:pt x="69816" y="120313"/>
                    <a:pt x="69816" y="120718"/>
                    <a:pt x="67600" y="124159"/>
                  </a:cubicBezTo>
                  <a:cubicBezTo>
                    <a:pt x="61559" y="133876"/>
                    <a:pt x="52497" y="138330"/>
                    <a:pt x="43838" y="138330"/>
                  </a:cubicBezTo>
                  <a:cubicBezTo>
                    <a:pt x="34776" y="138330"/>
                    <a:pt x="27527" y="133066"/>
                    <a:pt x="22694" y="125374"/>
                  </a:cubicBezTo>
                  <a:cubicBezTo>
                    <a:pt x="17458" y="117074"/>
                    <a:pt x="16854" y="105534"/>
                    <a:pt x="16854" y="97234"/>
                  </a:cubicBezTo>
                  <a:cubicBezTo>
                    <a:pt x="16854" y="89744"/>
                    <a:pt x="17257" y="77598"/>
                    <a:pt x="23096" y="68488"/>
                  </a:cubicBezTo>
                  <a:cubicBezTo>
                    <a:pt x="27325" y="62212"/>
                    <a:pt x="34978" y="55532"/>
                    <a:pt x="45852" y="55532"/>
                  </a:cubicBezTo>
                  <a:cubicBezTo>
                    <a:pt x="52900" y="55532"/>
                    <a:pt x="61358" y="58568"/>
                    <a:pt x="67600" y="67678"/>
                  </a:cubicBezTo>
                  <a:cubicBezTo>
                    <a:pt x="69816" y="71119"/>
                    <a:pt x="69816" y="71524"/>
                    <a:pt x="69816" y="7516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1" name="Freeform 720">
              <a:extLst>
                <a:ext uri="{FF2B5EF4-FFF2-40B4-BE49-F238E27FC236}">
                  <a16:creationId xmlns:a16="http://schemas.microsoft.com/office/drawing/2014/main" id="{6B5F4E69-F8C5-82A4-C783-E88ED860141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273336" y="3588425"/>
              <a:ext cx="137942" cy="89478"/>
            </a:xfrm>
            <a:custGeom>
              <a:avLst/>
              <a:gdLst>
                <a:gd name="connsiteX0" fmla="*/ 121175 w 137942"/>
                <a:gd name="connsiteY0" fmla="*/ 19295 h 89478"/>
                <a:gd name="connsiteX1" fmla="*/ 138091 w 137942"/>
                <a:gd name="connsiteY1" fmla="*/ 6338 h 89478"/>
                <a:gd name="connsiteX2" fmla="*/ 138091 w 137942"/>
                <a:gd name="connsiteY2" fmla="*/ 63 h 89478"/>
                <a:gd name="connsiteX3" fmla="*/ 123390 w 137942"/>
                <a:gd name="connsiteY3" fmla="*/ 670 h 89478"/>
                <a:gd name="connsiteX4" fmla="*/ 104662 w 137942"/>
                <a:gd name="connsiteY4" fmla="*/ 63 h 89478"/>
                <a:gd name="connsiteX5" fmla="*/ 104662 w 137942"/>
                <a:gd name="connsiteY5" fmla="*/ 6338 h 89478"/>
                <a:gd name="connsiteX6" fmla="*/ 116342 w 137942"/>
                <a:gd name="connsiteY6" fmla="*/ 16056 h 89478"/>
                <a:gd name="connsiteX7" fmla="*/ 115335 w 137942"/>
                <a:gd name="connsiteY7" fmla="*/ 20307 h 89478"/>
                <a:gd name="connsiteX8" fmla="*/ 97010 w 137942"/>
                <a:gd name="connsiteY8" fmla="*/ 72132 h 89478"/>
                <a:gd name="connsiteX9" fmla="*/ 77074 w 137942"/>
                <a:gd name="connsiteY9" fmla="*/ 15651 h 89478"/>
                <a:gd name="connsiteX10" fmla="*/ 76067 w 137942"/>
                <a:gd name="connsiteY10" fmla="*/ 11804 h 89478"/>
                <a:gd name="connsiteX11" fmla="*/ 87948 w 137942"/>
                <a:gd name="connsiteY11" fmla="*/ 6338 h 89478"/>
                <a:gd name="connsiteX12" fmla="*/ 87948 w 137942"/>
                <a:gd name="connsiteY12" fmla="*/ 63 h 89478"/>
                <a:gd name="connsiteX13" fmla="*/ 67005 w 137942"/>
                <a:gd name="connsiteY13" fmla="*/ 670 h 89478"/>
                <a:gd name="connsiteX14" fmla="*/ 49083 w 137942"/>
                <a:gd name="connsiteY14" fmla="*/ 63 h 89478"/>
                <a:gd name="connsiteX15" fmla="*/ 49083 w 137942"/>
                <a:gd name="connsiteY15" fmla="*/ 6338 h 89478"/>
                <a:gd name="connsiteX16" fmla="*/ 61769 w 137942"/>
                <a:gd name="connsiteY16" fmla="*/ 9375 h 89478"/>
                <a:gd name="connsiteX17" fmla="*/ 66401 w 137942"/>
                <a:gd name="connsiteY17" fmla="*/ 20509 h 89478"/>
                <a:gd name="connsiteX18" fmla="*/ 49083 w 137942"/>
                <a:gd name="connsiteY18" fmla="*/ 69500 h 89478"/>
                <a:gd name="connsiteX19" fmla="*/ 29952 w 137942"/>
                <a:gd name="connsiteY19" fmla="*/ 15448 h 89478"/>
                <a:gd name="connsiteX20" fmla="*/ 28945 w 137942"/>
                <a:gd name="connsiteY20" fmla="*/ 11804 h 89478"/>
                <a:gd name="connsiteX21" fmla="*/ 40826 w 137942"/>
                <a:gd name="connsiteY21" fmla="*/ 6338 h 89478"/>
                <a:gd name="connsiteX22" fmla="*/ 40826 w 137942"/>
                <a:gd name="connsiteY22" fmla="*/ 63 h 89478"/>
                <a:gd name="connsiteX23" fmla="*/ 18876 w 137942"/>
                <a:gd name="connsiteY23" fmla="*/ 670 h 89478"/>
                <a:gd name="connsiteX24" fmla="*/ 149 w 137942"/>
                <a:gd name="connsiteY24" fmla="*/ 63 h 89478"/>
                <a:gd name="connsiteX25" fmla="*/ 149 w 137942"/>
                <a:gd name="connsiteY25" fmla="*/ 6338 h 89478"/>
                <a:gd name="connsiteX26" fmla="*/ 15050 w 137942"/>
                <a:gd name="connsiteY26" fmla="*/ 13424 h 89478"/>
                <a:gd name="connsiteX27" fmla="*/ 40424 w 137942"/>
                <a:gd name="connsiteY27" fmla="*/ 85088 h 89478"/>
                <a:gd name="connsiteX28" fmla="*/ 44652 w 137942"/>
                <a:gd name="connsiteY28" fmla="*/ 89542 h 89478"/>
                <a:gd name="connsiteX29" fmla="*/ 48680 w 137942"/>
                <a:gd name="connsiteY29" fmla="*/ 85493 h 89478"/>
                <a:gd name="connsiteX30" fmla="*/ 69019 w 137942"/>
                <a:gd name="connsiteY30" fmla="*/ 28202 h 89478"/>
                <a:gd name="connsiteX31" fmla="*/ 89559 w 137942"/>
                <a:gd name="connsiteY31" fmla="*/ 85695 h 89478"/>
                <a:gd name="connsiteX32" fmla="*/ 93587 w 137942"/>
                <a:gd name="connsiteY32" fmla="*/ 89542 h 89478"/>
                <a:gd name="connsiteX33" fmla="*/ 97614 w 137942"/>
                <a:gd name="connsiteY33" fmla="*/ 85695 h 89478"/>
                <a:gd name="connsiteX34" fmla="*/ 121175 w 137942"/>
                <a:gd name="connsiteY34" fmla="*/ 19295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37942" h="89478">
                  <a:moveTo>
                    <a:pt x="121175" y="19295"/>
                  </a:moveTo>
                  <a:cubicBezTo>
                    <a:pt x="124800" y="9173"/>
                    <a:pt x="131043" y="6541"/>
                    <a:pt x="138091" y="6338"/>
                  </a:cubicBezTo>
                  <a:lnTo>
                    <a:pt x="138091" y="63"/>
                  </a:lnTo>
                  <a:cubicBezTo>
                    <a:pt x="133660" y="468"/>
                    <a:pt x="127821" y="670"/>
                    <a:pt x="123390" y="670"/>
                  </a:cubicBezTo>
                  <a:cubicBezTo>
                    <a:pt x="117550" y="670"/>
                    <a:pt x="108488" y="265"/>
                    <a:pt x="104662" y="63"/>
                  </a:cubicBezTo>
                  <a:lnTo>
                    <a:pt x="104662" y="6338"/>
                  </a:lnTo>
                  <a:cubicBezTo>
                    <a:pt x="111912" y="6541"/>
                    <a:pt x="116342" y="10185"/>
                    <a:pt x="116342" y="16056"/>
                  </a:cubicBezTo>
                  <a:cubicBezTo>
                    <a:pt x="116342" y="17270"/>
                    <a:pt x="116342" y="17675"/>
                    <a:pt x="115335" y="20307"/>
                  </a:cubicBezTo>
                  <a:lnTo>
                    <a:pt x="97010" y="72132"/>
                  </a:lnTo>
                  <a:lnTo>
                    <a:pt x="77074" y="15651"/>
                  </a:lnTo>
                  <a:cubicBezTo>
                    <a:pt x="76268" y="13221"/>
                    <a:pt x="76067" y="12817"/>
                    <a:pt x="76067" y="11804"/>
                  </a:cubicBezTo>
                  <a:cubicBezTo>
                    <a:pt x="76067" y="6338"/>
                    <a:pt x="83921" y="6338"/>
                    <a:pt x="87948" y="6338"/>
                  </a:cubicBezTo>
                  <a:lnTo>
                    <a:pt x="87948" y="63"/>
                  </a:lnTo>
                  <a:cubicBezTo>
                    <a:pt x="82108" y="265"/>
                    <a:pt x="71838" y="670"/>
                    <a:pt x="67005" y="670"/>
                  </a:cubicBezTo>
                  <a:cubicBezTo>
                    <a:pt x="60964" y="670"/>
                    <a:pt x="55124" y="468"/>
                    <a:pt x="49083" y="63"/>
                  </a:cubicBezTo>
                  <a:lnTo>
                    <a:pt x="49083" y="6338"/>
                  </a:lnTo>
                  <a:cubicBezTo>
                    <a:pt x="56534" y="6338"/>
                    <a:pt x="59756" y="6743"/>
                    <a:pt x="61769" y="9375"/>
                  </a:cubicBezTo>
                  <a:cubicBezTo>
                    <a:pt x="62776" y="10590"/>
                    <a:pt x="64991" y="16663"/>
                    <a:pt x="66401" y="20509"/>
                  </a:cubicBezTo>
                  <a:lnTo>
                    <a:pt x="49083" y="69500"/>
                  </a:lnTo>
                  <a:lnTo>
                    <a:pt x="29952" y="15448"/>
                  </a:lnTo>
                  <a:cubicBezTo>
                    <a:pt x="28945" y="13019"/>
                    <a:pt x="28945" y="12614"/>
                    <a:pt x="28945" y="11804"/>
                  </a:cubicBezTo>
                  <a:cubicBezTo>
                    <a:pt x="28945" y="6338"/>
                    <a:pt x="36799" y="6338"/>
                    <a:pt x="40826" y="6338"/>
                  </a:cubicBezTo>
                  <a:lnTo>
                    <a:pt x="40826" y="63"/>
                  </a:lnTo>
                  <a:cubicBezTo>
                    <a:pt x="34785" y="265"/>
                    <a:pt x="23508" y="670"/>
                    <a:pt x="18876" y="670"/>
                  </a:cubicBezTo>
                  <a:cubicBezTo>
                    <a:pt x="18071" y="670"/>
                    <a:pt x="7398" y="468"/>
                    <a:pt x="149" y="63"/>
                  </a:cubicBezTo>
                  <a:lnTo>
                    <a:pt x="149" y="6338"/>
                  </a:lnTo>
                  <a:cubicBezTo>
                    <a:pt x="10217" y="6338"/>
                    <a:pt x="12634" y="6946"/>
                    <a:pt x="15050" y="13424"/>
                  </a:cubicBezTo>
                  <a:lnTo>
                    <a:pt x="40424" y="85088"/>
                  </a:lnTo>
                  <a:cubicBezTo>
                    <a:pt x="41430" y="87922"/>
                    <a:pt x="42035" y="89542"/>
                    <a:pt x="44652" y="89542"/>
                  </a:cubicBezTo>
                  <a:cubicBezTo>
                    <a:pt x="47270" y="89542"/>
                    <a:pt x="47673" y="88327"/>
                    <a:pt x="48680" y="85493"/>
                  </a:cubicBezTo>
                  <a:lnTo>
                    <a:pt x="69019" y="28202"/>
                  </a:lnTo>
                  <a:lnTo>
                    <a:pt x="89559" y="85695"/>
                  </a:lnTo>
                  <a:cubicBezTo>
                    <a:pt x="90365" y="87922"/>
                    <a:pt x="90969" y="89542"/>
                    <a:pt x="93587" y="89542"/>
                  </a:cubicBezTo>
                  <a:cubicBezTo>
                    <a:pt x="96205" y="89542"/>
                    <a:pt x="96809" y="87720"/>
                    <a:pt x="97614" y="85695"/>
                  </a:cubicBezTo>
                  <a:lnTo>
                    <a:pt x="121175" y="1929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2" name="Freeform 721">
              <a:extLst>
                <a:ext uri="{FF2B5EF4-FFF2-40B4-BE49-F238E27FC236}">
                  <a16:creationId xmlns:a16="http://schemas.microsoft.com/office/drawing/2014/main" id="{7F11FB82-CDB5-887E-C305-58743C9A3E2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415194" y="3584983"/>
              <a:ext cx="77932" cy="92920"/>
            </a:xfrm>
            <a:custGeom>
              <a:avLst/>
              <a:gdLst>
                <a:gd name="connsiteX0" fmla="*/ 17071 w 77932"/>
                <a:gd name="connsiteY0" fmla="*/ 39741 h 92920"/>
                <a:gd name="connsiteX1" fmla="*/ 42042 w 77932"/>
                <a:gd name="connsiteY1" fmla="*/ 4516 h 92920"/>
                <a:gd name="connsiteX2" fmla="*/ 64797 w 77932"/>
                <a:gd name="connsiteY2" fmla="*/ 39741 h 92920"/>
                <a:gd name="connsiteX3" fmla="*/ 17071 w 77932"/>
                <a:gd name="connsiteY3" fmla="*/ 39741 h 92920"/>
                <a:gd name="connsiteX4" fmla="*/ 16870 w 77932"/>
                <a:gd name="connsiteY4" fmla="*/ 43992 h 92920"/>
                <a:gd name="connsiteX5" fmla="*/ 73053 w 77932"/>
                <a:gd name="connsiteY5" fmla="*/ 43992 h 92920"/>
                <a:gd name="connsiteX6" fmla="*/ 78088 w 77932"/>
                <a:gd name="connsiteY6" fmla="*/ 39741 h 92920"/>
                <a:gd name="connsiteX7" fmla="*/ 42042 w 77932"/>
                <a:gd name="connsiteY7" fmla="*/ 63 h 92920"/>
                <a:gd name="connsiteX8" fmla="*/ 155 w 77932"/>
                <a:gd name="connsiteY8" fmla="*/ 46219 h 92920"/>
                <a:gd name="connsiteX9" fmla="*/ 44458 w 77932"/>
                <a:gd name="connsiteY9" fmla="*/ 92983 h 92920"/>
                <a:gd name="connsiteX10" fmla="*/ 78088 w 77932"/>
                <a:gd name="connsiteY10" fmla="*/ 66666 h 92920"/>
                <a:gd name="connsiteX11" fmla="*/ 75470 w 77932"/>
                <a:gd name="connsiteY11" fmla="*/ 64237 h 92920"/>
                <a:gd name="connsiteX12" fmla="*/ 72852 w 77932"/>
                <a:gd name="connsiteY12" fmla="*/ 67071 h 92920"/>
                <a:gd name="connsiteX13" fmla="*/ 45666 w 77932"/>
                <a:gd name="connsiteY13" fmla="*/ 87922 h 92920"/>
                <a:gd name="connsiteX14" fmla="*/ 22911 w 77932"/>
                <a:gd name="connsiteY14" fmla="*/ 74359 h 92920"/>
                <a:gd name="connsiteX15" fmla="*/ 16870 w 77932"/>
                <a:gd name="connsiteY15" fmla="*/ 439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71" y="39741"/>
                  </a:moveTo>
                  <a:cubicBezTo>
                    <a:pt x="18279" y="9577"/>
                    <a:pt x="35195" y="4516"/>
                    <a:pt x="42042" y="4516"/>
                  </a:cubicBezTo>
                  <a:cubicBezTo>
                    <a:pt x="62783" y="4516"/>
                    <a:pt x="64797" y="31846"/>
                    <a:pt x="64797" y="39741"/>
                  </a:cubicBezTo>
                  <a:lnTo>
                    <a:pt x="17071" y="39741"/>
                  </a:lnTo>
                  <a:close/>
                  <a:moveTo>
                    <a:pt x="16870" y="43992"/>
                  </a:moveTo>
                  <a:lnTo>
                    <a:pt x="73053" y="43992"/>
                  </a:lnTo>
                  <a:cubicBezTo>
                    <a:pt x="77484" y="43992"/>
                    <a:pt x="78088" y="43992"/>
                    <a:pt x="78088" y="39741"/>
                  </a:cubicBezTo>
                  <a:cubicBezTo>
                    <a:pt x="78088" y="19700"/>
                    <a:pt x="67213" y="63"/>
                    <a:pt x="42042" y="63"/>
                  </a:cubicBezTo>
                  <a:cubicBezTo>
                    <a:pt x="18682" y="63"/>
                    <a:pt x="155" y="20914"/>
                    <a:pt x="155" y="46219"/>
                  </a:cubicBezTo>
                  <a:cubicBezTo>
                    <a:pt x="155" y="73346"/>
                    <a:pt x="21300" y="92983"/>
                    <a:pt x="44458" y="92983"/>
                  </a:cubicBezTo>
                  <a:cubicBezTo>
                    <a:pt x="69026" y="92983"/>
                    <a:pt x="78088" y="70512"/>
                    <a:pt x="78088" y="66666"/>
                  </a:cubicBezTo>
                  <a:cubicBezTo>
                    <a:pt x="78088" y="64641"/>
                    <a:pt x="76477" y="64237"/>
                    <a:pt x="75470" y="64237"/>
                  </a:cubicBezTo>
                  <a:cubicBezTo>
                    <a:pt x="73657" y="64237"/>
                    <a:pt x="73255" y="65451"/>
                    <a:pt x="72852" y="67071"/>
                  </a:cubicBezTo>
                  <a:cubicBezTo>
                    <a:pt x="65804" y="87922"/>
                    <a:pt x="47680" y="87922"/>
                    <a:pt x="45666" y="87922"/>
                  </a:cubicBezTo>
                  <a:cubicBezTo>
                    <a:pt x="35598" y="87922"/>
                    <a:pt x="27543" y="81849"/>
                    <a:pt x="22911" y="74359"/>
                  </a:cubicBezTo>
                  <a:cubicBezTo>
                    <a:pt x="16870" y="64641"/>
                    <a:pt x="16870" y="51280"/>
                    <a:pt x="16870" y="439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3" name="Freeform 722">
              <a:extLst>
                <a:ext uri="{FF2B5EF4-FFF2-40B4-BE49-F238E27FC236}">
                  <a16:creationId xmlns:a16="http://schemas.microsoft.com/office/drawing/2014/main" id="{634B1593-972F-DE53-3020-BD1FD48B120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505701" y="3540244"/>
              <a:ext cx="43094" cy="135432"/>
            </a:xfrm>
            <a:custGeom>
              <a:avLst/>
              <a:gdLst>
                <a:gd name="connsiteX0" fmla="*/ 29158 w 43094"/>
                <a:gd name="connsiteY0" fmla="*/ 46017 h 135432"/>
                <a:gd name="connsiteX1" fmla="*/ 965 w 43094"/>
                <a:gd name="connsiteY1" fmla="*/ 48244 h 135432"/>
                <a:gd name="connsiteX2" fmla="*/ 965 w 43094"/>
                <a:gd name="connsiteY2" fmla="*/ 54519 h 135432"/>
                <a:gd name="connsiteX3" fmla="*/ 15867 w 43094"/>
                <a:gd name="connsiteY3" fmla="*/ 65654 h 135432"/>
                <a:gd name="connsiteX4" fmla="*/ 15867 w 43094"/>
                <a:gd name="connsiteY4" fmla="*/ 120110 h 135432"/>
                <a:gd name="connsiteX5" fmla="*/ 160 w 43094"/>
                <a:gd name="connsiteY5" fmla="*/ 129220 h 135432"/>
                <a:gd name="connsiteX6" fmla="*/ 160 w 43094"/>
                <a:gd name="connsiteY6" fmla="*/ 135496 h 135432"/>
                <a:gd name="connsiteX7" fmla="*/ 22311 w 43094"/>
                <a:gd name="connsiteY7" fmla="*/ 134888 h 135432"/>
                <a:gd name="connsiteX8" fmla="*/ 43254 w 43094"/>
                <a:gd name="connsiteY8" fmla="*/ 135496 h 135432"/>
                <a:gd name="connsiteX9" fmla="*/ 43254 w 43094"/>
                <a:gd name="connsiteY9" fmla="*/ 129220 h 135432"/>
                <a:gd name="connsiteX10" fmla="*/ 29158 w 43094"/>
                <a:gd name="connsiteY10" fmla="*/ 120313 h 135432"/>
                <a:gd name="connsiteX11" fmla="*/ 29158 w 43094"/>
                <a:gd name="connsiteY11" fmla="*/ 46017 h 135432"/>
                <a:gd name="connsiteX12" fmla="*/ 29963 w 43094"/>
                <a:gd name="connsiteY12" fmla="*/ 10792 h 135432"/>
                <a:gd name="connsiteX13" fmla="*/ 19291 w 43094"/>
                <a:gd name="connsiteY13" fmla="*/ 63 h 135432"/>
                <a:gd name="connsiteX14" fmla="*/ 8618 w 43094"/>
                <a:gd name="connsiteY14" fmla="*/ 10792 h 135432"/>
                <a:gd name="connsiteX15" fmla="*/ 19291 w 43094"/>
                <a:gd name="connsiteY15" fmla="*/ 21522 h 135432"/>
                <a:gd name="connsiteX16" fmla="*/ 29963 w 43094"/>
                <a:gd name="connsiteY16" fmla="*/ 1079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58" y="46017"/>
                  </a:moveTo>
                  <a:lnTo>
                    <a:pt x="965" y="48244"/>
                  </a:lnTo>
                  <a:lnTo>
                    <a:pt x="965" y="54519"/>
                  </a:lnTo>
                  <a:cubicBezTo>
                    <a:pt x="14055" y="54519"/>
                    <a:pt x="15867" y="55734"/>
                    <a:pt x="15867" y="65654"/>
                  </a:cubicBezTo>
                  <a:lnTo>
                    <a:pt x="15867" y="120110"/>
                  </a:lnTo>
                  <a:cubicBezTo>
                    <a:pt x="15867" y="129220"/>
                    <a:pt x="13652" y="129220"/>
                    <a:pt x="160" y="129220"/>
                  </a:cubicBezTo>
                  <a:lnTo>
                    <a:pt x="160" y="135496"/>
                  </a:lnTo>
                  <a:cubicBezTo>
                    <a:pt x="6604" y="135293"/>
                    <a:pt x="17478" y="134888"/>
                    <a:pt x="22311" y="134888"/>
                  </a:cubicBezTo>
                  <a:cubicBezTo>
                    <a:pt x="29359" y="134888"/>
                    <a:pt x="36407" y="135293"/>
                    <a:pt x="43254" y="135496"/>
                  </a:cubicBezTo>
                  <a:lnTo>
                    <a:pt x="43254" y="129220"/>
                  </a:lnTo>
                  <a:cubicBezTo>
                    <a:pt x="29963" y="129220"/>
                    <a:pt x="29158" y="128208"/>
                    <a:pt x="29158" y="120313"/>
                  </a:cubicBezTo>
                  <a:lnTo>
                    <a:pt x="29158" y="46017"/>
                  </a:lnTo>
                  <a:close/>
                  <a:moveTo>
                    <a:pt x="29963" y="10792"/>
                  </a:moveTo>
                  <a:cubicBezTo>
                    <a:pt x="29963" y="4314"/>
                    <a:pt x="24929" y="63"/>
                    <a:pt x="19291" y="63"/>
                  </a:cubicBezTo>
                  <a:cubicBezTo>
                    <a:pt x="13048" y="63"/>
                    <a:pt x="8618" y="5529"/>
                    <a:pt x="8618" y="10792"/>
                  </a:cubicBezTo>
                  <a:cubicBezTo>
                    <a:pt x="8618" y="16258"/>
                    <a:pt x="13048" y="21522"/>
                    <a:pt x="19291" y="21522"/>
                  </a:cubicBezTo>
                  <a:cubicBezTo>
                    <a:pt x="24929" y="21522"/>
                    <a:pt x="29963" y="17270"/>
                    <a:pt x="29963" y="107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4" name="Freeform 723">
              <a:extLst>
                <a:ext uri="{FF2B5EF4-FFF2-40B4-BE49-F238E27FC236}">
                  <a16:creationId xmlns:a16="http://schemas.microsoft.com/office/drawing/2014/main" id="{FEABBA82-24D1-C447-0726-F058CF06221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560632" y="3583971"/>
              <a:ext cx="92028" cy="133408"/>
            </a:xfrm>
            <a:custGeom>
              <a:avLst/>
              <a:gdLst>
                <a:gd name="connsiteX0" fmla="*/ 39229 w 92028"/>
                <a:gd name="connsiteY0" fmla="*/ 56949 h 133408"/>
                <a:gd name="connsiteX1" fmla="*/ 21710 w 92028"/>
                <a:gd name="connsiteY1" fmla="*/ 32048 h 133408"/>
                <a:gd name="connsiteX2" fmla="*/ 24932 w 92028"/>
                <a:gd name="connsiteY2" fmla="*/ 15043 h 133408"/>
                <a:gd name="connsiteX3" fmla="*/ 39229 w 92028"/>
                <a:gd name="connsiteY3" fmla="*/ 6946 h 133408"/>
                <a:gd name="connsiteX4" fmla="*/ 56749 w 92028"/>
                <a:gd name="connsiteY4" fmla="*/ 31846 h 133408"/>
                <a:gd name="connsiteX5" fmla="*/ 53527 w 92028"/>
                <a:gd name="connsiteY5" fmla="*/ 48851 h 133408"/>
                <a:gd name="connsiteX6" fmla="*/ 39229 w 92028"/>
                <a:gd name="connsiteY6" fmla="*/ 56949 h 133408"/>
                <a:gd name="connsiteX7" fmla="*/ 15870 w 92028"/>
                <a:gd name="connsiteY7" fmla="*/ 64844 h 133408"/>
                <a:gd name="connsiteX8" fmla="*/ 19293 w 92028"/>
                <a:gd name="connsiteY8" fmla="*/ 55329 h 133408"/>
                <a:gd name="connsiteX9" fmla="*/ 39229 w 92028"/>
                <a:gd name="connsiteY9" fmla="*/ 61605 h 133408"/>
                <a:gd name="connsiteX10" fmla="*/ 71852 w 92028"/>
                <a:gd name="connsiteY10" fmla="*/ 32048 h 133408"/>
                <a:gd name="connsiteX11" fmla="*/ 63596 w 92028"/>
                <a:gd name="connsiteY11" fmla="*/ 12412 h 133408"/>
                <a:gd name="connsiteX12" fmla="*/ 81720 w 92028"/>
                <a:gd name="connsiteY12" fmla="*/ 4516 h 133408"/>
                <a:gd name="connsiteX13" fmla="*/ 83733 w 92028"/>
                <a:gd name="connsiteY13" fmla="*/ 4719 h 133408"/>
                <a:gd name="connsiteX14" fmla="*/ 80511 w 92028"/>
                <a:gd name="connsiteY14" fmla="*/ 10185 h 133408"/>
                <a:gd name="connsiteX15" fmla="*/ 86351 w 92028"/>
                <a:gd name="connsiteY15" fmla="*/ 16056 h 133408"/>
                <a:gd name="connsiteX16" fmla="*/ 92191 w 92028"/>
                <a:gd name="connsiteY16" fmla="*/ 9982 h 133408"/>
                <a:gd name="connsiteX17" fmla="*/ 81921 w 92028"/>
                <a:gd name="connsiteY17" fmla="*/ 63 h 133408"/>
                <a:gd name="connsiteX18" fmla="*/ 60575 w 92028"/>
                <a:gd name="connsiteY18" fmla="*/ 9577 h 133408"/>
                <a:gd name="connsiteX19" fmla="*/ 39229 w 92028"/>
                <a:gd name="connsiteY19" fmla="*/ 2290 h 133408"/>
                <a:gd name="connsiteX20" fmla="*/ 6607 w 92028"/>
                <a:gd name="connsiteY20" fmla="*/ 31846 h 133408"/>
                <a:gd name="connsiteX21" fmla="*/ 16071 w 92028"/>
                <a:gd name="connsiteY21" fmla="*/ 52697 h 133408"/>
                <a:gd name="connsiteX22" fmla="*/ 9829 w 92028"/>
                <a:gd name="connsiteY22" fmla="*/ 69500 h 133408"/>
                <a:gd name="connsiteX23" fmla="*/ 18689 w 92028"/>
                <a:gd name="connsiteY23" fmla="*/ 87517 h 133408"/>
                <a:gd name="connsiteX24" fmla="*/ 163 w 92028"/>
                <a:gd name="connsiteY24" fmla="*/ 107761 h 133408"/>
                <a:gd name="connsiteX25" fmla="*/ 44667 w 92028"/>
                <a:gd name="connsiteY25" fmla="*/ 133471 h 133408"/>
                <a:gd name="connsiteX26" fmla="*/ 89372 w 92028"/>
                <a:gd name="connsiteY26" fmla="*/ 107356 h 133408"/>
                <a:gd name="connsiteX27" fmla="*/ 76283 w 92028"/>
                <a:gd name="connsiteY27" fmla="*/ 84278 h 133408"/>
                <a:gd name="connsiteX28" fmla="*/ 41646 w 92028"/>
                <a:gd name="connsiteY28" fmla="*/ 78610 h 133408"/>
                <a:gd name="connsiteX29" fmla="*/ 26543 w 92028"/>
                <a:gd name="connsiteY29" fmla="*/ 78407 h 133408"/>
                <a:gd name="connsiteX30" fmla="*/ 15870 w 92028"/>
                <a:gd name="connsiteY30" fmla="*/ 64844 h 133408"/>
                <a:gd name="connsiteX31" fmla="*/ 44868 w 92028"/>
                <a:gd name="connsiteY31" fmla="*/ 128815 h 133408"/>
                <a:gd name="connsiteX32" fmla="*/ 10634 w 92028"/>
                <a:gd name="connsiteY32" fmla="*/ 107761 h 133408"/>
                <a:gd name="connsiteX33" fmla="*/ 27147 w 92028"/>
                <a:gd name="connsiteY33" fmla="*/ 90351 h 133408"/>
                <a:gd name="connsiteX34" fmla="*/ 39028 w 92028"/>
                <a:gd name="connsiteY34" fmla="*/ 90351 h 133408"/>
                <a:gd name="connsiteX35" fmla="*/ 78900 w 92028"/>
                <a:gd name="connsiteY35" fmla="*/ 107761 h 133408"/>
                <a:gd name="connsiteX36" fmla="*/ 44868 w 92028"/>
                <a:gd name="connsiteY36" fmla="*/ 12881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29" y="56949"/>
                  </a:moveTo>
                  <a:cubicBezTo>
                    <a:pt x="21710" y="56949"/>
                    <a:pt x="21710" y="36705"/>
                    <a:pt x="21710" y="32048"/>
                  </a:cubicBezTo>
                  <a:cubicBezTo>
                    <a:pt x="21710" y="26583"/>
                    <a:pt x="21911" y="20104"/>
                    <a:pt x="24932" y="15043"/>
                  </a:cubicBezTo>
                  <a:cubicBezTo>
                    <a:pt x="26543" y="12614"/>
                    <a:pt x="31174" y="6946"/>
                    <a:pt x="39229" y="6946"/>
                  </a:cubicBezTo>
                  <a:cubicBezTo>
                    <a:pt x="56749" y="6946"/>
                    <a:pt x="56749" y="27190"/>
                    <a:pt x="56749" y="31846"/>
                  </a:cubicBezTo>
                  <a:cubicBezTo>
                    <a:pt x="56749" y="37312"/>
                    <a:pt x="56548" y="43790"/>
                    <a:pt x="53527" y="48851"/>
                  </a:cubicBezTo>
                  <a:cubicBezTo>
                    <a:pt x="51916" y="51280"/>
                    <a:pt x="47285" y="56949"/>
                    <a:pt x="39229" y="56949"/>
                  </a:cubicBezTo>
                  <a:close/>
                  <a:moveTo>
                    <a:pt x="15870" y="64844"/>
                  </a:moveTo>
                  <a:cubicBezTo>
                    <a:pt x="15870" y="64034"/>
                    <a:pt x="15870" y="59378"/>
                    <a:pt x="19293" y="55329"/>
                  </a:cubicBezTo>
                  <a:cubicBezTo>
                    <a:pt x="27147" y="60997"/>
                    <a:pt x="35403" y="61605"/>
                    <a:pt x="39229" y="61605"/>
                  </a:cubicBezTo>
                  <a:cubicBezTo>
                    <a:pt x="57957" y="61605"/>
                    <a:pt x="71852" y="47636"/>
                    <a:pt x="71852" y="32048"/>
                  </a:cubicBezTo>
                  <a:cubicBezTo>
                    <a:pt x="71852" y="24558"/>
                    <a:pt x="68630" y="17068"/>
                    <a:pt x="63596" y="12412"/>
                  </a:cubicBezTo>
                  <a:cubicBezTo>
                    <a:pt x="70845" y="5529"/>
                    <a:pt x="78095" y="4516"/>
                    <a:pt x="81720" y="4516"/>
                  </a:cubicBezTo>
                  <a:cubicBezTo>
                    <a:pt x="82122" y="4516"/>
                    <a:pt x="83129" y="4516"/>
                    <a:pt x="83733" y="4719"/>
                  </a:cubicBezTo>
                  <a:cubicBezTo>
                    <a:pt x="81518" y="5529"/>
                    <a:pt x="80511" y="7756"/>
                    <a:pt x="80511" y="10185"/>
                  </a:cubicBezTo>
                  <a:cubicBezTo>
                    <a:pt x="80511" y="13626"/>
                    <a:pt x="83129" y="16056"/>
                    <a:pt x="86351" y="16056"/>
                  </a:cubicBezTo>
                  <a:cubicBezTo>
                    <a:pt x="88365" y="16056"/>
                    <a:pt x="92191" y="14638"/>
                    <a:pt x="92191" y="9982"/>
                  </a:cubicBezTo>
                  <a:cubicBezTo>
                    <a:pt x="92191" y="6541"/>
                    <a:pt x="89775" y="63"/>
                    <a:pt x="81921" y="63"/>
                  </a:cubicBezTo>
                  <a:cubicBezTo>
                    <a:pt x="77894" y="63"/>
                    <a:pt x="69033" y="1277"/>
                    <a:pt x="60575" y="9577"/>
                  </a:cubicBezTo>
                  <a:cubicBezTo>
                    <a:pt x="52117" y="2897"/>
                    <a:pt x="43660" y="2290"/>
                    <a:pt x="39229" y="2290"/>
                  </a:cubicBezTo>
                  <a:cubicBezTo>
                    <a:pt x="20502" y="2290"/>
                    <a:pt x="6607" y="16258"/>
                    <a:pt x="6607" y="31846"/>
                  </a:cubicBezTo>
                  <a:cubicBezTo>
                    <a:pt x="6607" y="40753"/>
                    <a:pt x="11037" y="48446"/>
                    <a:pt x="16071" y="52697"/>
                  </a:cubicBezTo>
                  <a:cubicBezTo>
                    <a:pt x="13453" y="55734"/>
                    <a:pt x="9829" y="62415"/>
                    <a:pt x="9829" y="69500"/>
                  </a:cubicBezTo>
                  <a:cubicBezTo>
                    <a:pt x="9829" y="75776"/>
                    <a:pt x="12447" y="83468"/>
                    <a:pt x="18689" y="87517"/>
                  </a:cubicBezTo>
                  <a:cubicBezTo>
                    <a:pt x="6607" y="90959"/>
                    <a:pt x="163" y="99664"/>
                    <a:pt x="163" y="107761"/>
                  </a:cubicBezTo>
                  <a:cubicBezTo>
                    <a:pt x="163" y="122337"/>
                    <a:pt x="20099" y="133471"/>
                    <a:pt x="44667" y="133471"/>
                  </a:cubicBezTo>
                  <a:cubicBezTo>
                    <a:pt x="68429" y="133471"/>
                    <a:pt x="89372" y="123147"/>
                    <a:pt x="89372" y="107356"/>
                  </a:cubicBezTo>
                  <a:cubicBezTo>
                    <a:pt x="89372" y="100271"/>
                    <a:pt x="86553" y="89946"/>
                    <a:pt x="76283" y="84278"/>
                  </a:cubicBezTo>
                  <a:cubicBezTo>
                    <a:pt x="65610" y="78610"/>
                    <a:pt x="53930" y="78610"/>
                    <a:pt x="41646" y="78610"/>
                  </a:cubicBezTo>
                  <a:cubicBezTo>
                    <a:pt x="36612" y="78610"/>
                    <a:pt x="27952" y="78610"/>
                    <a:pt x="26543" y="78407"/>
                  </a:cubicBezTo>
                  <a:cubicBezTo>
                    <a:pt x="20099" y="77598"/>
                    <a:pt x="15870" y="71322"/>
                    <a:pt x="15870" y="64844"/>
                  </a:cubicBezTo>
                  <a:close/>
                  <a:moveTo>
                    <a:pt x="44868" y="128815"/>
                  </a:moveTo>
                  <a:cubicBezTo>
                    <a:pt x="24529" y="128815"/>
                    <a:pt x="10634" y="118491"/>
                    <a:pt x="10634" y="107761"/>
                  </a:cubicBezTo>
                  <a:cubicBezTo>
                    <a:pt x="10634" y="98449"/>
                    <a:pt x="18286" y="90959"/>
                    <a:pt x="27147" y="90351"/>
                  </a:cubicBezTo>
                  <a:lnTo>
                    <a:pt x="39028" y="90351"/>
                  </a:lnTo>
                  <a:cubicBezTo>
                    <a:pt x="56346" y="90351"/>
                    <a:pt x="78900" y="90351"/>
                    <a:pt x="78900" y="107761"/>
                  </a:cubicBezTo>
                  <a:cubicBezTo>
                    <a:pt x="78900" y="118693"/>
                    <a:pt x="64603" y="128815"/>
                    <a:pt x="44868" y="12881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5" name="Freeform 724">
              <a:extLst>
                <a:ext uri="{FF2B5EF4-FFF2-40B4-BE49-F238E27FC236}">
                  <a16:creationId xmlns:a16="http://schemas.microsoft.com/office/drawing/2014/main" id="{44E27748-D4FA-8089-F5DD-6B7BA7B553B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662126" y="3535183"/>
              <a:ext cx="101291" cy="140493"/>
            </a:xfrm>
            <a:custGeom>
              <a:avLst/>
              <a:gdLst>
                <a:gd name="connsiteX0" fmla="*/ 15875 w 101291"/>
                <a:gd name="connsiteY0" fmla="*/ 125171 h 140493"/>
                <a:gd name="connsiteX1" fmla="*/ 168 w 101291"/>
                <a:gd name="connsiteY1" fmla="*/ 134281 h 140493"/>
                <a:gd name="connsiteX2" fmla="*/ 168 w 101291"/>
                <a:gd name="connsiteY2" fmla="*/ 140557 h 140493"/>
                <a:gd name="connsiteX3" fmla="*/ 22923 w 101291"/>
                <a:gd name="connsiteY3" fmla="*/ 139949 h 140493"/>
                <a:gd name="connsiteX4" fmla="*/ 45477 w 101291"/>
                <a:gd name="connsiteY4" fmla="*/ 140557 h 140493"/>
                <a:gd name="connsiteX5" fmla="*/ 45477 w 101291"/>
                <a:gd name="connsiteY5" fmla="*/ 134281 h 140493"/>
                <a:gd name="connsiteX6" fmla="*/ 29770 w 101291"/>
                <a:gd name="connsiteY6" fmla="*/ 125171 h 140493"/>
                <a:gd name="connsiteX7" fmla="*/ 29770 w 101291"/>
                <a:gd name="connsiteY7" fmla="*/ 87922 h 140493"/>
                <a:gd name="connsiteX8" fmla="*/ 56956 w 101291"/>
                <a:gd name="connsiteY8" fmla="*/ 55532 h 140493"/>
                <a:gd name="connsiteX9" fmla="*/ 71857 w 101291"/>
                <a:gd name="connsiteY9" fmla="*/ 78002 h 140493"/>
                <a:gd name="connsiteX10" fmla="*/ 71857 w 101291"/>
                <a:gd name="connsiteY10" fmla="*/ 125171 h 140493"/>
                <a:gd name="connsiteX11" fmla="*/ 56150 w 101291"/>
                <a:gd name="connsiteY11" fmla="*/ 134281 h 140493"/>
                <a:gd name="connsiteX12" fmla="*/ 56150 w 101291"/>
                <a:gd name="connsiteY12" fmla="*/ 140557 h 140493"/>
                <a:gd name="connsiteX13" fmla="*/ 78905 w 101291"/>
                <a:gd name="connsiteY13" fmla="*/ 139949 h 140493"/>
                <a:gd name="connsiteX14" fmla="*/ 101459 w 101291"/>
                <a:gd name="connsiteY14" fmla="*/ 140557 h 140493"/>
                <a:gd name="connsiteX15" fmla="*/ 101459 w 101291"/>
                <a:gd name="connsiteY15" fmla="*/ 134281 h 140493"/>
                <a:gd name="connsiteX16" fmla="*/ 85752 w 101291"/>
                <a:gd name="connsiteY16" fmla="*/ 128208 h 140493"/>
                <a:gd name="connsiteX17" fmla="*/ 85752 w 101291"/>
                <a:gd name="connsiteY17" fmla="*/ 89542 h 140493"/>
                <a:gd name="connsiteX18" fmla="*/ 79510 w 101291"/>
                <a:gd name="connsiteY18" fmla="*/ 58568 h 140493"/>
                <a:gd name="connsiteX19" fmla="*/ 58365 w 101291"/>
                <a:gd name="connsiteY19" fmla="*/ 51078 h 140493"/>
                <a:gd name="connsiteX20" fmla="*/ 29166 w 101291"/>
                <a:gd name="connsiteY20" fmla="*/ 70917 h 140493"/>
                <a:gd name="connsiteX21" fmla="*/ 29166 w 101291"/>
                <a:gd name="connsiteY21" fmla="*/ 63 h 140493"/>
                <a:gd name="connsiteX22" fmla="*/ 168 w 101291"/>
                <a:gd name="connsiteY22" fmla="*/ 2290 h 140493"/>
                <a:gd name="connsiteX23" fmla="*/ 168 w 101291"/>
                <a:gd name="connsiteY23" fmla="*/ 8565 h 140493"/>
                <a:gd name="connsiteX24" fmla="*/ 15875 w 101291"/>
                <a:gd name="connsiteY24" fmla="*/ 19902 h 140493"/>
                <a:gd name="connsiteX25" fmla="*/ 15875 w 101291"/>
                <a:gd name="connsiteY25" fmla="*/ 12517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140493">
                  <a:moveTo>
                    <a:pt x="15875" y="125171"/>
                  </a:moveTo>
                  <a:cubicBezTo>
                    <a:pt x="15875" y="134281"/>
                    <a:pt x="13660" y="134281"/>
                    <a:pt x="168" y="134281"/>
                  </a:cubicBezTo>
                  <a:lnTo>
                    <a:pt x="168" y="140557"/>
                  </a:lnTo>
                  <a:cubicBezTo>
                    <a:pt x="7216" y="140354"/>
                    <a:pt x="17486" y="139949"/>
                    <a:pt x="22923" y="139949"/>
                  </a:cubicBezTo>
                  <a:cubicBezTo>
                    <a:pt x="28159" y="139949"/>
                    <a:pt x="38630" y="140354"/>
                    <a:pt x="45477" y="140557"/>
                  </a:cubicBezTo>
                  <a:lnTo>
                    <a:pt x="45477" y="134281"/>
                  </a:lnTo>
                  <a:cubicBezTo>
                    <a:pt x="31985" y="134281"/>
                    <a:pt x="29770" y="134281"/>
                    <a:pt x="29770" y="125171"/>
                  </a:cubicBezTo>
                  <a:lnTo>
                    <a:pt x="29770" y="87922"/>
                  </a:lnTo>
                  <a:cubicBezTo>
                    <a:pt x="29770" y="66868"/>
                    <a:pt x="44067" y="55532"/>
                    <a:pt x="56956" y="55532"/>
                  </a:cubicBezTo>
                  <a:cubicBezTo>
                    <a:pt x="69642" y="55532"/>
                    <a:pt x="71857" y="66463"/>
                    <a:pt x="71857" y="78002"/>
                  </a:cubicBezTo>
                  <a:lnTo>
                    <a:pt x="71857" y="125171"/>
                  </a:lnTo>
                  <a:cubicBezTo>
                    <a:pt x="71857" y="134281"/>
                    <a:pt x="69642" y="134281"/>
                    <a:pt x="56150" y="134281"/>
                  </a:cubicBezTo>
                  <a:lnTo>
                    <a:pt x="56150" y="140557"/>
                  </a:lnTo>
                  <a:cubicBezTo>
                    <a:pt x="63198" y="140354"/>
                    <a:pt x="73468" y="139949"/>
                    <a:pt x="78905" y="139949"/>
                  </a:cubicBezTo>
                  <a:cubicBezTo>
                    <a:pt x="84141" y="139949"/>
                    <a:pt x="94613" y="140354"/>
                    <a:pt x="101459" y="140557"/>
                  </a:cubicBezTo>
                  <a:lnTo>
                    <a:pt x="101459" y="134281"/>
                  </a:lnTo>
                  <a:cubicBezTo>
                    <a:pt x="90988" y="134281"/>
                    <a:pt x="85954" y="134281"/>
                    <a:pt x="85752" y="128208"/>
                  </a:cubicBezTo>
                  <a:lnTo>
                    <a:pt x="85752" y="89542"/>
                  </a:lnTo>
                  <a:cubicBezTo>
                    <a:pt x="85752" y="72132"/>
                    <a:pt x="85752" y="65856"/>
                    <a:pt x="79510" y="58568"/>
                  </a:cubicBezTo>
                  <a:cubicBezTo>
                    <a:pt x="76690" y="55127"/>
                    <a:pt x="70045" y="51078"/>
                    <a:pt x="58365" y="51078"/>
                  </a:cubicBezTo>
                  <a:cubicBezTo>
                    <a:pt x="41450" y="51078"/>
                    <a:pt x="32589" y="63224"/>
                    <a:pt x="29166" y="70917"/>
                  </a:cubicBezTo>
                  <a:lnTo>
                    <a:pt x="29166" y="63"/>
                  </a:lnTo>
                  <a:lnTo>
                    <a:pt x="168" y="2290"/>
                  </a:lnTo>
                  <a:lnTo>
                    <a:pt x="168" y="8565"/>
                  </a:lnTo>
                  <a:cubicBezTo>
                    <a:pt x="14264" y="8565"/>
                    <a:pt x="15875" y="9982"/>
                    <a:pt x="15875" y="19902"/>
                  </a:cubicBezTo>
                  <a:lnTo>
                    <a:pt x="15875" y="12517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6" name="Freeform 725">
              <a:extLst>
                <a:ext uri="{FF2B5EF4-FFF2-40B4-BE49-F238E27FC236}">
                  <a16:creationId xmlns:a16="http://schemas.microsoft.com/office/drawing/2014/main" id="{DF809635-6D1C-3C9B-7A63-CBB16F690BC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765790" y="3551176"/>
              <a:ext cx="63030" cy="126727"/>
            </a:xfrm>
            <a:custGeom>
              <a:avLst/>
              <a:gdLst>
                <a:gd name="connsiteX0" fmla="*/ 31185 w 63030"/>
                <a:gd name="connsiteY0" fmla="*/ 43588 h 126727"/>
                <a:gd name="connsiteX1" fmla="*/ 59981 w 63030"/>
                <a:gd name="connsiteY1" fmla="*/ 43588 h 126727"/>
                <a:gd name="connsiteX2" fmla="*/ 59981 w 63030"/>
                <a:gd name="connsiteY2" fmla="*/ 37312 h 126727"/>
                <a:gd name="connsiteX3" fmla="*/ 31185 w 63030"/>
                <a:gd name="connsiteY3" fmla="*/ 37312 h 126727"/>
                <a:gd name="connsiteX4" fmla="*/ 31185 w 63030"/>
                <a:gd name="connsiteY4" fmla="*/ 63 h 126727"/>
                <a:gd name="connsiteX5" fmla="*/ 26150 w 63030"/>
                <a:gd name="connsiteY5" fmla="*/ 63 h 126727"/>
                <a:gd name="connsiteX6" fmla="*/ 173 w 63030"/>
                <a:gd name="connsiteY6" fmla="*/ 39134 h 126727"/>
                <a:gd name="connsiteX7" fmla="*/ 173 w 63030"/>
                <a:gd name="connsiteY7" fmla="*/ 43588 h 126727"/>
                <a:gd name="connsiteX8" fmla="*/ 17290 w 63030"/>
                <a:gd name="connsiteY8" fmla="*/ 43588 h 126727"/>
                <a:gd name="connsiteX9" fmla="*/ 17290 w 63030"/>
                <a:gd name="connsiteY9" fmla="*/ 99461 h 126727"/>
                <a:gd name="connsiteX10" fmla="*/ 43267 w 63030"/>
                <a:gd name="connsiteY10" fmla="*/ 126791 h 126727"/>
                <a:gd name="connsiteX11" fmla="*/ 63203 w 63030"/>
                <a:gd name="connsiteY11" fmla="*/ 99461 h 126727"/>
                <a:gd name="connsiteX12" fmla="*/ 63203 w 63030"/>
                <a:gd name="connsiteY12" fmla="*/ 87922 h 126727"/>
                <a:gd name="connsiteX13" fmla="*/ 58169 w 63030"/>
                <a:gd name="connsiteY13" fmla="*/ 87922 h 126727"/>
                <a:gd name="connsiteX14" fmla="*/ 58169 w 63030"/>
                <a:gd name="connsiteY14" fmla="*/ 99056 h 126727"/>
                <a:gd name="connsiteX15" fmla="*/ 44677 w 63030"/>
                <a:gd name="connsiteY15" fmla="*/ 121730 h 126727"/>
                <a:gd name="connsiteX16" fmla="*/ 31185 w 63030"/>
                <a:gd name="connsiteY16" fmla="*/ 99866 h 126727"/>
                <a:gd name="connsiteX17" fmla="*/ 31185 w 63030"/>
                <a:gd name="connsiteY17" fmla="*/ 43588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85" y="43588"/>
                  </a:moveTo>
                  <a:lnTo>
                    <a:pt x="59981" y="43588"/>
                  </a:lnTo>
                  <a:lnTo>
                    <a:pt x="59981" y="37312"/>
                  </a:lnTo>
                  <a:lnTo>
                    <a:pt x="31185" y="37312"/>
                  </a:lnTo>
                  <a:lnTo>
                    <a:pt x="31185" y="63"/>
                  </a:lnTo>
                  <a:lnTo>
                    <a:pt x="26150" y="63"/>
                  </a:lnTo>
                  <a:cubicBezTo>
                    <a:pt x="25949" y="16663"/>
                    <a:pt x="19908" y="38324"/>
                    <a:pt x="173" y="39134"/>
                  </a:cubicBezTo>
                  <a:lnTo>
                    <a:pt x="173" y="43588"/>
                  </a:lnTo>
                  <a:lnTo>
                    <a:pt x="17290" y="43588"/>
                  </a:lnTo>
                  <a:lnTo>
                    <a:pt x="17290" y="99461"/>
                  </a:lnTo>
                  <a:cubicBezTo>
                    <a:pt x="17290" y="124361"/>
                    <a:pt x="36018" y="126791"/>
                    <a:pt x="43267" y="126791"/>
                  </a:cubicBezTo>
                  <a:cubicBezTo>
                    <a:pt x="57565" y="126791"/>
                    <a:pt x="63203" y="112417"/>
                    <a:pt x="63203" y="99461"/>
                  </a:cubicBezTo>
                  <a:lnTo>
                    <a:pt x="63203" y="87922"/>
                  </a:lnTo>
                  <a:lnTo>
                    <a:pt x="58169" y="87922"/>
                  </a:lnTo>
                  <a:lnTo>
                    <a:pt x="58169" y="99056"/>
                  </a:lnTo>
                  <a:cubicBezTo>
                    <a:pt x="58169" y="114037"/>
                    <a:pt x="52128" y="121730"/>
                    <a:pt x="44677" y="121730"/>
                  </a:cubicBezTo>
                  <a:cubicBezTo>
                    <a:pt x="31185" y="121730"/>
                    <a:pt x="31185" y="103308"/>
                    <a:pt x="31185" y="99866"/>
                  </a:cubicBezTo>
                  <a:lnTo>
                    <a:pt x="31185" y="435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7" name="Freeform 726">
              <a:extLst>
                <a:ext uri="{FF2B5EF4-FFF2-40B4-BE49-F238E27FC236}">
                  <a16:creationId xmlns:a16="http://schemas.microsoft.com/office/drawing/2014/main" id="{B1BBF262-B39A-3C14-5445-4C9D80A98E88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913040" y="3584983"/>
              <a:ext cx="89209" cy="92920"/>
            </a:xfrm>
            <a:custGeom>
              <a:avLst/>
              <a:gdLst>
                <a:gd name="connsiteX0" fmla="*/ 89389 w 89209"/>
                <a:gd name="connsiteY0" fmla="*/ 47434 h 92920"/>
                <a:gd name="connsiteX1" fmla="*/ 44885 w 89209"/>
                <a:gd name="connsiteY1" fmla="*/ 63 h 92920"/>
                <a:gd name="connsiteX2" fmla="*/ 180 w 89209"/>
                <a:gd name="connsiteY2" fmla="*/ 47434 h 92920"/>
                <a:gd name="connsiteX3" fmla="*/ 44684 w 89209"/>
                <a:gd name="connsiteY3" fmla="*/ 92983 h 92920"/>
                <a:gd name="connsiteX4" fmla="*/ 89389 w 89209"/>
                <a:gd name="connsiteY4" fmla="*/ 47434 h 92920"/>
                <a:gd name="connsiteX5" fmla="*/ 44885 w 89209"/>
                <a:gd name="connsiteY5" fmla="*/ 87922 h 92920"/>
                <a:gd name="connsiteX6" fmla="*/ 21929 w 89209"/>
                <a:gd name="connsiteY6" fmla="*/ 74359 h 92920"/>
                <a:gd name="connsiteX7" fmla="*/ 16894 w 89209"/>
                <a:gd name="connsiteY7" fmla="*/ 45814 h 92920"/>
                <a:gd name="connsiteX8" fmla="*/ 21727 w 89209"/>
                <a:gd name="connsiteY8" fmla="*/ 18080 h 92920"/>
                <a:gd name="connsiteX9" fmla="*/ 44684 w 89209"/>
                <a:gd name="connsiteY9" fmla="*/ 4516 h 92920"/>
                <a:gd name="connsiteX10" fmla="*/ 67439 w 89209"/>
                <a:gd name="connsiteY10" fmla="*/ 17675 h 92920"/>
                <a:gd name="connsiteX11" fmla="*/ 72675 w 89209"/>
                <a:gd name="connsiteY11" fmla="*/ 45814 h 92920"/>
                <a:gd name="connsiteX12" fmla="*/ 68245 w 89209"/>
                <a:gd name="connsiteY12" fmla="*/ 72941 h 92920"/>
                <a:gd name="connsiteX13" fmla="*/ 44885 w 89209"/>
                <a:gd name="connsiteY13" fmla="*/ 8792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89" y="47434"/>
                  </a:moveTo>
                  <a:cubicBezTo>
                    <a:pt x="89389" y="21521"/>
                    <a:pt x="69252" y="63"/>
                    <a:pt x="44885" y="63"/>
                  </a:cubicBezTo>
                  <a:cubicBezTo>
                    <a:pt x="19714" y="63"/>
                    <a:pt x="180" y="22129"/>
                    <a:pt x="180" y="47434"/>
                  </a:cubicBezTo>
                  <a:cubicBezTo>
                    <a:pt x="180" y="73549"/>
                    <a:pt x="21123" y="92983"/>
                    <a:pt x="44684" y="92983"/>
                  </a:cubicBezTo>
                  <a:cubicBezTo>
                    <a:pt x="69050" y="92983"/>
                    <a:pt x="89389" y="73144"/>
                    <a:pt x="89389" y="47434"/>
                  </a:cubicBezTo>
                  <a:close/>
                  <a:moveTo>
                    <a:pt x="44885" y="87922"/>
                  </a:moveTo>
                  <a:cubicBezTo>
                    <a:pt x="36226" y="87922"/>
                    <a:pt x="27366" y="83671"/>
                    <a:pt x="21929" y="74359"/>
                  </a:cubicBezTo>
                  <a:cubicBezTo>
                    <a:pt x="16894" y="65451"/>
                    <a:pt x="16894" y="53102"/>
                    <a:pt x="16894" y="45814"/>
                  </a:cubicBezTo>
                  <a:cubicBezTo>
                    <a:pt x="16894" y="37919"/>
                    <a:pt x="16894" y="26987"/>
                    <a:pt x="21727" y="18080"/>
                  </a:cubicBezTo>
                  <a:cubicBezTo>
                    <a:pt x="27164" y="8768"/>
                    <a:pt x="36629" y="4516"/>
                    <a:pt x="44684" y="4516"/>
                  </a:cubicBezTo>
                  <a:cubicBezTo>
                    <a:pt x="53545" y="4516"/>
                    <a:pt x="62204" y="8970"/>
                    <a:pt x="67439" y="17675"/>
                  </a:cubicBezTo>
                  <a:cubicBezTo>
                    <a:pt x="72675" y="26380"/>
                    <a:pt x="72675" y="38122"/>
                    <a:pt x="72675" y="45814"/>
                  </a:cubicBezTo>
                  <a:cubicBezTo>
                    <a:pt x="72675" y="53102"/>
                    <a:pt x="72675" y="64034"/>
                    <a:pt x="68245" y="72941"/>
                  </a:cubicBezTo>
                  <a:cubicBezTo>
                    <a:pt x="63815" y="82051"/>
                    <a:pt x="54954" y="87922"/>
                    <a:pt x="44885" y="8792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8" name="Freeform 727">
              <a:extLst>
                <a:ext uri="{FF2B5EF4-FFF2-40B4-BE49-F238E27FC236}">
                  <a16:creationId xmlns:a16="http://schemas.microsoft.com/office/drawing/2014/main" id="{09175F98-5D57-CA0A-5C1D-2C28D3EB8F7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014735" y="3532956"/>
              <a:ext cx="65245" cy="142720"/>
            </a:xfrm>
            <a:custGeom>
              <a:avLst/>
              <a:gdLst>
                <a:gd name="connsiteX0" fmla="*/ 28780 w 65245"/>
                <a:gd name="connsiteY0" fmla="*/ 55532 h 142720"/>
                <a:gd name="connsiteX1" fmla="*/ 28780 w 65245"/>
                <a:gd name="connsiteY1" fmla="*/ 32048 h 142720"/>
                <a:gd name="connsiteX2" fmla="*/ 47307 w 65245"/>
                <a:gd name="connsiteY2" fmla="*/ 4516 h 142720"/>
                <a:gd name="connsiteX3" fmla="*/ 53952 w 65245"/>
                <a:gd name="connsiteY3" fmla="*/ 5934 h 142720"/>
                <a:gd name="connsiteX4" fmla="*/ 47911 w 65245"/>
                <a:gd name="connsiteY4" fmla="*/ 14436 h 142720"/>
                <a:gd name="connsiteX5" fmla="*/ 56570 w 65245"/>
                <a:gd name="connsiteY5" fmla="*/ 23141 h 142720"/>
                <a:gd name="connsiteX6" fmla="*/ 65431 w 65245"/>
                <a:gd name="connsiteY6" fmla="*/ 14234 h 142720"/>
                <a:gd name="connsiteX7" fmla="*/ 47307 w 65245"/>
                <a:gd name="connsiteY7" fmla="*/ 63 h 142720"/>
                <a:gd name="connsiteX8" fmla="*/ 16094 w 65245"/>
                <a:gd name="connsiteY8" fmla="*/ 32251 h 142720"/>
                <a:gd name="connsiteX9" fmla="*/ 16094 w 65245"/>
                <a:gd name="connsiteY9" fmla="*/ 55532 h 142720"/>
                <a:gd name="connsiteX10" fmla="*/ 185 w 65245"/>
                <a:gd name="connsiteY10" fmla="*/ 55532 h 142720"/>
                <a:gd name="connsiteX11" fmla="*/ 185 w 65245"/>
                <a:gd name="connsiteY11" fmla="*/ 61807 h 142720"/>
                <a:gd name="connsiteX12" fmla="*/ 16094 w 65245"/>
                <a:gd name="connsiteY12" fmla="*/ 61807 h 142720"/>
                <a:gd name="connsiteX13" fmla="*/ 16094 w 65245"/>
                <a:gd name="connsiteY13" fmla="*/ 127398 h 142720"/>
                <a:gd name="connsiteX14" fmla="*/ 386 w 65245"/>
                <a:gd name="connsiteY14" fmla="*/ 136508 h 142720"/>
                <a:gd name="connsiteX15" fmla="*/ 386 w 65245"/>
                <a:gd name="connsiteY15" fmla="*/ 142784 h 142720"/>
                <a:gd name="connsiteX16" fmla="*/ 23343 w 65245"/>
                <a:gd name="connsiteY16" fmla="*/ 142176 h 142720"/>
                <a:gd name="connsiteX17" fmla="*/ 48918 w 65245"/>
                <a:gd name="connsiteY17" fmla="*/ 142784 h 142720"/>
                <a:gd name="connsiteX18" fmla="*/ 48918 w 65245"/>
                <a:gd name="connsiteY18" fmla="*/ 136508 h 142720"/>
                <a:gd name="connsiteX19" fmla="*/ 44689 w 65245"/>
                <a:gd name="connsiteY19" fmla="*/ 136508 h 142720"/>
                <a:gd name="connsiteX20" fmla="*/ 29385 w 65245"/>
                <a:gd name="connsiteY20" fmla="*/ 126993 h 142720"/>
                <a:gd name="connsiteX21" fmla="*/ 29385 w 65245"/>
                <a:gd name="connsiteY21" fmla="*/ 61807 h 142720"/>
                <a:gd name="connsiteX22" fmla="*/ 52341 w 65245"/>
                <a:gd name="connsiteY22" fmla="*/ 61807 h 142720"/>
                <a:gd name="connsiteX23" fmla="*/ 52341 w 65245"/>
                <a:gd name="connsiteY23" fmla="*/ 55532 h 142720"/>
                <a:gd name="connsiteX24" fmla="*/ 28780 w 65245"/>
                <a:gd name="connsiteY24" fmla="*/ 55532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45" h="142720">
                  <a:moveTo>
                    <a:pt x="28780" y="55532"/>
                  </a:moveTo>
                  <a:lnTo>
                    <a:pt x="28780" y="32048"/>
                  </a:lnTo>
                  <a:cubicBezTo>
                    <a:pt x="28780" y="14234"/>
                    <a:pt x="38446" y="4516"/>
                    <a:pt x="47307" y="4516"/>
                  </a:cubicBezTo>
                  <a:cubicBezTo>
                    <a:pt x="47911" y="4516"/>
                    <a:pt x="50932" y="4516"/>
                    <a:pt x="53952" y="5934"/>
                  </a:cubicBezTo>
                  <a:cubicBezTo>
                    <a:pt x="51536" y="6743"/>
                    <a:pt x="47911" y="9375"/>
                    <a:pt x="47911" y="14436"/>
                  </a:cubicBezTo>
                  <a:cubicBezTo>
                    <a:pt x="47911" y="19092"/>
                    <a:pt x="51133" y="23141"/>
                    <a:pt x="56570" y="23141"/>
                  </a:cubicBezTo>
                  <a:cubicBezTo>
                    <a:pt x="62410" y="23141"/>
                    <a:pt x="65431" y="19092"/>
                    <a:pt x="65431" y="14234"/>
                  </a:cubicBezTo>
                  <a:cubicBezTo>
                    <a:pt x="65431" y="6743"/>
                    <a:pt x="57980" y="63"/>
                    <a:pt x="47307" y="63"/>
                  </a:cubicBezTo>
                  <a:cubicBezTo>
                    <a:pt x="33211" y="63"/>
                    <a:pt x="16094" y="10792"/>
                    <a:pt x="16094" y="32251"/>
                  </a:cubicBezTo>
                  <a:lnTo>
                    <a:pt x="16094" y="55532"/>
                  </a:lnTo>
                  <a:lnTo>
                    <a:pt x="185" y="55532"/>
                  </a:lnTo>
                  <a:lnTo>
                    <a:pt x="185" y="61807"/>
                  </a:lnTo>
                  <a:lnTo>
                    <a:pt x="16094" y="61807"/>
                  </a:lnTo>
                  <a:lnTo>
                    <a:pt x="16094" y="127398"/>
                  </a:lnTo>
                  <a:cubicBezTo>
                    <a:pt x="16094" y="136508"/>
                    <a:pt x="13879" y="136508"/>
                    <a:pt x="386" y="136508"/>
                  </a:cubicBezTo>
                  <a:lnTo>
                    <a:pt x="386" y="142784"/>
                  </a:lnTo>
                  <a:cubicBezTo>
                    <a:pt x="8240" y="142581"/>
                    <a:pt x="17705" y="142176"/>
                    <a:pt x="23343" y="142176"/>
                  </a:cubicBezTo>
                  <a:cubicBezTo>
                    <a:pt x="31398" y="142176"/>
                    <a:pt x="40863" y="142176"/>
                    <a:pt x="48918" y="142784"/>
                  </a:cubicBezTo>
                  <a:lnTo>
                    <a:pt x="48918" y="136508"/>
                  </a:lnTo>
                  <a:lnTo>
                    <a:pt x="44689" y="136508"/>
                  </a:lnTo>
                  <a:cubicBezTo>
                    <a:pt x="29787" y="136508"/>
                    <a:pt x="29385" y="134281"/>
                    <a:pt x="29385" y="126993"/>
                  </a:cubicBezTo>
                  <a:lnTo>
                    <a:pt x="29385" y="61807"/>
                  </a:lnTo>
                  <a:lnTo>
                    <a:pt x="52341" y="61807"/>
                  </a:lnTo>
                  <a:lnTo>
                    <a:pt x="52341" y="55532"/>
                  </a:lnTo>
                  <a:lnTo>
                    <a:pt x="28780" y="5553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29" name="Freeform 728">
              <a:extLst>
                <a:ext uri="{FF2B5EF4-FFF2-40B4-BE49-F238E27FC236}">
                  <a16:creationId xmlns:a16="http://schemas.microsoft.com/office/drawing/2014/main" id="{F675643C-64E4-4A02-6A35-7021C67AC64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142586" y="3541863"/>
              <a:ext cx="53163" cy="136040"/>
            </a:xfrm>
            <a:custGeom>
              <a:avLst/>
              <a:gdLst>
                <a:gd name="connsiteX0" fmla="*/ 51542 w 53163"/>
                <a:gd name="connsiteY0" fmla="*/ 7351 h 136040"/>
                <a:gd name="connsiteX1" fmla="*/ 44091 w 53163"/>
                <a:gd name="connsiteY1" fmla="*/ 63 h 136040"/>
                <a:gd name="connsiteX2" fmla="*/ 33217 w 53163"/>
                <a:gd name="connsiteY2" fmla="*/ 10792 h 136040"/>
                <a:gd name="connsiteX3" fmla="*/ 40869 w 53163"/>
                <a:gd name="connsiteY3" fmla="*/ 18080 h 136040"/>
                <a:gd name="connsiteX4" fmla="*/ 51542 w 53163"/>
                <a:gd name="connsiteY4" fmla="*/ 7351 h 136040"/>
                <a:gd name="connsiteX5" fmla="*/ 36238 w 53163"/>
                <a:gd name="connsiteY5" fmla="*/ 83468 h 136040"/>
                <a:gd name="connsiteX6" fmla="*/ 40668 w 53163"/>
                <a:gd name="connsiteY6" fmla="*/ 71727 h 136040"/>
                <a:gd name="connsiteX7" fmla="*/ 43286 w 53163"/>
                <a:gd name="connsiteY7" fmla="*/ 60997 h 136040"/>
                <a:gd name="connsiteX8" fmla="*/ 26773 w 53163"/>
                <a:gd name="connsiteY8" fmla="*/ 44397 h 136040"/>
                <a:gd name="connsiteX9" fmla="*/ 191 w 53163"/>
                <a:gd name="connsiteY9" fmla="*/ 75573 h 136040"/>
                <a:gd name="connsiteX10" fmla="*/ 2608 w 53163"/>
                <a:gd name="connsiteY10" fmla="*/ 77598 h 136040"/>
                <a:gd name="connsiteX11" fmla="*/ 5830 w 53163"/>
                <a:gd name="connsiteY11" fmla="*/ 73954 h 136040"/>
                <a:gd name="connsiteX12" fmla="*/ 26169 w 53163"/>
                <a:gd name="connsiteY12" fmla="*/ 48851 h 136040"/>
                <a:gd name="connsiteX13" fmla="*/ 31203 w 53163"/>
                <a:gd name="connsiteY13" fmla="*/ 55329 h 136040"/>
                <a:gd name="connsiteX14" fmla="*/ 28988 w 53163"/>
                <a:gd name="connsiteY14" fmla="*/ 65856 h 136040"/>
                <a:gd name="connsiteX15" fmla="*/ 15093 w 53163"/>
                <a:gd name="connsiteY15" fmla="*/ 103308 h 136040"/>
                <a:gd name="connsiteX16" fmla="*/ 10462 w 53163"/>
                <a:gd name="connsiteY16" fmla="*/ 119503 h 136040"/>
                <a:gd name="connsiteX17" fmla="*/ 26974 w 53163"/>
                <a:gd name="connsiteY17" fmla="*/ 136103 h 136040"/>
                <a:gd name="connsiteX18" fmla="*/ 53355 w 53163"/>
                <a:gd name="connsiteY18" fmla="*/ 104927 h 136040"/>
                <a:gd name="connsiteX19" fmla="*/ 50938 w 53163"/>
                <a:gd name="connsiteY19" fmla="*/ 102903 h 136040"/>
                <a:gd name="connsiteX20" fmla="*/ 47917 w 53163"/>
                <a:gd name="connsiteY20" fmla="*/ 106547 h 136040"/>
                <a:gd name="connsiteX21" fmla="*/ 27377 w 53163"/>
                <a:gd name="connsiteY21" fmla="*/ 131649 h 136040"/>
                <a:gd name="connsiteX22" fmla="*/ 22544 w 53163"/>
                <a:gd name="connsiteY22" fmla="*/ 124969 h 136040"/>
                <a:gd name="connsiteX23" fmla="*/ 28384 w 53163"/>
                <a:gd name="connsiteY23" fmla="*/ 104725 h 136040"/>
                <a:gd name="connsiteX24" fmla="*/ 36238 w 53163"/>
                <a:gd name="connsiteY24" fmla="*/ 83468 h 13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163" h="136040">
                  <a:moveTo>
                    <a:pt x="51542" y="7351"/>
                  </a:moveTo>
                  <a:cubicBezTo>
                    <a:pt x="51542" y="3302"/>
                    <a:pt x="48723" y="63"/>
                    <a:pt x="44091" y="63"/>
                  </a:cubicBezTo>
                  <a:cubicBezTo>
                    <a:pt x="38654" y="63"/>
                    <a:pt x="33217" y="5326"/>
                    <a:pt x="33217" y="10792"/>
                  </a:cubicBezTo>
                  <a:cubicBezTo>
                    <a:pt x="33217" y="14639"/>
                    <a:pt x="36036" y="18080"/>
                    <a:pt x="40869" y="18080"/>
                  </a:cubicBezTo>
                  <a:cubicBezTo>
                    <a:pt x="45501" y="18080"/>
                    <a:pt x="51542" y="13424"/>
                    <a:pt x="51542" y="7351"/>
                  </a:cubicBezTo>
                  <a:close/>
                  <a:moveTo>
                    <a:pt x="36238" y="83468"/>
                  </a:moveTo>
                  <a:cubicBezTo>
                    <a:pt x="38654" y="77598"/>
                    <a:pt x="38654" y="77193"/>
                    <a:pt x="40668" y="71727"/>
                  </a:cubicBezTo>
                  <a:cubicBezTo>
                    <a:pt x="42279" y="67678"/>
                    <a:pt x="43286" y="64844"/>
                    <a:pt x="43286" y="60997"/>
                  </a:cubicBezTo>
                  <a:cubicBezTo>
                    <a:pt x="43286" y="51888"/>
                    <a:pt x="36842" y="44397"/>
                    <a:pt x="26773" y="44397"/>
                  </a:cubicBezTo>
                  <a:cubicBezTo>
                    <a:pt x="7844" y="44397"/>
                    <a:pt x="191" y="73751"/>
                    <a:pt x="191" y="75573"/>
                  </a:cubicBezTo>
                  <a:cubicBezTo>
                    <a:pt x="191" y="77598"/>
                    <a:pt x="2205" y="77598"/>
                    <a:pt x="2608" y="77598"/>
                  </a:cubicBezTo>
                  <a:cubicBezTo>
                    <a:pt x="4622" y="77598"/>
                    <a:pt x="4823" y="77193"/>
                    <a:pt x="5830" y="73954"/>
                  </a:cubicBezTo>
                  <a:cubicBezTo>
                    <a:pt x="11267" y="54924"/>
                    <a:pt x="19322" y="48851"/>
                    <a:pt x="26169" y="48851"/>
                  </a:cubicBezTo>
                  <a:cubicBezTo>
                    <a:pt x="27780" y="48851"/>
                    <a:pt x="31203" y="48851"/>
                    <a:pt x="31203" y="55329"/>
                  </a:cubicBezTo>
                  <a:cubicBezTo>
                    <a:pt x="31203" y="59580"/>
                    <a:pt x="29794" y="63832"/>
                    <a:pt x="28988" y="65856"/>
                  </a:cubicBezTo>
                  <a:cubicBezTo>
                    <a:pt x="27377" y="71120"/>
                    <a:pt x="18315" y="94603"/>
                    <a:pt x="15093" y="103308"/>
                  </a:cubicBezTo>
                  <a:cubicBezTo>
                    <a:pt x="13079" y="108571"/>
                    <a:pt x="10462" y="115252"/>
                    <a:pt x="10462" y="119503"/>
                  </a:cubicBezTo>
                  <a:cubicBezTo>
                    <a:pt x="10462" y="129018"/>
                    <a:pt x="17308" y="136103"/>
                    <a:pt x="26974" y="136103"/>
                  </a:cubicBezTo>
                  <a:cubicBezTo>
                    <a:pt x="45904" y="136103"/>
                    <a:pt x="53355" y="106749"/>
                    <a:pt x="53355" y="104927"/>
                  </a:cubicBezTo>
                  <a:cubicBezTo>
                    <a:pt x="53355" y="102903"/>
                    <a:pt x="51542" y="102903"/>
                    <a:pt x="50938" y="102903"/>
                  </a:cubicBezTo>
                  <a:cubicBezTo>
                    <a:pt x="48924" y="102903"/>
                    <a:pt x="48924" y="103510"/>
                    <a:pt x="47917" y="106547"/>
                  </a:cubicBezTo>
                  <a:cubicBezTo>
                    <a:pt x="44293" y="119300"/>
                    <a:pt x="37647" y="131649"/>
                    <a:pt x="27377" y="131649"/>
                  </a:cubicBezTo>
                  <a:cubicBezTo>
                    <a:pt x="23954" y="131649"/>
                    <a:pt x="22544" y="129625"/>
                    <a:pt x="22544" y="124969"/>
                  </a:cubicBezTo>
                  <a:cubicBezTo>
                    <a:pt x="22544" y="119908"/>
                    <a:pt x="23752" y="117074"/>
                    <a:pt x="28384" y="104725"/>
                  </a:cubicBezTo>
                  <a:lnTo>
                    <a:pt x="36238" y="8346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0" name="Freeform 729">
              <a:extLst>
                <a:ext uri="{FF2B5EF4-FFF2-40B4-BE49-F238E27FC236}">
                  <a16:creationId xmlns:a16="http://schemas.microsoft.com/office/drawing/2014/main" id="{84287296-A0BC-FFB7-E758-529B9F782CA4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209949" y="3551176"/>
              <a:ext cx="63030" cy="126727"/>
            </a:xfrm>
            <a:custGeom>
              <a:avLst/>
              <a:gdLst>
                <a:gd name="connsiteX0" fmla="*/ 31207 w 63030"/>
                <a:gd name="connsiteY0" fmla="*/ 43588 h 126727"/>
                <a:gd name="connsiteX1" fmla="*/ 60003 w 63030"/>
                <a:gd name="connsiteY1" fmla="*/ 43588 h 126727"/>
                <a:gd name="connsiteX2" fmla="*/ 60003 w 63030"/>
                <a:gd name="connsiteY2" fmla="*/ 37312 h 126727"/>
                <a:gd name="connsiteX3" fmla="*/ 31207 w 63030"/>
                <a:gd name="connsiteY3" fmla="*/ 37312 h 126727"/>
                <a:gd name="connsiteX4" fmla="*/ 31207 w 63030"/>
                <a:gd name="connsiteY4" fmla="*/ 63 h 126727"/>
                <a:gd name="connsiteX5" fmla="*/ 26172 w 63030"/>
                <a:gd name="connsiteY5" fmla="*/ 63 h 126727"/>
                <a:gd name="connsiteX6" fmla="*/ 195 w 63030"/>
                <a:gd name="connsiteY6" fmla="*/ 39134 h 126727"/>
                <a:gd name="connsiteX7" fmla="*/ 195 w 63030"/>
                <a:gd name="connsiteY7" fmla="*/ 43588 h 126727"/>
                <a:gd name="connsiteX8" fmla="*/ 17312 w 63030"/>
                <a:gd name="connsiteY8" fmla="*/ 43588 h 126727"/>
                <a:gd name="connsiteX9" fmla="*/ 17312 w 63030"/>
                <a:gd name="connsiteY9" fmla="*/ 99461 h 126727"/>
                <a:gd name="connsiteX10" fmla="*/ 43289 w 63030"/>
                <a:gd name="connsiteY10" fmla="*/ 126791 h 126727"/>
                <a:gd name="connsiteX11" fmla="*/ 63225 w 63030"/>
                <a:gd name="connsiteY11" fmla="*/ 99461 h 126727"/>
                <a:gd name="connsiteX12" fmla="*/ 63225 w 63030"/>
                <a:gd name="connsiteY12" fmla="*/ 87922 h 126727"/>
                <a:gd name="connsiteX13" fmla="*/ 58191 w 63030"/>
                <a:gd name="connsiteY13" fmla="*/ 87922 h 126727"/>
                <a:gd name="connsiteX14" fmla="*/ 58191 w 63030"/>
                <a:gd name="connsiteY14" fmla="*/ 99056 h 126727"/>
                <a:gd name="connsiteX15" fmla="*/ 44699 w 63030"/>
                <a:gd name="connsiteY15" fmla="*/ 121730 h 126727"/>
                <a:gd name="connsiteX16" fmla="*/ 31207 w 63030"/>
                <a:gd name="connsiteY16" fmla="*/ 99866 h 126727"/>
                <a:gd name="connsiteX17" fmla="*/ 31207 w 63030"/>
                <a:gd name="connsiteY17" fmla="*/ 43588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207" y="43588"/>
                  </a:moveTo>
                  <a:lnTo>
                    <a:pt x="60003" y="43588"/>
                  </a:lnTo>
                  <a:lnTo>
                    <a:pt x="60003" y="37312"/>
                  </a:lnTo>
                  <a:lnTo>
                    <a:pt x="31207" y="37312"/>
                  </a:lnTo>
                  <a:lnTo>
                    <a:pt x="31207" y="63"/>
                  </a:lnTo>
                  <a:lnTo>
                    <a:pt x="26172" y="63"/>
                  </a:lnTo>
                  <a:cubicBezTo>
                    <a:pt x="25971" y="16663"/>
                    <a:pt x="19930" y="38324"/>
                    <a:pt x="195" y="39134"/>
                  </a:cubicBezTo>
                  <a:lnTo>
                    <a:pt x="195" y="43588"/>
                  </a:lnTo>
                  <a:lnTo>
                    <a:pt x="17312" y="43588"/>
                  </a:lnTo>
                  <a:lnTo>
                    <a:pt x="17312" y="99461"/>
                  </a:lnTo>
                  <a:cubicBezTo>
                    <a:pt x="17312" y="124361"/>
                    <a:pt x="36040" y="126791"/>
                    <a:pt x="43289" y="126791"/>
                  </a:cubicBezTo>
                  <a:cubicBezTo>
                    <a:pt x="57587" y="126791"/>
                    <a:pt x="63225" y="112417"/>
                    <a:pt x="63225" y="99461"/>
                  </a:cubicBezTo>
                  <a:lnTo>
                    <a:pt x="63225" y="87922"/>
                  </a:lnTo>
                  <a:lnTo>
                    <a:pt x="58191" y="87922"/>
                  </a:lnTo>
                  <a:lnTo>
                    <a:pt x="58191" y="99056"/>
                  </a:lnTo>
                  <a:cubicBezTo>
                    <a:pt x="58191" y="114037"/>
                    <a:pt x="52150" y="121730"/>
                    <a:pt x="44699" y="121730"/>
                  </a:cubicBezTo>
                  <a:cubicBezTo>
                    <a:pt x="31207" y="121730"/>
                    <a:pt x="31207" y="103308"/>
                    <a:pt x="31207" y="99866"/>
                  </a:cubicBezTo>
                  <a:lnTo>
                    <a:pt x="31207" y="435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1" name="Freeform 730">
              <a:extLst>
                <a:ext uri="{FF2B5EF4-FFF2-40B4-BE49-F238E27FC236}">
                  <a16:creationId xmlns:a16="http://schemas.microsoft.com/office/drawing/2014/main" id="{0B4F03D4-36B9-7FFE-D7BA-A2D4182C71C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290879" y="3535183"/>
              <a:ext cx="101291" cy="140493"/>
            </a:xfrm>
            <a:custGeom>
              <a:avLst/>
              <a:gdLst>
                <a:gd name="connsiteX0" fmla="*/ 15906 w 101291"/>
                <a:gd name="connsiteY0" fmla="*/ 125171 h 140493"/>
                <a:gd name="connsiteX1" fmla="*/ 199 w 101291"/>
                <a:gd name="connsiteY1" fmla="*/ 134281 h 140493"/>
                <a:gd name="connsiteX2" fmla="*/ 199 w 101291"/>
                <a:gd name="connsiteY2" fmla="*/ 140557 h 140493"/>
                <a:gd name="connsiteX3" fmla="*/ 22954 w 101291"/>
                <a:gd name="connsiteY3" fmla="*/ 139949 h 140493"/>
                <a:gd name="connsiteX4" fmla="*/ 45508 w 101291"/>
                <a:gd name="connsiteY4" fmla="*/ 140557 h 140493"/>
                <a:gd name="connsiteX5" fmla="*/ 45508 w 101291"/>
                <a:gd name="connsiteY5" fmla="*/ 134281 h 140493"/>
                <a:gd name="connsiteX6" fmla="*/ 29801 w 101291"/>
                <a:gd name="connsiteY6" fmla="*/ 125171 h 140493"/>
                <a:gd name="connsiteX7" fmla="*/ 29801 w 101291"/>
                <a:gd name="connsiteY7" fmla="*/ 87922 h 140493"/>
                <a:gd name="connsiteX8" fmla="*/ 56987 w 101291"/>
                <a:gd name="connsiteY8" fmla="*/ 55532 h 140493"/>
                <a:gd name="connsiteX9" fmla="*/ 71888 w 101291"/>
                <a:gd name="connsiteY9" fmla="*/ 78002 h 140493"/>
                <a:gd name="connsiteX10" fmla="*/ 71888 w 101291"/>
                <a:gd name="connsiteY10" fmla="*/ 125171 h 140493"/>
                <a:gd name="connsiteX11" fmla="*/ 56181 w 101291"/>
                <a:gd name="connsiteY11" fmla="*/ 134281 h 140493"/>
                <a:gd name="connsiteX12" fmla="*/ 56181 w 101291"/>
                <a:gd name="connsiteY12" fmla="*/ 140557 h 140493"/>
                <a:gd name="connsiteX13" fmla="*/ 78937 w 101291"/>
                <a:gd name="connsiteY13" fmla="*/ 139949 h 140493"/>
                <a:gd name="connsiteX14" fmla="*/ 101491 w 101291"/>
                <a:gd name="connsiteY14" fmla="*/ 140557 h 140493"/>
                <a:gd name="connsiteX15" fmla="*/ 101491 w 101291"/>
                <a:gd name="connsiteY15" fmla="*/ 134281 h 140493"/>
                <a:gd name="connsiteX16" fmla="*/ 85783 w 101291"/>
                <a:gd name="connsiteY16" fmla="*/ 128208 h 140493"/>
                <a:gd name="connsiteX17" fmla="*/ 85783 w 101291"/>
                <a:gd name="connsiteY17" fmla="*/ 89542 h 140493"/>
                <a:gd name="connsiteX18" fmla="*/ 79541 w 101291"/>
                <a:gd name="connsiteY18" fmla="*/ 58568 h 140493"/>
                <a:gd name="connsiteX19" fmla="*/ 58396 w 101291"/>
                <a:gd name="connsiteY19" fmla="*/ 51078 h 140493"/>
                <a:gd name="connsiteX20" fmla="*/ 29197 w 101291"/>
                <a:gd name="connsiteY20" fmla="*/ 70917 h 140493"/>
                <a:gd name="connsiteX21" fmla="*/ 29197 w 101291"/>
                <a:gd name="connsiteY21" fmla="*/ 63 h 140493"/>
                <a:gd name="connsiteX22" fmla="*/ 199 w 101291"/>
                <a:gd name="connsiteY22" fmla="*/ 2290 h 140493"/>
                <a:gd name="connsiteX23" fmla="*/ 199 w 101291"/>
                <a:gd name="connsiteY23" fmla="*/ 8565 h 140493"/>
                <a:gd name="connsiteX24" fmla="*/ 15906 w 101291"/>
                <a:gd name="connsiteY24" fmla="*/ 19902 h 140493"/>
                <a:gd name="connsiteX25" fmla="*/ 15906 w 101291"/>
                <a:gd name="connsiteY25" fmla="*/ 12517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140493">
                  <a:moveTo>
                    <a:pt x="15906" y="125171"/>
                  </a:moveTo>
                  <a:cubicBezTo>
                    <a:pt x="15906" y="134281"/>
                    <a:pt x="13691" y="134281"/>
                    <a:pt x="199" y="134281"/>
                  </a:cubicBezTo>
                  <a:lnTo>
                    <a:pt x="199" y="140557"/>
                  </a:lnTo>
                  <a:cubicBezTo>
                    <a:pt x="7247" y="140354"/>
                    <a:pt x="17517" y="139949"/>
                    <a:pt x="22954" y="139949"/>
                  </a:cubicBezTo>
                  <a:cubicBezTo>
                    <a:pt x="28190" y="139949"/>
                    <a:pt x="38661" y="140354"/>
                    <a:pt x="45508" y="140557"/>
                  </a:cubicBezTo>
                  <a:lnTo>
                    <a:pt x="45508" y="134281"/>
                  </a:lnTo>
                  <a:cubicBezTo>
                    <a:pt x="32016" y="134281"/>
                    <a:pt x="29801" y="134281"/>
                    <a:pt x="29801" y="125171"/>
                  </a:cubicBezTo>
                  <a:lnTo>
                    <a:pt x="29801" y="87922"/>
                  </a:lnTo>
                  <a:cubicBezTo>
                    <a:pt x="29801" y="66868"/>
                    <a:pt x="44099" y="55532"/>
                    <a:pt x="56987" y="55532"/>
                  </a:cubicBezTo>
                  <a:cubicBezTo>
                    <a:pt x="69673" y="55532"/>
                    <a:pt x="71888" y="66463"/>
                    <a:pt x="71888" y="78002"/>
                  </a:cubicBezTo>
                  <a:lnTo>
                    <a:pt x="71888" y="125171"/>
                  </a:lnTo>
                  <a:cubicBezTo>
                    <a:pt x="71888" y="134281"/>
                    <a:pt x="69673" y="134281"/>
                    <a:pt x="56181" y="134281"/>
                  </a:cubicBezTo>
                  <a:lnTo>
                    <a:pt x="56181" y="140557"/>
                  </a:lnTo>
                  <a:cubicBezTo>
                    <a:pt x="63229" y="140354"/>
                    <a:pt x="73499" y="139949"/>
                    <a:pt x="78937" y="139949"/>
                  </a:cubicBezTo>
                  <a:cubicBezTo>
                    <a:pt x="84172" y="139949"/>
                    <a:pt x="94644" y="140354"/>
                    <a:pt x="101491" y="140557"/>
                  </a:cubicBezTo>
                  <a:lnTo>
                    <a:pt x="101491" y="134281"/>
                  </a:lnTo>
                  <a:cubicBezTo>
                    <a:pt x="91019" y="134281"/>
                    <a:pt x="85985" y="134281"/>
                    <a:pt x="85783" y="128208"/>
                  </a:cubicBezTo>
                  <a:lnTo>
                    <a:pt x="85783" y="89542"/>
                  </a:lnTo>
                  <a:cubicBezTo>
                    <a:pt x="85783" y="72132"/>
                    <a:pt x="85783" y="65856"/>
                    <a:pt x="79541" y="58568"/>
                  </a:cubicBezTo>
                  <a:cubicBezTo>
                    <a:pt x="76721" y="55127"/>
                    <a:pt x="70076" y="51078"/>
                    <a:pt x="58396" y="51078"/>
                  </a:cubicBezTo>
                  <a:cubicBezTo>
                    <a:pt x="41481" y="51078"/>
                    <a:pt x="32620" y="63224"/>
                    <a:pt x="29197" y="70917"/>
                  </a:cubicBezTo>
                  <a:lnTo>
                    <a:pt x="29197" y="63"/>
                  </a:lnTo>
                  <a:lnTo>
                    <a:pt x="199" y="2290"/>
                  </a:lnTo>
                  <a:lnTo>
                    <a:pt x="199" y="8565"/>
                  </a:lnTo>
                  <a:cubicBezTo>
                    <a:pt x="14295" y="8565"/>
                    <a:pt x="15906" y="9982"/>
                    <a:pt x="15906" y="19902"/>
                  </a:cubicBezTo>
                  <a:lnTo>
                    <a:pt x="15906" y="12517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2" name="Freeform 731">
              <a:extLst>
                <a:ext uri="{FF2B5EF4-FFF2-40B4-BE49-F238E27FC236}">
                  <a16:creationId xmlns:a16="http://schemas.microsoft.com/office/drawing/2014/main" id="{E491DC2F-817B-AEBF-ADD1-3398F112F472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470081" y="3535183"/>
              <a:ext cx="44705" cy="140493"/>
            </a:xfrm>
            <a:custGeom>
              <a:avLst/>
              <a:gdLst>
                <a:gd name="connsiteX0" fmla="*/ 29206 w 44705"/>
                <a:gd name="connsiteY0" fmla="*/ 63 h 140493"/>
                <a:gd name="connsiteX1" fmla="*/ 208 w 44705"/>
                <a:gd name="connsiteY1" fmla="*/ 2290 h 140493"/>
                <a:gd name="connsiteX2" fmla="*/ 208 w 44705"/>
                <a:gd name="connsiteY2" fmla="*/ 8565 h 140493"/>
                <a:gd name="connsiteX3" fmla="*/ 15915 w 44705"/>
                <a:gd name="connsiteY3" fmla="*/ 19902 h 140493"/>
                <a:gd name="connsiteX4" fmla="*/ 15915 w 44705"/>
                <a:gd name="connsiteY4" fmla="*/ 125171 h 140493"/>
                <a:gd name="connsiteX5" fmla="*/ 208 w 44705"/>
                <a:gd name="connsiteY5" fmla="*/ 134281 h 140493"/>
                <a:gd name="connsiteX6" fmla="*/ 208 w 44705"/>
                <a:gd name="connsiteY6" fmla="*/ 140557 h 140493"/>
                <a:gd name="connsiteX7" fmla="*/ 22560 w 44705"/>
                <a:gd name="connsiteY7" fmla="*/ 139949 h 140493"/>
                <a:gd name="connsiteX8" fmla="*/ 44913 w 44705"/>
                <a:gd name="connsiteY8" fmla="*/ 140557 h 140493"/>
                <a:gd name="connsiteX9" fmla="*/ 44913 w 44705"/>
                <a:gd name="connsiteY9" fmla="*/ 134281 h 140493"/>
                <a:gd name="connsiteX10" fmla="*/ 29206 w 44705"/>
                <a:gd name="connsiteY10" fmla="*/ 125171 h 140493"/>
                <a:gd name="connsiteX11" fmla="*/ 29206 w 44705"/>
                <a:gd name="connsiteY11" fmla="*/ 63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206" y="63"/>
                  </a:moveTo>
                  <a:lnTo>
                    <a:pt x="208" y="2290"/>
                  </a:lnTo>
                  <a:lnTo>
                    <a:pt x="208" y="8565"/>
                  </a:lnTo>
                  <a:cubicBezTo>
                    <a:pt x="14304" y="8565"/>
                    <a:pt x="15915" y="9982"/>
                    <a:pt x="15915" y="19902"/>
                  </a:cubicBezTo>
                  <a:lnTo>
                    <a:pt x="15915" y="125171"/>
                  </a:lnTo>
                  <a:cubicBezTo>
                    <a:pt x="15915" y="134281"/>
                    <a:pt x="13700" y="134281"/>
                    <a:pt x="208" y="134281"/>
                  </a:cubicBezTo>
                  <a:lnTo>
                    <a:pt x="208" y="140557"/>
                  </a:lnTo>
                  <a:cubicBezTo>
                    <a:pt x="6853" y="140354"/>
                    <a:pt x="17526" y="139949"/>
                    <a:pt x="22560" y="139949"/>
                  </a:cubicBezTo>
                  <a:cubicBezTo>
                    <a:pt x="27595" y="139949"/>
                    <a:pt x="37462" y="140354"/>
                    <a:pt x="44913" y="140557"/>
                  </a:cubicBezTo>
                  <a:lnTo>
                    <a:pt x="44913" y="134281"/>
                  </a:lnTo>
                  <a:cubicBezTo>
                    <a:pt x="31421" y="134281"/>
                    <a:pt x="29206" y="134281"/>
                    <a:pt x="29206" y="125171"/>
                  </a:cubicBezTo>
                  <a:lnTo>
                    <a:pt x="29206" y="6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3" name="Freeform 732">
              <a:extLst>
                <a:ext uri="{FF2B5EF4-FFF2-40B4-BE49-F238E27FC236}">
                  <a16:creationId xmlns:a16="http://schemas.microsoft.com/office/drawing/2014/main" id="{9E435BE7-02BD-2FE7-E249-B61C28BFB51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527832" y="3584983"/>
              <a:ext cx="90820" cy="92920"/>
            </a:xfrm>
            <a:custGeom>
              <a:avLst/>
              <a:gdLst>
                <a:gd name="connsiteX0" fmla="*/ 58811 w 90820"/>
                <a:gd name="connsiteY0" fmla="*/ 75371 h 92920"/>
                <a:gd name="connsiteX1" fmla="*/ 74518 w 90820"/>
                <a:gd name="connsiteY1" fmla="*/ 91971 h 92920"/>
                <a:gd name="connsiteX2" fmla="*/ 91031 w 90820"/>
                <a:gd name="connsiteY2" fmla="*/ 72739 h 92920"/>
                <a:gd name="connsiteX3" fmla="*/ 91031 w 90820"/>
                <a:gd name="connsiteY3" fmla="*/ 61402 h 92920"/>
                <a:gd name="connsiteX4" fmla="*/ 85996 w 90820"/>
                <a:gd name="connsiteY4" fmla="*/ 61402 h 92920"/>
                <a:gd name="connsiteX5" fmla="*/ 85996 w 90820"/>
                <a:gd name="connsiteY5" fmla="*/ 72739 h 92920"/>
                <a:gd name="connsiteX6" fmla="*/ 78747 w 90820"/>
                <a:gd name="connsiteY6" fmla="*/ 85695 h 92920"/>
                <a:gd name="connsiteX7" fmla="*/ 71296 w 90820"/>
                <a:gd name="connsiteY7" fmla="*/ 75573 h 92920"/>
                <a:gd name="connsiteX8" fmla="*/ 71296 w 90820"/>
                <a:gd name="connsiteY8" fmla="*/ 35085 h 92920"/>
                <a:gd name="connsiteX9" fmla="*/ 64046 w 90820"/>
                <a:gd name="connsiteY9" fmla="*/ 11197 h 92920"/>
                <a:gd name="connsiteX10" fmla="*/ 36458 w 90820"/>
                <a:gd name="connsiteY10" fmla="*/ 63 h 92920"/>
                <a:gd name="connsiteX11" fmla="*/ 6050 w 90820"/>
                <a:gd name="connsiteY11" fmla="*/ 22939 h 92920"/>
                <a:gd name="connsiteX12" fmla="*/ 15314 w 90820"/>
                <a:gd name="connsiteY12" fmla="*/ 32453 h 92920"/>
                <a:gd name="connsiteX13" fmla="*/ 24577 w 90820"/>
                <a:gd name="connsiteY13" fmla="*/ 23141 h 92920"/>
                <a:gd name="connsiteX14" fmla="*/ 14307 w 90820"/>
                <a:gd name="connsiteY14" fmla="*/ 13829 h 92920"/>
                <a:gd name="connsiteX15" fmla="*/ 36055 w 90820"/>
                <a:gd name="connsiteY15" fmla="*/ 4516 h 92920"/>
                <a:gd name="connsiteX16" fmla="*/ 57401 w 90820"/>
                <a:gd name="connsiteY16" fmla="*/ 30429 h 92920"/>
                <a:gd name="connsiteX17" fmla="*/ 57401 w 90820"/>
                <a:gd name="connsiteY17" fmla="*/ 37919 h 92920"/>
                <a:gd name="connsiteX18" fmla="*/ 20348 w 90820"/>
                <a:gd name="connsiteY18" fmla="*/ 45207 h 92920"/>
                <a:gd name="connsiteX19" fmla="*/ 210 w 90820"/>
                <a:gd name="connsiteY19" fmla="*/ 71524 h 92920"/>
                <a:gd name="connsiteX20" fmla="*/ 32430 w 90820"/>
                <a:gd name="connsiteY20" fmla="*/ 92983 h 92920"/>
                <a:gd name="connsiteX21" fmla="*/ 58811 w 90820"/>
                <a:gd name="connsiteY21" fmla="*/ 75371 h 92920"/>
                <a:gd name="connsiteX22" fmla="*/ 57401 w 90820"/>
                <a:gd name="connsiteY22" fmla="*/ 42170 h 92920"/>
                <a:gd name="connsiteX23" fmla="*/ 57401 w 90820"/>
                <a:gd name="connsiteY23" fmla="*/ 62415 h 92920"/>
                <a:gd name="connsiteX24" fmla="*/ 33840 w 90820"/>
                <a:gd name="connsiteY24" fmla="*/ 88529 h 92920"/>
                <a:gd name="connsiteX25" fmla="*/ 15716 w 90820"/>
                <a:gd name="connsiteY25" fmla="*/ 71322 h 92920"/>
                <a:gd name="connsiteX26" fmla="*/ 57401 w 90820"/>
                <a:gd name="connsiteY26" fmla="*/ 4217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811" y="75371"/>
                  </a:moveTo>
                  <a:cubicBezTo>
                    <a:pt x="59616" y="83468"/>
                    <a:pt x="65053" y="91971"/>
                    <a:pt x="74518" y="91971"/>
                  </a:cubicBezTo>
                  <a:cubicBezTo>
                    <a:pt x="78747" y="91971"/>
                    <a:pt x="91031" y="89137"/>
                    <a:pt x="91031" y="72739"/>
                  </a:cubicBezTo>
                  <a:lnTo>
                    <a:pt x="91031" y="61402"/>
                  </a:lnTo>
                  <a:lnTo>
                    <a:pt x="85996" y="61402"/>
                  </a:lnTo>
                  <a:lnTo>
                    <a:pt x="85996" y="72739"/>
                  </a:lnTo>
                  <a:cubicBezTo>
                    <a:pt x="85996" y="84481"/>
                    <a:pt x="80962" y="85695"/>
                    <a:pt x="78747" y="85695"/>
                  </a:cubicBezTo>
                  <a:cubicBezTo>
                    <a:pt x="72101" y="85695"/>
                    <a:pt x="71296" y="76585"/>
                    <a:pt x="71296" y="75573"/>
                  </a:cubicBezTo>
                  <a:lnTo>
                    <a:pt x="71296" y="35085"/>
                  </a:lnTo>
                  <a:cubicBezTo>
                    <a:pt x="71296" y="26583"/>
                    <a:pt x="71296" y="18687"/>
                    <a:pt x="64046" y="11197"/>
                  </a:cubicBezTo>
                  <a:cubicBezTo>
                    <a:pt x="56193" y="3302"/>
                    <a:pt x="46124" y="63"/>
                    <a:pt x="36458" y="63"/>
                  </a:cubicBezTo>
                  <a:cubicBezTo>
                    <a:pt x="19945" y="63"/>
                    <a:pt x="6050" y="9577"/>
                    <a:pt x="6050" y="22939"/>
                  </a:cubicBezTo>
                  <a:cubicBezTo>
                    <a:pt x="6050" y="29012"/>
                    <a:pt x="10078" y="32453"/>
                    <a:pt x="15314" y="32453"/>
                  </a:cubicBezTo>
                  <a:cubicBezTo>
                    <a:pt x="20952" y="32453"/>
                    <a:pt x="24577" y="28404"/>
                    <a:pt x="24577" y="23141"/>
                  </a:cubicBezTo>
                  <a:cubicBezTo>
                    <a:pt x="24577" y="20712"/>
                    <a:pt x="23570" y="14031"/>
                    <a:pt x="14307" y="13829"/>
                  </a:cubicBezTo>
                  <a:cubicBezTo>
                    <a:pt x="19744" y="6743"/>
                    <a:pt x="29611" y="4516"/>
                    <a:pt x="36055" y="4516"/>
                  </a:cubicBezTo>
                  <a:cubicBezTo>
                    <a:pt x="45923" y="4516"/>
                    <a:pt x="57401" y="12412"/>
                    <a:pt x="57401" y="30429"/>
                  </a:cubicBezTo>
                  <a:lnTo>
                    <a:pt x="57401" y="37919"/>
                  </a:lnTo>
                  <a:cubicBezTo>
                    <a:pt x="47131" y="38527"/>
                    <a:pt x="33035" y="39134"/>
                    <a:pt x="20348" y="45207"/>
                  </a:cubicBezTo>
                  <a:cubicBezTo>
                    <a:pt x="5245" y="52090"/>
                    <a:pt x="210" y="62617"/>
                    <a:pt x="210" y="71524"/>
                  </a:cubicBezTo>
                  <a:cubicBezTo>
                    <a:pt x="210" y="87922"/>
                    <a:pt x="19744" y="92983"/>
                    <a:pt x="32430" y="92983"/>
                  </a:cubicBezTo>
                  <a:cubicBezTo>
                    <a:pt x="45721" y="92983"/>
                    <a:pt x="54984" y="84885"/>
                    <a:pt x="58811" y="75371"/>
                  </a:cubicBezTo>
                  <a:close/>
                  <a:moveTo>
                    <a:pt x="57401" y="42170"/>
                  </a:moveTo>
                  <a:lnTo>
                    <a:pt x="57401" y="62415"/>
                  </a:lnTo>
                  <a:cubicBezTo>
                    <a:pt x="57401" y="81646"/>
                    <a:pt x="42902" y="88529"/>
                    <a:pt x="33840" y="88529"/>
                  </a:cubicBezTo>
                  <a:cubicBezTo>
                    <a:pt x="23973" y="88529"/>
                    <a:pt x="15716" y="81444"/>
                    <a:pt x="15716" y="71322"/>
                  </a:cubicBezTo>
                  <a:cubicBezTo>
                    <a:pt x="15716" y="60188"/>
                    <a:pt x="24174" y="43385"/>
                    <a:pt x="57401" y="4217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4" name="Freeform 733">
              <a:extLst>
                <a:ext uri="{FF2B5EF4-FFF2-40B4-BE49-F238E27FC236}">
                  <a16:creationId xmlns:a16="http://schemas.microsoft.com/office/drawing/2014/main" id="{7BD81E40-05D1-EA15-E07E-0081C192B01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618294" y="3588425"/>
              <a:ext cx="98472" cy="128752"/>
            </a:xfrm>
            <a:custGeom>
              <a:avLst/>
              <a:gdLst>
                <a:gd name="connsiteX0" fmla="*/ 79960 w 98472"/>
                <a:gd name="connsiteY0" fmla="*/ 19295 h 128752"/>
                <a:gd name="connsiteX1" fmla="*/ 98688 w 98472"/>
                <a:gd name="connsiteY1" fmla="*/ 6338 h 128752"/>
                <a:gd name="connsiteX2" fmla="*/ 98688 w 98472"/>
                <a:gd name="connsiteY2" fmla="*/ 63 h 128752"/>
                <a:gd name="connsiteX3" fmla="*/ 83584 w 98472"/>
                <a:gd name="connsiteY3" fmla="*/ 670 h 128752"/>
                <a:gd name="connsiteX4" fmla="*/ 66065 w 98472"/>
                <a:gd name="connsiteY4" fmla="*/ 63 h 128752"/>
                <a:gd name="connsiteX5" fmla="*/ 66065 w 98472"/>
                <a:gd name="connsiteY5" fmla="*/ 6338 h 128752"/>
                <a:gd name="connsiteX6" fmla="*/ 75529 w 98472"/>
                <a:gd name="connsiteY6" fmla="*/ 15043 h 128752"/>
                <a:gd name="connsiteX7" fmla="*/ 74321 w 98472"/>
                <a:gd name="connsiteY7" fmla="*/ 19902 h 128752"/>
                <a:gd name="connsiteX8" fmla="*/ 53982 w 98472"/>
                <a:gd name="connsiteY8" fmla="*/ 69702 h 128752"/>
                <a:gd name="connsiteX9" fmla="*/ 31630 w 98472"/>
                <a:gd name="connsiteY9" fmla="*/ 15246 h 128752"/>
                <a:gd name="connsiteX10" fmla="*/ 30421 w 98472"/>
                <a:gd name="connsiteY10" fmla="*/ 11602 h 128752"/>
                <a:gd name="connsiteX11" fmla="*/ 41698 w 98472"/>
                <a:gd name="connsiteY11" fmla="*/ 6338 h 128752"/>
                <a:gd name="connsiteX12" fmla="*/ 41698 w 98472"/>
                <a:gd name="connsiteY12" fmla="*/ 63 h 128752"/>
                <a:gd name="connsiteX13" fmla="*/ 19748 w 98472"/>
                <a:gd name="connsiteY13" fmla="*/ 670 h 128752"/>
                <a:gd name="connsiteX14" fmla="*/ 215 w 98472"/>
                <a:gd name="connsiteY14" fmla="*/ 63 h 128752"/>
                <a:gd name="connsiteX15" fmla="*/ 215 w 98472"/>
                <a:gd name="connsiteY15" fmla="*/ 6338 h 128752"/>
                <a:gd name="connsiteX16" fmla="*/ 16526 w 98472"/>
                <a:gd name="connsiteY16" fmla="*/ 13424 h 128752"/>
                <a:gd name="connsiteX17" fmla="*/ 46733 w 98472"/>
                <a:gd name="connsiteY17" fmla="*/ 87315 h 128752"/>
                <a:gd name="connsiteX18" fmla="*/ 41698 w 98472"/>
                <a:gd name="connsiteY18" fmla="*/ 99259 h 128752"/>
                <a:gd name="connsiteX19" fmla="*/ 18742 w 98472"/>
                <a:gd name="connsiteY19" fmla="*/ 124361 h 128752"/>
                <a:gd name="connsiteX20" fmla="*/ 9277 w 98472"/>
                <a:gd name="connsiteY20" fmla="*/ 120718 h 128752"/>
                <a:gd name="connsiteX21" fmla="*/ 17131 w 98472"/>
                <a:gd name="connsiteY21" fmla="*/ 112215 h 128752"/>
                <a:gd name="connsiteX22" fmla="*/ 8673 w 98472"/>
                <a:gd name="connsiteY22" fmla="*/ 103712 h 128752"/>
                <a:gd name="connsiteX23" fmla="*/ 215 w 98472"/>
                <a:gd name="connsiteY23" fmla="*/ 112417 h 128752"/>
                <a:gd name="connsiteX24" fmla="*/ 18742 w 98472"/>
                <a:gd name="connsiteY24" fmla="*/ 128815 h 128752"/>
                <a:gd name="connsiteX25" fmla="*/ 44518 w 98472"/>
                <a:gd name="connsiteY25" fmla="*/ 105737 h 128752"/>
                <a:gd name="connsiteX26" fmla="*/ 79960 w 98472"/>
                <a:gd name="connsiteY26" fmla="*/ 19295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8472" h="128752">
                  <a:moveTo>
                    <a:pt x="79960" y="19295"/>
                  </a:moveTo>
                  <a:cubicBezTo>
                    <a:pt x="85195" y="6541"/>
                    <a:pt x="95466" y="6338"/>
                    <a:pt x="98688" y="6338"/>
                  </a:cubicBezTo>
                  <a:lnTo>
                    <a:pt x="98688" y="63"/>
                  </a:lnTo>
                  <a:cubicBezTo>
                    <a:pt x="94056" y="468"/>
                    <a:pt x="88216" y="670"/>
                    <a:pt x="83584" y="670"/>
                  </a:cubicBezTo>
                  <a:cubicBezTo>
                    <a:pt x="79960" y="670"/>
                    <a:pt x="70495" y="265"/>
                    <a:pt x="66065" y="63"/>
                  </a:cubicBezTo>
                  <a:lnTo>
                    <a:pt x="66065" y="6338"/>
                  </a:lnTo>
                  <a:cubicBezTo>
                    <a:pt x="72307" y="6541"/>
                    <a:pt x="75529" y="9982"/>
                    <a:pt x="75529" y="15043"/>
                  </a:cubicBezTo>
                  <a:cubicBezTo>
                    <a:pt x="75529" y="17068"/>
                    <a:pt x="75328" y="17473"/>
                    <a:pt x="74321" y="19902"/>
                  </a:cubicBezTo>
                  <a:lnTo>
                    <a:pt x="53982" y="69702"/>
                  </a:lnTo>
                  <a:lnTo>
                    <a:pt x="31630" y="15246"/>
                  </a:lnTo>
                  <a:cubicBezTo>
                    <a:pt x="30824" y="13221"/>
                    <a:pt x="30421" y="12412"/>
                    <a:pt x="30421" y="11602"/>
                  </a:cubicBezTo>
                  <a:cubicBezTo>
                    <a:pt x="30421" y="6338"/>
                    <a:pt x="37872" y="6338"/>
                    <a:pt x="41698" y="6338"/>
                  </a:cubicBezTo>
                  <a:lnTo>
                    <a:pt x="41698" y="63"/>
                  </a:lnTo>
                  <a:cubicBezTo>
                    <a:pt x="36463" y="265"/>
                    <a:pt x="23172" y="670"/>
                    <a:pt x="19748" y="670"/>
                  </a:cubicBezTo>
                  <a:cubicBezTo>
                    <a:pt x="14311" y="670"/>
                    <a:pt x="6256" y="468"/>
                    <a:pt x="215" y="63"/>
                  </a:cubicBezTo>
                  <a:lnTo>
                    <a:pt x="215" y="6338"/>
                  </a:lnTo>
                  <a:cubicBezTo>
                    <a:pt x="9881" y="6338"/>
                    <a:pt x="13707" y="6338"/>
                    <a:pt x="16526" y="13424"/>
                  </a:cubicBezTo>
                  <a:lnTo>
                    <a:pt x="46733" y="87315"/>
                  </a:lnTo>
                  <a:cubicBezTo>
                    <a:pt x="45726" y="89947"/>
                    <a:pt x="42907" y="96627"/>
                    <a:pt x="41698" y="99259"/>
                  </a:cubicBezTo>
                  <a:cubicBezTo>
                    <a:pt x="37268" y="110393"/>
                    <a:pt x="31630" y="124361"/>
                    <a:pt x="18742" y="124361"/>
                  </a:cubicBezTo>
                  <a:cubicBezTo>
                    <a:pt x="17735" y="124361"/>
                    <a:pt x="13103" y="124361"/>
                    <a:pt x="9277" y="120718"/>
                  </a:cubicBezTo>
                  <a:cubicBezTo>
                    <a:pt x="15520" y="119908"/>
                    <a:pt x="17131" y="115454"/>
                    <a:pt x="17131" y="112215"/>
                  </a:cubicBezTo>
                  <a:cubicBezTo>
                    <a:pt x="17131" y="106952"/>
                    <a:pt x="13304" y="103712"/>
                    <a:pt x="8673" y="103712"/>
                  </a:cubicBezTo>
                  <a:cubicBezTo>
                    <a:pt x="4645" y="103712"/>
                    <a:pt x="215" y="106344"/>
                    <a:pt x="215" y="112417"/>
                  </a:cubicBezTo>
                  <a:cubicBezTo>
                    <a:pt x="215" y="121527"/>
                    <a:pt x="8673" y="128815"/>
                    <a:pt x="18742" y="128815"/>
                  </a:cubicBezTo>
                  <a:cubicBezTo>
                    <a:pt x="31428" y="128815"/>
                    <a:pt x="39685" y="117276"/>
                    <a:pt x="44518" y="105737"/>
                  </a:cubicBezTo>
                  <a:lnTo>
                    <a:pt x="79960" y="1929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5" name="Freeform 734">
              <a:extLst>
                <a:ext uri="{FF2B5EF4-FFF2-40B4-BE49-F238E27FC236}">
                  <a16:creationId xmlns:a16="http://schemas.microsoft.com/office/drawing/2014/main" id="{7734AA51-0708-FDCD-2F8D-68C0AA76BFE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720795" y="3584983"/>
              <a:ext cx="77932" cy="92920"/>
            </a:xfrm>
            <a:custGeom>
              <a:avLst/>
              <a:gdLst>
                <a:gd name="connsiteX0" fmla="*/ 17136 w 77932"/>
                <a:gd name="connsiteY0" fmla="*/ 39741 h 92920"/>
                <a:gd name="connsiteX1" fmla="*/ 42106 w 77932"/>
                <a:gd name="connsiteY1" fmla="*/ 4516 h 92920"/>
                <a:gd name="connsiteX2" fmla="*/ 64862 w 77932"/>
                <a:gd name="connsiteY2" fmla="*/ 39741 h 92920"/>
                <a:gd name="connsiteX3" fmla="*/ 17136 w 77932"/>
                <a:gd name="connsiteY3" fmla="*/ 39741 h 92920"/>
                <a:gd name="connsiteX4" fmla="*/ 16934 w 77932"/>
                <a:gd name="connsiteY4" fmla="*/ 43992 h 92920"/>
                <a:gd name="connsiteX5" fmla="*/ 73118 w 77932"/>
                <a:gd name="connsiteY5" fmla="*/ 43992 h 92920"/>
                <a:gd name="connsiteX6" fmla="*/ 78152 w 77932"/>
                <a:gd name="connsiteY6" fmla="*/ 39741 h 92920"/>
                <a:gd name="connsiteX7" fmla="*/ 42106 w 77932"/>
                <a:gd name="connsiteY7" fmla="*/ 63 h 92920"/>
                <a:gd name="connsiteX8" fmla="*/ 220 w 77932"/>
                <a:gd name="connsiteY8" fmla="*/ 46219 h 92920"/>
                <a:gd name="connsiteX9" fmla="*/ 44523 w 77932"/>
                <a:gd name="connsiteY9" fmla="*/ 92983 h 92920"/>
                <a:gd name="connsiteX10" fmla="*/ 78152 w 77932"/>
                <a:gd name="connsiteY10" fmla="*/ 66666 h 92920"/>
                <a:gd name="connsiteX11" fmla="*/ 75534 w 77932"/>
                <a:gd name="connsiteY11" fmla="*/ 64237 h 92920"/>
                <a:gd name="connsiteX12" fmla="*/ 72917 w 77932"/>
                <a:gd name="connsiteY12" fmla="*/ 67071 h 92920"/>
                <a:gd name="connsiteX13" fmla="*/ 45731 w 77932"/>
                <a:gd name="connsiteY13" fmla="*/ 87922 h 92920"/>
                <a:gd name="connsiteX14" fmla="*/ 22975 w 77932"/>
                <a:gd name="connsiteY14" fmla="*/ 74359 h 92920"/>
                <a:gd name="connsiteX15" fmla="*/ 16934 w 77932"/>
                <a:gd name="connsiteY15" fmla="*/ 439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136" y="39741"/>
                  </a:moveTo>
                  <a:cubicBezTo>
                    <a:pt x="18344" y="9577"/>
                    <a:pt x="35259" y="4516"/>
                    <a:pt x="42106" y="4516"/>
                  </a:cubicBezTo>
                  <a:cubicBezTo>
                    <a:pt x="62848" y="4516"/>
                    <a:pt x="64862" y="31846"/>
                    <a:pt x="64862" y="39741"/>
                  </a:cubicBezTo>
                  <a:lnTo>
                    <a:pt x="17136" y="39741"/>
                  </a:lnTo>
                  <a:close/>
                  <a:moveTo>
                    <a:pt x="16934" y="43992"/>
                  </a:moveTo>
                  <a:lnTo>
                    <a:pt x="73118" y="43992"/>
                  </a:lnTo>
                  <a:cubicBezTo>
                    <a:pt x="77548" y="43992"/>
                    <a:pt x="78152" y="43992"/>
                    <a:pt x="78152" y="39741"/>
                  </a:cubicBezTo>
                  <a:cubicBezTo>
                    <a:pt x="78152" y="19700"/>
                    <a:pt x="67278" y="63"/>
                    <a:pt x="42106" y="63"/>
                  </a:cubicBezTo>
                  <a:cubicBezTo>
                    <a:pt x="18747" y="63"/>
                    <a:pt x="220" y="20914"/>
                    <a:pt x="220" y="46219"/>
                  </a:cubicBezTo>
                  <a:cubicBezTo>
                    <a:pt x="220" y="73346"/>
                    <a:pt x="21364" y="92983"/>
                    <a:pt x="44523" y="92983"/>
                  </a:cubicBezTo>
                  <a:cubicBezTo>
                    <a:pt x="69090" y="92983"/>
                    <a:pt x="78152" y="70512"/>
                    <a:pt x="78152" y="66666"/>
                  </a:cubicBezTo>
                  <a:cubicBezTo>
                    <a:pt x="78152" y="64641"/>
                    <a:pt x="76541" y="64237"/>
                    <a:pt x="75534" y="64237"/>
                  </a:cubicBezTo>
                  <a:cubicBezTo>
                    <a:pt x="73722" y="64237"/>
                    <a:pt x="73319" y="65451"/>
                    <a:pt x="72917" y="67071"/>
                  </a:cubicBezTo>
                  <a:cubicBezTo>
                    <a:pt x="65868" y="87922"/>
                    <a:pt x="47745" y="87922"/>
                    <a:pt x="45731" y="87922"/>
                  </a:cubicBezTo>
                  <a:cubicBezTo>
                    <a:pt x="35662" y="87922"/>
                    <a:pt x="27607" y="81849"/>
                    <a:pt x="22975" y="74359"/>
                  </a:cubicBezTo>
                  <a:cubicBezTo>
                    <a:pt x="16934" y="64641"/>
                    <a:pt x="16934" y="51280"/>
                    <a:pt x="16934" y="439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6" name="Freeform 735">
              <a:extLst>
                <a:ext uri="{FF2B5EF4-FFF2-40B4-BE49-F238E27FC236}">
                  <a16:creationId xmlns:a16="http://schemas.microsoft.com/office/drawing/2014/main" id="{4986DDB7-D018-BA49-3E25-43E8ADF7D8B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810295" y="3586198"/>
              <a:ext cx="67662" cy="89478"/>
            </a:xfrm>
            <a:custGeom>
              <a:avLst/>
              <a:gdLst>
                <a:gd name="connsiteX0" fmla="*/ 28216 w 67662"/>
                <a:gd name="connsiteY0" fmla="*/ 22331 h 89478"/>
                <a:gd name="connsiteX1" fmla="*/ 28216 w 67662"/>
                <a:gd name="connsiteY1" fmla="*/ 63 h 89478"/>
                <a:gd name="connsiteX2" fmla="*/ 224 w 67662"/>
                <a:gd name="connsiteY2" fmla="*/ 2290 h 89478"/>
                <a:gd name="connsiteX3" fmla="*/ 224 w 67662"/>
                <a:gd name="connsiteY3" fmla="*/ 8565 h 89478"/>
                <a:gd name="connsiteX4" fmla="*/ 15932 w 67662"/>
                <a:gd name="connsiteY4" fmla="*/ 19902 h 89478"/>
                <a:gd name="connsiteX5" fmla="*/ 15932 w 67662"/>
                <a:gd name="connsiteY5" fmla="*/ 74156 h 89478"/>
                <a:gd name="connsiteX6" fmla="*/ 224 w 67662"/>
                <a:gd name="connsiteY6" fmla="*/ 83266 h 89478"/>
                <a:gd name="connsiteX7" fmla="*/ 224 w 67662"/>
                <a:gd name="connsiteY7" fmla="*/ 89542 h 89478"/>
                <a:gd name="connsiteX8" fmla="*/ 23181 w 67662"/>
                <a:gd name="connsiteY8" fmla="*/ 88934 h 89478"/>
                <a:gd name="connsiteX9" fmla="*/ 48756 w 67662"/>
                <a:gd name="connsiteY9" fmla="*/ 89542 h 89478"/>
                <a:gd name="connsiteX10" fmla="*/ 48756 w 67662"/>
                <a:gd name="connsiteY10" fmla="*/ 83266 h 89478"/>
                <a:gd name="connsiteX11" fmla="*/ 44527 w 67662"/>
                <a:gd name="connsiteY11" fmla="*/ 83266 h 89478"/>
                <a:gd name="connsiteX12" fmla="*/ 29223 w 67662"/>
                <a:gd name="connsiteY12" fmla="*/ 73751 h 89478"/>
                <a:gd name="connsiteX13" fmla="*/ 29223 w 67662"/>
                <a:gd name="connsiteY13" fmla="*/ 42575 h 89478"/>
                <a:gd name="connsiteX14" fmla="*/ 52985 w 67662"/>
                <a:gd name="connsiteY14" fmla="*/ 4516 h 89478"/>
                <a:gd name="connsiteX15" fmla="*/ 55200 w 67662"/>
                <a:gd name="connsiteY15" fmla="*/ 4719 h 89478"/>
                <a:gd name="connsiteX16" fmla="*/ 50568 w 67662"/>
                <a:gd name="connsiteY16" fmla="*/ 12614 h 89478"/>
                <a:gd name="connsiteX17" fmla="*/ 59227 w 67662"/>
                <a:gd name="connsiteY17" fmla="*/ 21319 h 89478"/>
                <a:gd name="connsiteX18" fmla="*/ 67887 w 67662"/>
                <a:gd name="connsiteY18" fmla="*/ 12412 h 89478"/>
                <a:gd name="connsiteX19" fmla="*/ 52985 w 67662"/>
                <a:gd name="connsiteY19" fmla="*/ 63 h 89478"/>
                <a:gd name="connsiteX20" fmla="*/ 28216 w 67662"/>
                <a:gd name="connsiteY20" fmla="*/ 2233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216" y="22331"/>
                  </a:moveTo>
                  <a:lnTo>
                    <a:pt x="28216" y="63"/>
                  </a:lnTo>
                  <a:lnTo>
                    <a:pt x="224" y="2290"/>
                  </a:lnTo>
                  <a:lnTo>
                    <a:pt x="224" y="8565"/>
                  </a:lnTo>
                  <a:cubicBezTo>
                    <a:pt x="14321" y="8565"/>
                    <a:pt x="15932" y="9982"/>
                    <a:pt x="15932" y="19902"/>
                  </a:cubicBezTo>
                  <a:lnTo>
                    <a:pt x="15932" y="74156"/>
                  </a:lnTo>
                  <a:cubicBezTo>
                    <a:pt x="15932" y="83266"/>
                    <a:pt x="13717" y="83266"/>
                    <a:pt x="224" y="83266"/>
                  </a:cubicBezTo>
                  <a:lnTo>
                    <a:pt x="224" y="89542"/>
                  </a:lnTo>
                  <a:cubicBezTo>
                    <a:pt x="8078" y="89339"/>
                    <a:pt x="17543" y="88934"/>
                    <a:pt x="23181" y="88934"/>
                  </a:cubicBezTo>
                  <a:cubicBezTo>
                    <a:pt x="31236" y="88934"/>
                    <a:pt x="40701" y="88934"/>
                    <a:pt x="48756" y="89542"/>
                  </a:cubicBezTo>
                  <a:lnTo>
                    <a:pt x="48756" y="83266"/>
                  </a:lnTo>
                  <a:lnTo>
                    <a:pt x="44527" y="83266"/>
                  </a:lnTo>
                  <a:cubicBezTo>
                    <a:pt x="29625" y="83266"/>
                    <a:pt x="29223" y="81039"/>
                    <a:pt x="29223" y="73751"/>
                  </a:cubicBezTo>
                  <a:lnTo>
                    <a:pt x="29223" y="42575"/>
                  </a:lnTo>
                  <a:cubicBezTo>
                    <a:pt x="29223" y="22534"/>
                    <a:pt x="37680" y="4516"/>
                    <a:pt x="52985" y="4516"/>
                  </a:cubicBezTo>
                  <a:cubicBezTo>
                    <a:pt x="54394" y="4516"/>
                    <a:pt x="54797" y="4516"/>
                    <a:pt x="55200" y="4719"/>
                  </a:cubicBezTo>
                  <a:cubicBezTo>
                    <a:pt x="54596" y="4921"/>
                    <a:pt x="50568" y="7351"/>
                    <a:pt x="50568" y="12614"/>
                  </a:cubicBezTo>
                  <a:cubicBezTo>
                    <a:pt x="50568" y="18282"/>
                    <a:pt x="54797" y="21319"/>
                    <a:pt x="59227" y="21319"/>
                  </a:cubicBezTo>
                  <a:cubicBezTo>
                    <a:pt x="62852" y="21319"/>
                    <a:pt x="67887" y="18890"/>
                    <a:pt x="67887" y="12412"/>
                  </a:cubicBezTo>
                  <a:cubicBezTo>
                    <a:pt x="67887" y="5934"/>
                    <a:pt x="61644" y="63"/>
                    <a:pt x="52985" y="63"/>
                  </a:cubicBezTo>
                  <a:cubicBezTo>
                    <a:pt x="38284" y="63"/>
                    <a:pt x="31035" y="13626"/>
                    <a:pt x="28216" y="2233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7" name="Freeform 736">
              <a:extLst>
                <a:ext uri="{FF2B5EF4-FFF2-40B4-BE49-F238E27FC236}">
                  <a16:creationId xmlns:a16="http://schemas.microsoft.com/office/drawing/2014/main" id="{5B6BEF9E-14A0-B062-9CAA-A7FDB51695D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828891" y="3990270"/>
              <a:ext cx="78133" cy="78951"/>
            </a:xfrm>
            <a:custGeom>
              <a:avLst/>
              <a:gdLst>
                <a:gd name="connsiteX0" fmla="*/ 36123 w 78133"/>
                <a:gd name="connsiteY0" fmla="*/ 285 h 78951"/>
                <a:gd name="connsiteX1" fmla="*/ 8736 w 78133"/>
                <a:gd name="connsiteY1" fmla="*/ 14861 h 78951"/>
                <a:gd name="connsiteX2" fmla="*/ 77 w 78133"/>
                <a:gd name="connsiteY2" fmla="*/ 39761 h 78951"/>
                <a:gd name="connsiteX3" fmla="*/ 39144 w 78133"/>
                <a:gd name="connsiteY3" fmla="*/ 79035 h 78951"/>
                <a:gd name="connsiteX4" fmla="*/ 78210 w 78133"/>
                <a:gd name="connsiteY4" fmla="*/ 39761 h 78951"/>
                <a:gd name="connsiteX5" fmla="*/ 38942 w 78133"/>
                <a:gd name="connsiteY5" fmla="*/ 83 h 78951"/>
                <a:gd name="connsiteX6" fmla="*/ 36123 w 78133"/>
                <a:gd name="connsiteY6" fmla="*/ 28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285"/>
                  </a:moveTo>
                  <a:cubicBezTo>
                    <a:pt x="25450" y="1702"/>
                    <a:pt x="15381" y="6156"/>
                    <a:pt x="8736" y="14861"/>
                  </a:cubicBezTo>
                  <a:cubicBezTo>
                    <a:pt x="3097" y="21946"/>
                    <a:pt x="77" y="30854"/>
                    <a:pt x="77" y="39761"/>
                  </a:cubicBezTo>
                  <a:cubicBezTo>
                    <a:pt x="77" y="60612"/>
                    <a:pt x="17395" y="79035"/>
                    <a:pt x="39144" y="79035"/>
                  </a:cubicBezTo>
                  <a:cubicBezTo>
                    <a:pt x="59885" y="79035"/>
                    <a:pt x="78210" y="61220"/>
                    <a:pt x="78210" y="39761"/>
                  </a:cubicBezTo>
                  <a:cubicBezTo>
                    <a:pt x="78210" y="19922"/>
                    <a:pt x="62906" y="83"/>
                    <a:pt x="38942" y="83"/>
                  </a:cubicBezTo>
                  <a:cubicBezTo>
                    <a:pt x="37935" y="83"/>
                    <a:pt x="37130" y="285"/>
                    <a:pt x="36123" y="28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8" name="Freeform 737">
              <a:extLst>
                <a:ext uri="{FF2B5EF4-FFF2-40B4-BE49-F238E27FC236}">
                  <a16:creationId xmlns:a16="http://schemas.microsoft.com/office/drawing/2014/main" id="{B1BFD985-022B-8AE1-FF18-394BBB9B98F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028429" y="3938445"/>
              <a:ext cx="100889" cy="143732"/>
            </a:xfrm>
            <a:custGeom>
              <a:avLst/>
              <a:gdLst>
                <a:gd name="connsiteX0" fmla="*/ 100976 w 100889"/>
                <a:gd name="connsiteY0" fmla="*/ 43000 h 143732"/>
                <a:gd name="connsiteX1" fmla="*/ 67749 w 100889"/>
                <a:gd name="connsiteY1" fmla="*/ 83 h 143732"/>
                <a:gd name="connsiteX2" fmla="*/ 16599 w 100889"/>
                <a:gd name="connsiteY2" fmla="*/ 38142 h 143732"/>
                <a:gd name="connsiteX3" fmla="*/ 87 w 100889"/>
                <a:gd name="connsiteY3" fmla="*/ 101101 h 143732"/>
                <a:gd name="connsiteX4" fmla="*/ 33515 w 100889"/>
                <a:gd name="connsiteY4" fmla="*/ 143816 h 143732"/>
                <a:gd name="connsiteX5" fmla="*/ 78623 w 100889"/>
                <a:gd name="connsiteY5" fmla="*/ 115272 h 143732"/>
                <a:gd name="connsiteX6" fmla="*/ 100976 w 100889"/>
                <a:gd name="connsiteY6" fmla="*/ 43000 h 143732"/>
                <a:gd name="connsiteX7" fmla="*/ 30696 w 100889"/>
                <a:gd name="connsiteY7" fmla="*/ 67091 h 143732"/>
                <a:gd name="connsiteX8" fmla="*/ 44792 w 100889"/>
                <a:gd name="connsiteY8" fmla="*/ 26400 h 143732"/>
                <a:gd name="connsiteX9" fmla="*/ 67346 w 100889"/>
                <a:gd name="connsiteY9" fmla="*/ 7371 h 143732"/>
                <a:gd name="connsiteX10" fmla="*/ 79429 w 100889"/>
                <a:gd name="connsiteY10" fmla="*/ 28222 h 143732"/>
                <a:gd name="connsiteX11" fmla="*/ 72783 w 100889"/>
                <a:gd name="connsiteY11" fmla="*/ 67091 h 143732"/>
                <a:gd name="connsiteX12" fmla="*/ 30696 w 100889"/>
                <a:gd name="connsiteY12" fmla="*/ 67091 h 143732"/>
                <a:gd name="connsiteX13" fmla="*/ 70367 w 100889"/>
                <a:gd name="connsiteY13" fmla="*/ 76808 h 143732"/>
                <a:gd name="connsiteX14" fmla="*/ 33918 w 100889"/>
                <a:gd name="connsiteY14" fmla="*/ 136528 h 143732"/>
                <a:gd name="connsiteX15" fmla="*/ 24050 w 100889"/>
                <a:gd name="connsiteY15" fmla="*/ 129442 h 143732"/>
                <a:gd name="connsiteX16" fmla="*/ 21634 w 100889"/>
                <a:gd name="connsiteY16" fmla="*/ 115879 h 143732"/>
                <a:gd name="connsiteX17" fmla="*/ 28279 w 100889"/>
                <a:gd name="connsiteY17" fmla="*/ 76808 h 143732"/>
                <a:gd name="connsiteX18" fmla="*/ 70367 w 100889"/>
                <a:gd name="connsiteY18" fmla="*/ 76808 h 14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889" h="143732">
                  <a:moveTo>
                    <a:pt x="100976" y="43000"/>
                  </a:moveTo>
                  <a:cubicBezTo>
                    <a:pt x="100976" y="7371"/>
                    <a:pt x="80033" y="83"/>
                    <a:pt x="67749" y="83"/>
                  </a:cubicBezTo>
                  <a:cubicBezTo>
                    <a:pt x="51840" y="83"/>
                    <a:pt x="31703" y="10610"/>
                    <a:pt x="16599" y="38142"/>
                  </a:cubicBezTo>
                  <a:cubicBezTo>
                    <a:pt x="6329" y="57171"/>
                    <a:pt x="87" y="84703"/>
                    <a:pt x="87" y="101101"/>
                  </a:cubicBezTo>
                  <a:cubicBezTo>
                    <a:pt x="87" y="130455"/>
                    <a:pt x="15391" y="143816"/>
                    <a:pt x="33515" y="143816"/>
                  </a:cubicBezTo>
                  <a:cubicBezTo>
                    <a:pt x="47007" y="143816"/>
                    <a:pt x="64728" y="135920"/>
                    <a:pt x="78623" y="115272"/>
                  </a:cubicBezTo>
                  <a:cubicBezTo>
                    <a:pt x="95539" y="90371"/>
                    <a:pt x="100976" y="58183"/>
                    <a:pt x="100976" y="43000"/>
                  </a:cubicBezTo>
                  <a:close/>
                  <a:moveTo>
                    <a:pt x="30696" y="67091"/>
                  </a:moveTo>
                  <a:cubicBezTo>
                    <a:pt x="33515" y="55349"/>
                    <a:pt x="38751" y="36927"/>
                    <a:pt x="44792" y="26400"/>
                  </a:cubicBezTo>
                  <a:cubicBezTo>
                    <a:pt x="49424" y="18100"/>
                    <a:pt x="57680" y="7371"/>
                    <a:pt x="67346" y="7371"/>
                  </a:cubicBezTo>
                  <a:cubicBezTo>
                    <a:pt x="75804" y="7371"/>
                    <a:pt x="79429" y="16278"/>
                    <a:pt x="79429" y="28222"/>
                  </a:cubicBezTo>
                  <a:cubicBezTo>
                    <a:pt x="79429" y="40976"/>
                    <a:pt x="74998" y="58588"/>
                    <a:pt x="72783" y="67091"/>
                  </a:cubicBezTo>
                  <a:lnTo>
                    <a:pt x="30696" y="67091"/>
                  </a:lnTo>
                  <a:close/>
                  <a:moveTo>
                    <a:pt x="70367" y="76808"/>
                  </a:moveTo>
                  <a:cubicBezTo>
                    <a:pt x="57881" y="131062"/>
                    <a:pt x="40966" y="136528"/>
                    <a:pt x="33918" y="136528"/>
                  </a:cubicBezTo>
                  <a:cubicBezTo>
                    <a:pt x="31098" y="136528"/>
                    <a:pt x="26870" y="135718"/>
                    <a:pt x="24050" y="129442"/>
                  </a:cubicBezTo>
                  <a:cubicBezTo>
                    <a:pt x="21634" y="123976"/>
                    <a:pt x="21634" y="116081"/>
                    <a:pt x="21634" y="115879"/>
                  </a:cubicBezTo>
                  <a:cubicBezTo>
                    <a:pt x="21634" y="104340"/>
                    <a:pt x="26064" y="85513"/>
                    <a:pt x="28279" y="76808"/>
                  </a:cubicBezTo>
                  <a:lnTo>
                    <a:pt x="70367" y="7680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39" name="Freeform 738">
              <a:extLst>
                <a:ext uri="{FF2B5EF4-FFF2-40B4-BE49-F238E27FC236}">
                  <a16:creationId xmlns:a16="http://schemas.microsoft.com/office/drawing/2014/main" id="{0483AD5C-2184-0019-2A86-8E7A608E026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151277" y="3924128"/>
              <a:ext cx="57230" cy="61076"/>
            </a:xfrm>
            <a:custGeom>
              <a:avLst/>
              <a:gdLst>
                <a:gd name="connsiteX0" fmla="*/ 33078 w 57230"/>
                <a:gd name="connsiteY0" fmla="*/ 30687 h 61076"/>
                <a:gd name="connsiteX1" fmla="*/ 53377 w 57230"/>
                <a:gd name="connsiteY1" fmla="*/ 21901 h 61076"/>
                <a:gd name="connsiteX2" fmla="*/ 57323 w 57230"/>
                <a:gd name="connsiteY2" fmla="*/ 17508 h 61076"/>
                <a:gd name="connsiteX3" fmla="*/ 52954 w 57230"/>
                <a:gd name="connsiteY3" fmla="*/ 12974 h 61076"/>
                <a:gd name="connsiteX4" fmla="*/ 49993 w 57230"/>
                <a:gd name="connsiteY4" fmla="*/ 14249 h 61076"/>
                <a:gd name="connsiteX5" fmla="*/ 30822 w 57230"/>
                <a:gd name="connsiteY5" fmla="*/ 27145 h 61076"/>
                <a:gd name="connsiteX6" fmla="*/ 32937 w 57230"/>
                <a:gd name="connsiteY6" fmla="*/ 6172 h 61076"/>
                <a:gd name="connsiteX7" fmla="*/ 28708 w 57230"/>
                <a:gd name="connsiteY7" fmla="*/ 78 h 61076"/>
                <a:gd name="connsiteX8" fmla="*/ 24338 w 57230"/>
                <a:gd name="connsiteY8" fmla="*/ 4329 h 61076"/>
                <a:gd name="connsiteX9" fmla="*/ 25043 w 57230"/>
                <a:gd name="connsiteY9" fmla="*/ 11273 h 61076"/>
                <a:gd name="connsiteX10" fmla="*/ 26594 w 57230"/>
                <a:gd name="connsiteY10" fmla="*/ 27145 h 61076"/>
                <a:gd name="connsiteX11" fmla="*/ 7564 w 57230"/>
                <a:gd name="connsiteY11" fmla="*/ 14249 h 61076"/>
                <a:gd name="connsiteX12" fmla="*/ 4462 w 57230"/>
                <a:gd name="connsiteY12" fmla="*/ 12974 h 61076"/>
                <a:gd name="connsiteX13" fmla="*/ 93 w 57230"/>
                <a:gd name="connsiteY13" fmla="*/ 17508 h 61076"/>
                <a:gd name="connsiteX14" fmla="*/ 3053 w 57230"/>
                <a:gd name="connsiteY14" fmla="*/ 21618 h 61076"/>
                <a:gd name="connsiteX15" fmla="*/ 24338 w 57230"/>
                <a:gd name="connsiteY15" fmla="*/ 30546 h 61076"/>
                <a:gd name="connsiteX16" fmla="*/ 4040 w 57230"/>
                <a:gd name="connsiteY16" fmla="*/ 39332 h 61076"/>
                <a:gd name="connsiteX17" fmla="*/ 93 w 57230"/>
                <a:gd name="connsiteY17" fmla="*/ 43724 h 61076"/>
                <a:gd name="connsiteX18" fmla="*/ 4462 w 57230"/>
                <a:gd name="connsiteY18" fmla="*/ 48259 h 61076"/>
                <a:gd name="connsiteX19" fmla="*/ 7423 w 57230"/>
                <a:gd name="connsiteY19" fmla="*/ 46984 h 61076"/>
                <a:gd name="connsiteX20" fmla="*/ 26594 w 57230"/>
                <a:gd name="connsiteY20" fmla="*/ 34088 h 61076"/>
                <a:gd name="connsiteX21" fmla="*/ 24338 w 57230"/>
                <a:gd name="connsiteY21" fmla="*/ 56903 h 61076"/>
                <a:gd name="connsiteX22" fmla="*/ 28708 w 57230"/>
                <a:gd name="connsiteY22" fmla="*/ 61155 h 61076"/>
                <a:gd name="connsiteX23" fmla="*/ 33078 w 57230"/>
                <a:gd name="connsiteY23" fmla="*/ 56903 h 61076"/>
                <a:gd name="connsiteX24" fmla="*/ 32373 w 57230"/>
                <a:gd name="connsiteY24" fmla="*/ 49960 h 61076"/>
                <a:gd name="connsiteX25" fmla="*/ 30822 w 57230"/>
                <a:gd name="connsiteY25" fmla="*/ 34088 h 61076"/>
                <a:gd name="connsiteX26" fmla="*/ 47738 w 57230"/>
                <a:gd name="connsiteY26" fmla="*/ 45425 h 61076"/>
                <a:gd name="connsiteX27" fmla="*/ 52954 w 57230"/>
                <a:gd name="connsiteY27" fmla="*/ 48259 h 61076"/>
                <a:gd name="connsiteX28" fmla="*/ 57323 w 57230"/>
                <a:gd name="connsiteY28" fmla="*/ 43724 h 61076"/>
                <a:gd name="connsiteX29" fmla="*/ 54363 w 57230"/>
                <a:gd name="connsiteY29" fmla="*/ 39615 h 61076"/>
                <a:gd name="connsiteX30" fmla="*/ 33078 w 57230"/>
                <a:gd name="connsiteY30" fmla="*/ 30687 h 6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7230" h="61076">
                  <a:moveTo>
                    <a:pt x="33078" y="30687"/>
                  </a:moveTo>
                  <a:cubicBezTo>
                    <a:pt x="44637" y="25586"/>
                    <a:pt x="49852" y="23602"/>
                    <a:pt x="53377" y="21901"/>
                  </a:cubicBezTo>
                  <a:cubicBezTo>
                    <a:pt x="56055" y="20768"/>
                    <a:pt x="57323" y="20201"/>
                    <a:pt x="57323" y="17508"/>
                  </a:cubicBezTo>
                  <a:cubicBezTo>
                    <a:pt x="57323" y="15099"/>
                    <a:pt x="55491" y="12974"/>
                    <a:pt x="52954" y="12974"/>
                  </a:cubicBezTo>
                  <a:cubicBezTo>
                    <a:pt x="51967" y="12974"/>
                    <a:pt x="51685" y="12974"/>
                    <a:pt x="49993" y="14249"/>
                  </a:cubicBezTo>
                  <a:lnTo>
                    <a:pt x="30822" y="27145"/>
                  </a:lnTo>
                  <a:lnTo>
                    <a:pt x="32937" y="6172"/>
                  </a:lnTo>
                  <a:cubicBezTo>
                    <a:pt x="33219" y="3621"/>
                    <a:pt x="32937" y="78"/>
                    <a:pt x="28708" y="78"/>
                  </a:cubicBezTo>
                  <a:cubicBezTo>
                    <a:pt x="27016" y="78"/>
                    <a:pt x="24338" y="1212"/>
                    <a:pt x="24338" y="4329"/>
                  </a:cubicBezTo>
                  <a:cubicBezTo>
                    <a:pt x="24338" y="5605"/>
                    <a:pt x="24902" y="9856"/>
                    <a:pt x="25043" y="11273"/>
                  </a:cubicBezTo>
                  <a:cubicBezTo>
                    <a:pt x="25325" y="13682"/>
                    <a:pt x="26312" y="23885"/>
                    <a:pt x="26594" y="27145"/>
                  </a:cubicBezTo>
                  <a:lnTo>
                    <a:pt x="7564" y="14249"/>
                  </a:lnTo>
                  <a:cubicBezTo>
                    <a:pt x="6154" y="13399"/>
                    <a:pt x="5731" y="12974"/>
                    <a:pt x="4462" y="12974"/>
                  </a:cubicBezTo>
                  <a:cubicBezTo>
                    <a:pt x="1925" y="12974"/>
                    <a:pt x="93" y="15099"/>
                    <a:pt x="93" y="17508"/>
                  </a:cubicBezTo>
                  <a:cubicBezTo>
                    <a:pt x="93" y="20343"/>
                    <a:pt x="1784" y="21051"/>
                    <a:pt x="3053" y="21618"/>
                  </a:cubicBezTo>
                  <a:lnTo>
                    <a:pt x="24338" y="30546"/>
                  </a:lnTo>
                  <a:cubicBezTo>
                    <a:pt x="12779" y="35647"/>
                    <a:pt x="7564" y="37631"/>
                    <a:pt x="4040" y="39332"/>
                  </a:cubicBezTo>
                  <a:cubicBezTo>
                    <a:pt x="1361" y="40465"/>
                    <a:pt x="93" y="41032"/>
                    <a:pt x="93" y="43724"/>
                  </a:cubicBezTo>
                  <a:cubicBezTo>
                    <a:pt x="93" y="46134"/>
                    <a:pt x="1925" y="48259"/>
                    <a:pt x="4462" y="48259"/>
                  </a:cubicBezTo>
                  <a:cubicBezTo>
                    <a:pt x="5449" y="48259"/>
                    <a:pt x="5731" y="48259"/>
                    <a:pt x="7423" y="46984"/>
                  </a:cubicBezTo>
                  <a:lnTo>
                    <a:pt x="26594" y="34088"/>
                  </a:lnTo>
                  <a:lnTo>
                    <a:pt x="24338" y="56903"/>
                  </a:lnTo>
                  <a:cubicBezTo>
                    <a:pt x="24338" y="60021"/>
                    <a:pt x="27016" y="61155"/>
                    <a:pt x="28708" y="61155"/>
                  </a:cubicBezTo>
                  <a:cubicBezTo>
                    <a:pt x="30400" y="61155"/>
                    <a:pt x="33078" y="60021"/>
                    <a:pt x="33078" y="56903"/>
                  </a:cubicBezTo>
                  <a:cubicBezTo>
                    <a:pt x="33078" y="55628"/>
                    <a:pt x="32514" y="51377"/>
                    <a:pt x="32373" y="49960"/>
                  </a:cubicBezTo>
                  <a:cubicBezTo>
                    <a:pt x="32091" y="47551"/>
                    <a:pt x="31104" y="37348"/>
                    <a:pt x="30822" y="34088"/>
                  </a:cubicBezTo>
                  <a:lnTo>
                    <a:pt x="47738" y="45425"/>
                  </a:lnTo>
                  <a:cubicBezTo>
                    <a:pt x="51403" y="48259"/>
                    <a:pt x="51685" y="48259"/>
                    <a:pt x="52954" y="48259"/>
                  </a:cubicBezTo>
                  <a:cubicBezTo>
                    <a:pt x="55491" y="48259"/>
                    <a:pt x="57323" y="46134"/>
                    <a:pt x="57323" y="43724"/>
                  </a:cubicBezTo>
                  <a:cubicBezTo>
                    <a:pt x="57323" y="40890"/>
                    <a:pt x="55632" y="40182"/>
                    <a:pt x="54363" y="39615"/>
                  </a:cubicBezTo>
                  <a:lnTo>
                    <a:pt x="33078" y="3068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0" name="Freeform 739">
              <a:extLst>
                <a:ext uri="{FF2B5EF4-FFF2-40B4-BE49-F238E27FC236}">
                  <a16:creationId xmlns:a16="http://schemas.microsoft.com/office/drawing/2014/main" id="{29101FB1-30D3-2F23-94AA-5C2100D919B3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145357" y="4036653"/>
              <a:ext cx="42711" cy="95369"/>
            </a:xfrm>
            <a:custGeom>
              <a:avLst/>
              <a:gdLst>
                <a:gd name="connsiteX0" fmla="*/ 39139 w 42711"/>
                <a:gd name="connsiteY0" fmla="*/ 5470 h 95369"/>
                <a:gd name="connsiteX1" fmla="*/ 33501 w 42711"/>
                <a:gd name="connsiteY1" fmla="*/ 85 h 95369"/>
                <a:gd name="connsiteX2" fmla="*/ 25607 w 42711"/>
                <a:gd name="connsiteY2" fmla="*/ 7879 h 95369"/>
                <a:gd name="connsiteX3" fmla="*/ 31245 w 42711"/>
                <a:gd name="connsiteY3" fmla="*/ 13264 h 95369"/>
                <a:gd name="connsiteX4" fmla="*/ 39139 w 42711"/>
                <a:gd name="connsiteY4" fmla="*/ 5470 h 95369"/>
                <a:gd name="connsiteX5" fmla="*/ 10383 w 42711"/>
                <a:gd name="connsiteY5" fmla="*/ 77458 h 95369"/>
                <a:gd name="connsiteX6" fmla="*/ 9114 w 42711"/>
                <a:gd name="connsiteY6" fmla="*/ 83410 h 95369"/>
                <a:gd name="connsiteX7" fmla="*/ 22506 w 42711"/>
                <a:gd name="connsiteY7" fmla="*/ 95455 h 95369"/>
                <a:gd name="connsiteX8" fmla="*/ 42804 w 42711"/>
                <a:gd name="connsiteY8" fmla="*/ 73774 h 95369"/>
                <a:gd name="connsiteX9" fmla="*/ 40549 w 42711"/>
                <a:gd name="connsiteY9" fmla="*/ 71931 h 95369"/>
                <a:gd name="connsiteX10" fmla="*/ 37871 w 42711"/>
                <a:gd name="connsiteY10" fmla="*/ 74340 h 95369"/>
                <a:gd name="connsiteX11" fmla="*/ 22929 w 42711"/>
                <a:gd name="connsiteY11" fmla="*/ 91487 h 95369"/>
                <a:gd name="connsiteX12" fmla="*/ 19404 w 42711"/>
                <a:gd name="connsiteY12" fmla="*/ 86527 h 95369"/>
                <a:gd name="connsiteX13" fmla="*/ 21660 w 42711"/>
                <a:gd name="connsiteY13" fmla="*/ 77458 h 95369"/>
                <a:gd name="connsiteX14" fmla="*/ 26171 w 42711"/>
                <a:gd name="connsiteY14" fmla="*/ 66121 h 95369"/>
                <a:gd name="connsiteX15" fmla="*/ 33078 w 42711"/>
                <a:gd name="connsiteY15" fmla="*/ 48124 h 95369"/>
                <a:gd name="connsiteX16" fmla="*/ 33924 w 42711"/>
                <a:gd name="connsiteY16" fmla="*/ 43590 h 95369"/>
                <a:gd name="connsiteX17" fmla="*/ 20532 w 42711"/>
                <a:gd name="connsiteY17" fmla="*/ 31544 h 95369"/>
                <a:gd name="connsiteX18" fmla="*/ 93 w 42711"/>
                <a:gd name="connsiteY18" fmla="*/ 53226 h 95369"/>
                <a:gd name="connsiteX19" fmla="*/ 2489 w 42711"/>
                <a:gd name="connsiteY19" fmla="*/ 55068 h 95369"/>
                <a:gd name="connsiteX20" fmla="*/ 5026 w 42711"/>
                <a:gd name="connsiteY20" fmla="*/ 52801 h 95369"/>
                <a:gd name="connsiteX21" fmla="*/ 20109 w 42711"/>
                <a:gd name="connsiteY21" fmla="*/ 35512 h 95369"/>
                <a:gd name="connsiteX22" fmla="*/ 23633 w 42711"/>
                <a:gd name="connsiteY22" fmla="*/ 40472 h 95369"/>
                <a:gd name="connsiteX23" fmla="*/ 19264 w 42711"/>
                <a:gd name="connsiteY23" fmla="*/ 54643 h 95369"/>
                <a:gd name="connsiteX24" fmla="*/ 10383 w 42711"/>
                <a:gd name="connsiteY24" fmla="*/ 77458 h 95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2711" h="95369">
                  <a:moveTo>
                    <a:pt x="39139" y="5470"/>
                  </a:moveTo>
                  <a:cubicBezTo>
                    <a:pt x="39139" y="3203"/>
                    <a:pt x="37448" y="85"/>
                    <a:pt x="33501" y="85"/>
                  </a:cubicBezTo>
                  <a:cubicBezTo>
                    <a:pt x="29695" y="85"/>
                    <a:pt x="25607" y="3770"/>
                    <a:pt x="25607" y="7879"/>
                  </a:cubicBezTo>
                  <a:cubicBezTo>
                    <a:pt x="25607" y="10288"/>
                    <a:pt x="27439" y="13264"/>
                    <a:pt x="31245" y="13264"/>
                  </a:cubicBezTo>
                  <a:cubicBezTo>
                    <a:pt x="35333" y="13264"/>
                    <a:pt x="39139" y="9296"/>
                    <a:pt x="39139" y="5470"/>
                  </a:cubicBezTo>
                  <a:close/>
                  <a:moveTo>
                    <a:pt x="10383" y="77458"/>
                  </a:moveTo>
                  <a:cubicBezTo>
                    <a:pt x="9819" y="79300"/>
                    <a:pt x="9114" y="81001"/>
                    <a:pt x="9114" y="83410"/>
                  </a:cubicBezTo>
                  <a:cubicBezTo>
                    <a:pt x="9114" y="90070"/>
                    <a:pt x="14753" y="95455"/>
                    <a:pt x="22506" y="95455"/>
                  </a:cubicBezTo>
                  <a:cubicBezTo>
                    <a:pt x="36602" y="95455"/>
                    <a:pt x="42804" y="75899"/>
                    <a:pt x="42804" y="73774"/>
                  </a:cubicBezTo>
                  <a:cubicBezTo>
                    <a:pt x="42804" y="71931"/>
                    <a:pt x="40972" y="71931"/>
                    <a:pt x="40549" y="71931"/>
                  </a:cubicBezTo>
                  <a:cubicBezTo>
                    <a:pt x="38575" y="71931"/>
                    <a:pt x="38434" y="72782"/>
                    <a:pt x="37871" y="74340"/>
                  </a:cubicBezTo>
                  <a:cubicBezTo>
                    <a:pt x="34628" y="85677"/>
                    <a:pt x="28426" y="91487"/>
                    <a:pt x="22929" y="91487"/>
                  </a:cubicBezTo>
                  <a:cubicBezTo>
                    <a:pt x="20109" y="91487"/>
                    <a:pt x="19404" y="89645"/>
                    <a:pt x="19404" y="86527"/>
                  </a:cubicBezTo>
                  <a:cubicBezTo>
                    <a:pt x="19404" y="83268"/>
                    <a:pt x="20391" y="80576"/>
                    <a:pt x="21660" y="77458"/>
                  </a:cubicBezTo>
                  <a:cubicBezTo>
                    <a:pt x="23070" y="73632"/>
                    <a:pt x="24620" y="69806"/>
                    <a:pt x="26171" y="66121"/>
                  </a:cubicBezTo>
                  <a:cubicBezTo>
                    <a:pt x="27439" y="62720"/>
                    <a:pt x="32514" y="49825"/>
                    <a:pt x="33078" y="48124"/>
                  </a:cubicBezTo>
                  <a:cubicBezTo>
                    <a:pt x="33501" y="46707"/>
                    <a:pt x="33924" y="45007"/>
                    <a:pt x="33924" y="43590"/>
                  </a:cubicBezTo>
                  <a:cubicBezTo>
                    <a:pt x="33924" y="36929"/>
                    <a:pt x="28285" y="31544"/>
                    <a:pt x="20532" y="31544"/>
                  </a:cubicBezTo>
                  <a:cubicBezTo>
                    <a:pt x="6577" y="31544"/>
                    <a:pt x="93" y="50817"/>
                    <a:pt x="93" y="53226"/>
                  </a:cubicBezTo>
                  <a:cubicBezTo>
                    <a:pt x="93" y="55068"/>
                    <a:pt x="2066" y="55068"/>
                    <a:pt x="2489" y="55068"/>
                  </a:cubicBezTo>
                  <a:cubicBezTo>
                    <a:pt x="4462" y="55068"/>
                    <a:pt x="4603" y="54360"/>
                    <a:pt x="5026" y="52801"/>
                  </a:cubicBezTo>
                  <a:cubicBezTo>
                    <a:pt x="8691" y="40614"/>
                    <a:pt x="14894" y="35512"/>
                    <a:pt x="20109" y="35512"/>
                  </a:cubicBezTo>
                  <a:cubicBezTo>
                    <a:pt x="22365" y="35512"/>
                    <a:pt x="23633" y="36646"/>
                    <a:pt x="23633" y="40472"/>
                  </a:cubicBezTo>
                  <a:cubicBezTo>
                    <a:pt x="23633" y="43731"/>
                    <a:pt x="22788" y="45857"/>
                    <a:pt x="19264" y="54643"/>
                  </a:cubicBezTo>
                  <a:lnTo>
                    <a:pt x="10383" y="7745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1" name="Freeform 740">
              <a:extLst>
                <a:ext uri="{FF2B5EF4-FFF2-40B4-BE49-F238E27FC236}">
                  <a16:creationId xmlns:a16="http://schemas.microsoft.com/office/drawing/2014/main" id="{D57DE554-3D07-C585-9ABE-C12F53CD61C7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248627" y="3993307"/>
              <a:ext cx="21345" cy="87252"/>
            </a:xfrm>
            <a:custGeom>
              <a:avLst/>
              <a:gdLst>
                <a:gd name="connsiteX0" fmla="*/ 21443 w 21345"/>
                <a:gd name="connsiteY0" fmla="*/ 10812 h 87252"/>
                <a:gd name="connsiteX1" fmla="*/ 10770 w 21345"/>
                <a:gd name="connsiteY1" fmla="*/ 83 h 87252"/>
                <a:gd name="connsiteX2" fmla="*/ 97 w 21345"/>
                <a:gd name="connsiteY2" fmla="*/ 10812 h 87252"/>
                <a:gd name="connsiteX3" fmla="*/ 10770 w 21345"/>
                <a:gd name="connsiteY3" fmla="*/ 21541 h 87252"/>
                <a:gd name="connsiteX4" fmla="*/ 21443 w 21345"/>
                <a:gd name="connsiteY4" fmla="*/ 10812 h 87252"/>
                <a:gd name="connsiteX5" fmla="*/ 21443 w 21345"/>
                <a:gd name="connsiteY5" fmla="*/ 76605 h 87252"/>
                <a:gd name="connsiteX6" fmla="*/ 10770 w 21345"/>
                <a:gd name="connsiteY6" fmla="*/ 65876 h 87252"/>
                <a:gd name="connsiteX7" fmla="*/ 97 w 21345"/>
                <a:gd name="connsiteY7" fmla="*/ 76605 h 87252"/>
                <a:gd name="connsiteX8" fmla="*/ 10770 w 21345"/>
                <a:gd name="connsiteY8" fmla="*/ 87335 h 87252"/>
                <a:gd name="connsiteX9" fmla="*/ 21443 w 21345"/>
                <a:gd name="connsiteY9" fmla="*/ 7660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43" y="10812"/>
                  </a:moveTo>
                  <a:cubicBezTo>
                    <a:pt x="21443" y="4941"/>
                    <a:pt x="16610" y="83"/>
                    <a:pt x="10770" y="83"/>
                  </a:cubicBezTo>
                  <a:cubicBezTo>
                    <a:pt x="4930" y="83"/>
                    <a:pt x="97" y="4941"/>
                    <a:pt x="97" y="10812"/>
                  </a:cubicBezTo>
                  <a:cubicBezTo>
                    <a:pt x="97" y="16683"/>
                    <a:pt x="4930" y="21541"/>
                    <a:pt x="10770" y="21541"/>
                  </a:cubicBezTo>
                  <a:cubicBezTo>
                    <a:pt x="16610" y="21541"/>
                    <a:pt x="21443" y="16683"/>
                    <a:pt x="21443" y="10812"/>
                  </a:cubicBezTo>
                  <a:close/>
                  <a:moveTo>
                    <a:pt x="21443" y="76605"/>
                  </a:moveTo>
                  <a:cubicBezTo>
                    <a:pt x="21443" y="70735"/>
                    <a:pt x="16610" y="65876"/>
                    <a:pt x="10770" y="65876"/>
                  </a:cubicBezTo>
                  <a:cubicBezTo>
                    <a:pt x="4930" y="65876"/>
                    <a:pt x="97" y="70735"/>
                    <a:pt x="97" y="76605"/>
                  </a:cubicBezTo>
                  <a:cubicBezTo>
                    <a:pt x="97" y="82476"/>
                    <a:pt x="4930" y="87335"/>
                    <a:pt x="10770" y="87335"/>
                  </a:cubicBezTo>
                  <a:cubicBezTo>
                    <a:pt x="16610" y="87335"/>
                    <a:pt x="21443" y="82476"/>
                    <a:pt x="21443" y="7660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2" name="Freeform 741">
              <a:extLst>
                <a:ext uri="{FF2B5EF4-FFF2-40B4-BE49-F238E27FC236}">
                  <a16:creationId xmlns:a16="http://schemas.microsoft.com/office/drawing/2014/main" id="{26A443EF-04A1-5745-AE4A-304ABE1CF34C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383392" y="3945126"/>
              <a:ext cx="43094" cy="135432"/>
            </a:xfrm>
            <a:custGeom>
              <a:avLst/>
              <a:gdLst>
                <a:gd name="connsiteX0" fmla="*/ 29102 w 43094"/>
                <a:gd name="connsiteY0" fmla="*/ 46037 h 135432"/>
                <a:gd name="connsiteX1" fmla="*/ 910 w 43094"/>
                <a:gd name="connsiteY1" fmla="*/ 48264 h 135432"/>
                <a:gd name="connsiteX2" fmla="*/ 910 w 43094"/>
                <a:gd name="connsiteY2" fmla="*/ 54539 h 135432"/>
                <a:gd name="connsiteX3" fmla="*/ 15812 w 43094"/>
                <a:gd name="connsiteY3" fmla="*/ 65674 h 135432"/>
                <a:gd name="connsiteX4" fmla="*/ 15812 w 43094"/>
                <a:gd name="connsiteY4" fmla="*/ 120130 h 135432"/>
                <a:gd name="connsiteX5" fmla="*/ 104 w 43094"/>
                <a:gd name="connsiteY5" fmla="*/ 129240 h 135432"/>
                <a:gd name="connsiteX6" fmla="*/ 104 w 43094"/>
                <a:gd name="connsiteY6" fmla="*/ 135516 h 135432"/>
                <a:gd name="connsiteX7" fmla="*/ 22256 w 43094"/>
                <a:gd name="connsiteY7" fmla="*/ 134908 h 135432"/>
                <a:gd name="connsiteX8" fmla="*/ 43199 w 43094"/>
                <a:gd name="connsiteY8" fmla="*/ 135516 h 135432"/>
                <a:gd name="connsiteX9" fmla="*/ 43199 w 43094"/>
                <a:gd name="connsiteY9" fmla="*/ 129240 h 135432"/>
                <a:gd name="connsiteX10" fmla="*/ 29102 w 43094"/>
                <a:gd name="connsiteY10" fmla="*/ 120333 h 135432"/>
                <a:gd name="connsiteX11" fmla="*/ 29102 w 43094"/>
                <a:gd name="connsiteY11" fmla="*/ 46037 h 135432"/>
                <a:gd name="connsiteX12" fmla="*/ 29908 w 43094"/>
                <a:gd name="connsiteY12" fmla="*/ 10812 h 135432"/>
                <a:gd name="connsiteX13" fmla="*/ 19235 w 43094"/>
                <a:gd name="connsiteY13" fmla="*/ 83 h 135432"/>
                <a:gd name="connsiteX14" fmla="*/ 8562 w 43094"/>
                <a:gd name="connsiteY14" fmla="*/ 10812 h 135432"/>
                <a:gd name="connsiteX15" fmla="*/ 19235 w 43094"/>
                <a:gd name="connsiteY15" fmla="*/ 21541 h 135432"/>
                <a:gd name="connsiteX16" fmla="*/ 29908 w 43094"/>
                <a:gd name="connsiteY16" fmla="*/ 1081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02" y="46037"/>
                  </a:moveTo>
                  <a:lnTo>
                    <a:pt x="910" y="48264"/>
                  </a:lnTo>
                  <a:lnTo>
                    <a:pt x="910" y="54539"/>
                  </a:lnTo>
                  <a:cubicBezTo>
                    <a:pt x="13999" y="54539"/>
                    <a:pt x="15812" y="55754"/>
                    <a:pt x="15812" y="65674"/>
                  </a:cubicBezTo>
                  <a:lnTo>
                    <a:pt x="15812" y="120130"/>
                  </a:lnTo>
                  <a:cubicBezTo>
                    <a:pt x="15812" y="129240"/>
                    <a:pt x="13597" y="129240"/>
                    <a:pt x="104" y="129240"/>
                  </a:cubicBezTo>
                  <a:lnTo>
                    <a:pt x="104" y="135516"/>
                  </a:lnTo>
                  <a:cubicBezTo>
                    <a:pt x="6548" y="135313"/>
                    <a:pt x="17423" y="134908"/>
                    <a:pt x="22256" y="134908"/>
                  </a:cubicBezTo>
                  <a:cubicBezTo>
                    <a:pt x="29304" y="134908"/>
                    <a:pt x="36352" y="135313"/>
                    <a:pt x="43199" y="135516"/>
                  </a:cubicBezTo>
                  <a:lnTo>
                    <a:pt x="43199" y="129240"/>
                  </a:lnTo>
                  <a:cubicBezTo>
                    <a:pt x="29908" y="129240"/>
                    <a:pt x="29102" y="128228"/>
                    <a:pt x="29102" y="120333"/>
                  </a:cubicBezTo>
                  <a:lnTo>
                    <a:pt x="29102" y="46037"/>
                  </a:lnTo>
                  <a:close/>
                  <a:moveTo>
                    <a:pt x="29908" y="10812"/>
                  </a:moveTo>
                  <a:cubicBezTo>
                    <a:pt x="29908" y="4334"/>
                    <a:pt x="24874" y="83"/>
                    <a:pt x="19235" y="83"/>
                  </a:cubicBezTo>
                  <a:cubicBezTo>
                    <a:pt x="12992" y="83"/>
                    <a:pt x="8562" y="5549"/>
                    <a:pt x="8562" y="10812"/>
                  </a:cubicBezTo>
                  <a:cubicBezTo>
                    <a:pt x="8562" y="16278"/>
                    <a:pt x="12992" y="21541"/>
                    <a:pt x="19235" y="21541"/>
                  </a:cubicBezTo>
                  <a:cubicBezTo>
                    <a:pt x="24874" y="21541"/>
                    <a:pt x="29908" y="17290"/>
                    <a:pt x="29908" y="108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3" name="Freeform 742">
              <a:extLst>
                <a:ext uri="{FF2B5EF4-FFF2-40B4-BE49-F238E27FC236}">
                  <a16:creationId xmlns:a16="http://schemas.microsoft.com/office/drawing/2014/main" id="{C14072BF-D67F-A147-5781-622DB1FA40D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439531" y="3940065"/>
              <a:ext cx="99278" cy="142720"/>
            </a:xfrm>
            <a:custGeom>
              <a:avLst/>
              <a:gdLst>
                <a:gd name="connsiteX0" fmla="*/ 69783 w 99278"/>
                <a:gd name="connsiteY0" fmla="*/ 129442 h 142720"/>
                <a:gd name="connsiteX1" fmla="*/ 69783 w 99278"/>
                <a:gd name="connsiteY1" fmla="*/ 142803 h 142720"/>
                <a:gd name="connsiteX2" fmla="*/ 99385 w 99278"/>
                <a:gd name="connsiteY2" fmla="*/ 140577 h 142720"/>
                <a:gd name="connsiteX3" fmla="*/ 99385 w 99278"/>
                <a:gd name="connsiteY3" fmla="*/ 134301 h 142720"/>
                <a:gd name="connsiteX4" fmla="*/ 83678 w 99278"/>
                <a:gd name="connsiteY4" fmla="*/ 122964 h 142720"/>
                <a:gd name="connsiteX5" fmla="*/ 83678 w 99278"/>
                <a:gd name="connsiteY5" fmla="*/ 83 h 142720"/>
                <a:gd name="connsiteX6" fmla="*/ 54680 w 99278"/>
                <a:gd name="connsiteY6" fmla="*/ 2310 h 142720"/>
                <a:gd name="connsiteX7" fmla="*/ 54680 w 99278"/>
                <a:gd name="connsiteY7" fmla="*/ 8585 h 142720"/>
                <a:gd name="connsiteX8" fmla="*/ 70387 w 99278"/>
                <a:gd name="connsiteY8" fmla="*/ 19922 h 142720"/>
                <a:gd name="connsiteX9" fmla="*/ 70387 w 99278"/>
                <a:gd name="connsiteY9" fmla="*/ 63649 h 142720"/>
                <a:gd name="connsiteX10" fmla="*/ 45014 w 99278"/>
                <a:gd name="connsiteY10" fmla="*/ 51098 h 142720"/>
                <a:gd name="connsiteX11" fmla="*/ 107 w 99278"/>
                <a:gd name="connsiteY11" fmla="*/ 97052 h 142720"/>
                <a:gd name="connsiteX12" fmla="*/ 42799 w 99278"/>
                <a:gd name="connsiteY12" fmla="*/ 142803 h 142720"/>
                <a:gd name="connsiteX13" fmla="*/ 69783 w 99278"/>
                <a:gd name="connsiteY13" fmla="*/ 129442 h 142720"/>
                <a:gd name="connsiteX14" fmla="*/ 69783 w 99278"/>
                <a:gd name="connsiteY14" fmla="*/ 75188 h 142720"/>
                <a:gd name="connsiteX15" fmla="*/ 69783 w 99278"/>
                <a:gd name="connsiteY15" fmla="*/ 116689 h 142720"/>
                <a:gd name="connsiteX16" fmla="*/ 67568 w 99278"/>
                <a:gd name="connsiteY16" fmla="*/ 124179 h 142720"/>
                <a:gd name="connsiteX17" fmla="*/ 43806 w 99278"/>
                <a:gd name="connsiteY17" fmla="*/ 138350 h 142720"/>
                <a:gd name="connsiteX18" fmla="*/ 22661 w 99278"/>
                <a:gd name="connsiteY18" fmla="*/ 125394 h 142720"/>
                <a:gd name="connsiteX19" fmla="*/ 16821 w 99278"/>
                <a:gd name="connsiteY19" fmla="*/ 97254 h 142720"/>
                <a:gd name="connsiteX20" fmla="*/ 23064 w 99278"/>
                <a:gd name="connsiteY20" fmla="*/ 68508 h 142720"/>
                <a:gd name="connsiteX21" fmla="*/ 45819 w 99278"/>
                <a:gd name="connsiteY21" fmla="*/ 55551 h 142720"/>
                <a:gd name="connsiteX22" fmla="*/ 67568 w 99278"/>
                <a:gd name="connsiteY22" fmla="*/ 67698 h 142720"/>
                <a:gd name="connsiteX23" fmla="*/ 69783 w 99278"/>
                <a:gd name="connsiteY23" fmla="*/ 75188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278" h="142720">
                  <a:moveTo>
                    <a:pt x="69783" y="129442"/>
                  </a:moveTo>
                  <a:lnTo>
                    <a:pt x="69783" y="142803"/>
                  </a:lnTo>
                  <a:lnTo>
                    <a:pt x="99385" y="140577"/>
                  </a:lnTo>
                  <a:lnTo>
                    <a:pt x="99385" y="134301"/>
                  </a:lnTo>
                  <a:cubicBezTo>
                    <a:pt x="85289" y="134301"/>
                    <a:pt x="83678" y="132884"/>
                    <a:pt x="83678" y="122964"/>
                  </a:cubicBezTo>
                  <a:lnTo>
                    <a:pt x="83678" y="83"/>
                  </a:lnTo>
                  <a:lnTo>
                    <a:pt x="54680" y="2310"/>
                  </a:lnTo>
                  <a:lnTo>
                    <a:pt x="54680" y="8585"/>
                  </a:lnTo>
                  <a:cubicBezTo>
                    <a:pt x="68776" y="8585"/>
                    <a:pt x="70387" y="10002"/>
                    <a:pt x="70387" y="19922"/>
                  </a:cubicBezTo>
                  <a:lnTo>
                    <a:pt x="70387" y="63649"/>
                  </a:lnTo>
                  <a:cubicBezTo>
                    <a:pt x="64547" y="56361"/>
                    <a:pt x="55888" y="51098"/>
                    <a:pt x="45014" y="51098"/>
                  </a:cubicBezTo>
                  <a:cubicBezTo>
                    <a:pt x="21252" y="51098"/>
                    <a:pt x="107" y="70937"/>
                    <a:pt x="107" y="97052"/>
                  </a:cubicBezTo>
                  <a:cubicBezTo>
                    <a:pt x="107" y="122762"/>
                    <a:pt x="19842" y="142803"/>
                    <a:pt x="42799" y="142803"/>
                  </a:cubicBezTo>
                  <a:cubicBezTo>
                    <a:pt x="55687" y="142803"/>
                    <a:pt x="64749" y="135920"/>
                    <a:pt x="69783" y="129442"/>
                  </a:cubicBezTo>
                  <a:close/>
                  <a:moveTo>
                    <a:pt x="69783" y="75188"/>
                  </a:moveTo>
                  <a:lnTo>
                    <a:pt x="69783" y="116689"/>
                  </a:lnTo>
                  <a:cubicBezTo>
                    <a:pt x="69783" y="120333"/>
                    <a:pt x="69783" y="120737"/>
                    <a:pt x="67568" y="124179"/>
                  </a:cubicBezTo>
                  <a:cubicBezTo>
                    <a:pt x="61527" y="133896"/>
                    <a:pt x="52465" y="138350"/>
                    <a:pt x="43806" y="138350"/>
                  </a:cubicBezTo>
                  <a:cubicBezTo>
                    <a:pt x="34744" y="138350"/>
                    <a:pt x="27494" y="133086"/>
                    <a:pt x="22661" y="125394"/>
                  </a:cubicBezTo>
                  <a:cubicBezTo>
                    <a:pt x="17425" y="117094"/>
                    <a:pt x="16821" y="105554"/>
                    <a:pt x="16821" y="97254"/>
                  </a:cubicBezTo>
                  <a:cubicBezTo>
                    <a:pt x="16821" y="89764"/>
                    <a:pt x="17224" y="77618"/>
                    <a:pt x="23064" y="68508"/>
                  </a:cubicBezTo>
                  <a:cubicBezTo>
                    <a:pt x="27293" y="62232"/>
                    <a:pt x="34945" y="55551"/>
                    <a:pt x="45819" y="55551"/>
                  </a:cubicBezTo>
                  <a:cubicBezTo>
                    <a:pt x="52867" y="55551"/>
                    <a:pt x="61325" y="58588"/>
                    <a:pt x="67568" y="67698"/>
                  </a:cubicBezTo>
                  <a:cubicBezTo>
                    <a:pt x="69783" y="71139"/>
                    <a:pt x="69783" y="71544"/>
                    <a:pt x="69783" y="7518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4" name="Freeform 743">
              <a:extLst>
                <a:ext uri="{FF2B5EF4-FFF2-40B4-BE49-F238E27FC236}">
                  <a16:creationId xmlns:a16="http://schemas.microsoft.com/office/drawing/2014/main" id="{9A8AF3D9-9DDD-A6FF-316F-ECB9DB00F95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550198" y="3989865"/>
              <a:ext cx="77932" cy="92920"/>
            </a:xfrm>
            <a:custGeom>
              <a:avLst/>
              <a:gdLst>
                <a:gd name="connsiteX0" fmla="*/ 17028 w 77932"/>
                <a:gd name="connsiteY0" fmla="*/ 39761 h 92920"/>
                <a:gd name="connsiteX1" fmla="*/ 41999 w 77932"/>
                <a:gd name="connsiteY1" fmla="*/ 4536 h 92920"/>
                <a:gd name="connsiteX2" fmla="*/ 64754 w 77932"/>
                <a:gd name="connsiteY2" fmla="*/ 39761 h 92920"/>
                <a:gd name="connsiteX3" fmla="*/ 17028 w 77932"/>
                <a:gd name="connsiteY3" fmla="*/ 39761 h 92920"/>
                <a:gd name="connsiteX4" fmla="*/ 16827 w 77932"/>
                <a:gd name="connsiteY4" fmla="*/ 44012 h 92920"/>
                <a:gd name="connsiteX5" fmla="*/ 73011 w 77932"/>
                <a:gd name="connsiteY5" fmla="*/ 44012 h 92920"/>
                <a:gd name="connsiteX6" fmla="*/ 78045 w 77932"/>
                <a:gd name="connsiteY6" fmla="*/ 39761 h 92920"/>
                <a:gd name="connsiteX7" fmla="*/ 41999 w 77932"/>
                <a:gd name="connsiteY7" fmla="*/ 83 h 92920"/>
                <a:gd name="connsiteX8" fmla="*/ 113 w 77932"/>
                <a:gd name="connsiteY8" fmla="*/ 46239 h 92920"/>
                <a:gd name="connsiteX9" fmla="*/ 44415 w 77932"/>
                <a:gd name="connsiteY9" fmla="*/ 93003 h 92920"/>
                <a:gd name="connsiteX10" fmla="*/ 78045 w 77932"/>
                <a:gd name="connsiteY10" fmla="*/ 66686 h 92920"/>
                <a:gd name="connsiteX11" fmla="*/ 75427 w 77932"/>
                <a:gd name="connsiteY11" fmla="*/ 64256 h 92920"/>
                <a:gd name="connsiteX12" fmla="*/ 72809 w 77932"/>
                <a:gd name="connsiteY12" fmla="*/ 67091 h 92920"/>
                <a:gd name="connsiteX13" fmla="*/ 45624 w 77932"/>
                <a:gd name="connsiteY13" fmla="*/ 87942 h 92920"/>
                <a:gd name="connsiteX14" fmla="*/ 22868 w 77932"/>
                <a:gd name="connsiteY14" fmla="*/ 74378 h 92920"/>
                <a:gd name="connsiteX15" fmla="*/ 16827 w 77932"/>
                <a:gd name="connsiteY15" fmla="*/ 440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28" y="39761"/>
                  </a:moveTo>
                  <a:cubicBezTo>
                    <a:pt x="18236" y="9597"/>
                    <a:pt x="35152" y="4536"/>
                    <a:pt x="41999" y="4536"/>
                  </a:cubicBezTo>
                  <a:cubicBezTo>
                    <a:pt x="62740" y="4536"/>
                    <a:pt x="64754" y="31866"/>
                    <a:pt x="64754" y="39761"/>
                  </a:cubicBezTo>
                  <a:lnTo>
                    <a:pt x="17028" y="39761"/>
                  </a:lnTo>
                  <a:close/>
                  <a:moveTo>
                    <a:pt x="16827" y="44012"/>
                  </a:moveTo>
                  <a:lnTo>
                    <a:pt x="73011" y="44012"/>
                  </a:lnTo>
                  <a:cubicBezTo>
                    <a:pt x="77441" y="44012"/>
                    <a:pt x="78045" y="44012"/>
                    <a:pt x="78045" y="39761"/>
                  </a:cubicBezTo>
                  <a:cubicBezTo>
                    <a:pt x="78045" y="19719"/>
                    <a:pt x="67171" y="83"/>
                    <a:pt x="41999" y="83"/>
                  </a:cubicBezTo>
                  <a:cubicBezTo>
                    <a:pt x="18639" y="83"/>
                    <a:pt x="113" y="20934"/>
                    <a:pt x="113" y="46239"/>
                  </a:cubicBezTo>
                  <a:cubicBezTo>
                    <a:pt x="113" y="73366"/>
                    <a:pt x="21257" y="93003"/>
                    <a:pt x="44415" y="93003"/>
                  </a:cubicBezTo>
                  <a:cubicBezTo>
                    <a:pt x="68983" y="93003"/>
                    <a:pt x="78045" y="70532"/>
                    <a:pt x="78045" y="66686"/>
                  </a:cubicBezTo>
                  <a:cubicBezTo>
                    <a:pt x="78045" y="64661"/>
                    <a:pt x="76434" y="64256"/>
                    <a:pt x="75427" y="64256"/>
                  </a:cubicBezTo>
                  <a:cubicBezTo>
                    <a:pt x="73615" y="64256"/>
                    <a:pt x="73212" y="65471"/>
                    <a:pt x="72809" y="67091"/>
                  </a:cubicBezTo>
                  <a:cubicBezTo>
                    <a:pt x="65761" y="87942"/>
                    <a:pt x="47637" y="87942"/>
                    <a:pt x="45624" y="87942"/>
                  </a:cubicBezTo>
                  <a:cubicBezTo>
                    <a:pt x="35555" y="87942"/>
                    <a:pt x="27500" y="81869"/>
                    <a:pt x="22868" y="74378"/>
                  </a:cubicBezTo>
                  <a:cubicBezTo>
                    <a:pt x="16827" y="64661"/>
                    <a:pt x="16827" y="51300"/>
                    <a:pt x="16827" y="440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5" name="Freeform 744">
              <a:extLst>
                <a:ext uri="{FF2B5EF4-FFF2-40B4-BE49-F238E27FC236}">
                  <a16:creationId xmlns:a16="http://schemas.microsoft.com/office/drawing/2014/main" id="{E2DCD135-381B-FC4D-10BD-4F1109BC4A3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642518" y="3989865"/>
              <a:ext cx="90820" cy="92920"/>
            </a:xfrm>
            <a:custGeom>
              <a:avLst/>
              <a:gdLst>
                <a:gd name="connsiteX0" fmla="*/ 58717 w 90820"/>
                <a:gd name="connsiteY0" fmla="*/ 75391 h 92920"/>
                <a:gd name="connsiteX1" fmla="*/ 74425 w 90820"/>
                <a:gd name="connsiteY1" fmla="*/ 91991 h 92920"/>
                <a:gd name="connsiteX2" fmla="*/ 90937 w 90820"/>
                <a:gd name="connsiteY2" fmla="*/ 72759 h 92920"/>
                <a:gd name="connsiteX3" fmla="*/ 90937 w 90820"/>
                <a:gd name="connsiteY3" fmla="*/ 61422 h 92920"/>
                <a:gd name="connsiteX4" fmla="*/ 85903 w 90820"/>
                <a:gd name="connsiteY4" fmla="*/ 61422 h 92920"/>
                <a:gd name="connsiteX5" fmla="*/ 85903 w 90820"/>
                <a:gd name="connsiteY5" fmla="*/ 72759 h 92920"/>
                <a:gd name="connsiteX6" fmla="*/ 78654 w 90820"/>
                <a:gd name="connsiteY6" fmla="*/ 85715 h 92920"/>
                <a:gd name="connsiteX7" fmla="*/ 71203 w 90820"/>
                <a:gd name="connsiteY7" fmla="*/ 75593 h 92920"/>
                <a:gd name="connsiteX8" fmla="*/ 71203 w 90820"/>
                <a:gd name="connsiteY8" fmla="*/ 35105 h 92920"/>
                <a:gd name="connsiteX9" fmla="*/ 63953 w 90820"/>
                <a:gd name="connsiteY9" fmla="*/ 11217 h 92920"/>
                <a:gd name="connsiteX10" fmla="*/ 36365 w 90820"/>
                <a:gd name="connsiteY10" fmla="*/ 83 h 92920"/>
                <a:gd name="connsiteX11" fmla="*/ 5957 w 90820"/>
                <a:gd name="connsiteY11" fmla="*/ 22959 h 92920"/>
                <a:gd name="connsiteX12" fmla="*/ 15220 w 90820"/>
                <a:gd name="connsiteY12" fmla="*/ 32473 h 92920"/>
                <a:gd name="connsiteX13" fmla="*/ 24484 w 90820"/>
                <a:gd name="connsiteY13" fmla="*/ 23161 h 92920"/>
                <a:gd name="connsiteX14" fmla="*/ 14213 w 90820"/>
                <a:gd name="connsiteY14" fmla="*/ 13849 h 92920"/>
                <a:gd name="connsiteX15" fmla="*/ 35962 w 90820"/>
                <a:gd name="connsiteY15" fmla="*/ 4536 h 92920"/>
                <a:gd name="connsiteX16" fmla="*/ 57308 w 90820"/>
                <a:gd name="connsiteY16" fmla="*/ 30449 h 92920"/>
                <a:gd name="connsiteX17" fmla="*/ 57308 w 90820"/>
                <a:gd name="connsiteY17" fmla="*/ 37939 h 92920"/>
                <a:gd name="connsiteX18" fmla="*/ 20255 w 90820"/>
                <a:gd name="connsiteY18" fmla="*/ 45227 h 92920"/>
                <a:gd name="connsiteX19" fmla="*/ 117 w 90820"/>
                <a:gd name="connsiteY19" fmla="*/ 71544 h 92920"/>
                <a:gd name="connsiteX20" fmla="*/ 32337 w 90820"/>
                <a:gd name="connsiteY20" fmla="*/ 93003 h 92920"/>
                <a:gd name="connsiteX21" fmla="*/ 58717 w 90820"/>
                <a:gd name="connsiteY21" fmla="*/ 75391 h 92920"/>
                <a:gd name="connsiteX22" fmla="*/ 57308 w 90820"/>
                <a:gd name="connsiteY22" fmla="*/ 42190 h 92920"/>
                <a:gd name="connsiteX23" fmla="*/ 57308 w 90820"/>
                <a:gd name="connsiteY23" fmla="*/ 62434 h 92920"/>
                <a:gd name="connsiteX24" fmla="*/ 33747 w 90820"/>
                <a:gd name="connsiteY24" fmla="*/ 88549 h 92920"/>
                <a:gd name="connsiteX25" fmla="*/ 15623 w 90820"/>
                <a:gd name="connsiteY25" fmla="*/ 71342 h 92920"/>
                <a:gd name="connsiteX26" fmla="*/ 57308 w 90820"/>
                <a:gd name="connsiteY26" fmla="*/ 4219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17" y="75391"/>
                  </a:moveTo>
                  <a:cubicBezTo>
                    <a:pt x="59523" y="83488"/>
                    <a:pt x="64960" y="91991"/>
                    <a:pt x="74425" y="91991"/>
                  </a:cubicBezTo>
                  <a:cubicBezTo>
                    <a:pt x="78654" y="91991"/>
                    <a:pt x="90937" y="89157"/>
                    <a:pt x="90937" y="72759"/>
                  </a:cubicBezTo>
                  <a:lnTo>
                    <a:pt x="90937" y="61422"/>
                  </a:lnTo>
                  <a:lnTo>
                    <a:pt x="85903" y="61422"/>
                  </a:lnTo>
                  <a:lnTo>
                    <a:pt x="85903" y="72759"/>
                  </a:lnTo>
                  <a:cubicBezTo>
                    <a:pt x="85903" y="84501"/>
                    <a:pt x="80869" y="85715"/>
                    <a:pt x="78654" y="85715"/>
                  </a:cubicBezTo>
                  <a:cubicBezTo>
                    <a:pt x="72008" y="85715"/>
                    <a:pt x="71203" y="76605"/>
                    <a:pt x="71203" y="75593"/>
                  </a:cubicBezTo>
                  <a:lnTo>
                    <a:pt x="71203" y="35105"/>
                  </a:lnTo>
                  <a:cubicBezTo>
                    <a:pt x="71203" y="26602"/>
                    <a:pt x="71203" y="18707"/>
                    <a:pt x="63953" y="11217"/>
                  </a:cubicBezTo>
                  <a:cubicBezTo>
                    <a:pt x="56099" y="3322"/>
                    <a:pt x="46031" y="83"/>
                    <a:pt x="36365" y="83"/>
                  </a:cubicBezTo>
                  <a:cubicBezTo>
                    <a:pt x="19852" y="83"/>
                    <a:pt x="5957" y="9597"/>
                    <a:pt x="5957" y="22959"/>
                  </a:cubicBezTo>
                  <a:cubicBezTo>
                    <a:pt x="5957" y="29032"/>
                    <a:pt x="9984" y="32473"/>
                    <a:pt x="15220" y="32473"/>
                  </a:cubicBezTo>
                  <a:cubicBezTo>
                    <a:pt x="20859" y="32473"/>
                    <a:pt x="24484" y="28424"/>
                    <a:pt x="24484" y="23161"/>
                  </a:cubicBezTo>
                  <a:cubicBezTo>
                    <a:pt x="24484" y="20732"/>
                    <a:pt x="23477" y="14051"/>
                    <a:pt x="14213" y="13849"/>
                  </a:cubicBezTo>
                  <a:cubicBezTo>
                    <a:pt x="19651" y="6763"/>
                    <a:pt x="29518" y="4536"/>
                    <a:pt x="35962" y="4536"/>
                  </a:cubicBezTo>
                  <a:cubicBezTo>
                    <a:pt x="45829" y="4536"/>
                    <a:pt x="57308" y="12432"/>
                    <a:pt x="57308" y="30449"/>
                  </a:cubicBezTo>
                  <a:lnTo>
                    <a:pt x="57308" y="37939"/>
                  </a:lnTo>
                  <a:cubicBezTo>
                    <a:pt x="47038" y="38546"/>
                    <a:pt x="32941" y="39154"/>
                    <a:pt x="20255" y="45227"/>
                  </a:cubicBezTo>
                  <a:cubicBezTo>
                    <a:pt x="5151" y="52110"/>
                    <a:pt x="117" y="62637"/>
                    <a:pt x="117" y="71544"/>
                  </a:cubicBezTo>
                  <a:cubicBezTo>
                    <a:pt x="117" y="87942"/>
                    <a:pt x="19651" y="93003"/>
                    <a:pt x="32337" y="93003"/>
                  </a:cubicBezTo>
                  <a:cubicBezTo>
                    <a:pt x="45628" y="93003"/>
                    <a:pt x="54891" y="84905"/>
                    <a:pt x="58717" y="75391"/>
                  </a:cubicBezTo>
                  <a:close/>
                  <a:moveTo>
                    <a:pt x="57308" y="42190"/>
                  </a:moveTo>
                  <a:lnTo>
                    <a:pt x="57308" y="62434"/>
                  </a:lnTo>
                  <a:cubicBezTo>
                    <a:pt x="57308" y="81666"/>
                    <a:pt x="42809" y="88549"/>
                    <a:pt x="33747" y="88549"/>
                  </a:cubicBezTo>
                  <a:cubicBezTo>
                    <a:pt x="23879" y="88549"/>
                    <a:pt x="15623" y="81464"/>
                    <a:pt x="15623" y="71342"/>
                  </a:cubicBezTo>
                  <a:cubicBezTo>
                    <a:pt x="15623" y="60208"/>
                    <a:pt x="24081" y="43405"/>
                    <a:pt x="57308" y="4219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6" name="Freeform 745">
              <a:extLst>
                <a:ext uri="{FF2B5EF4-FFF2-40B4-BE49-F238E27FC236}">
                  <a16:creationId xmlns:a16="http://schemas.microsoft.com/office/drawing/2014/main" id="{7F7A7B2F-5927-E69D-4976-EDD3850B7E07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741394" y="3940065"/>
              <a:ext cx="44705" cy="140493"/>
            </a:xfrm>
            <a:custGeom>
              <a:avLst/>
              <a:gdLst>
                <a:gd name="connsiteX0" fmla="*/ 29120 w 44705"/>
                <a:gd name="connsiteY0" fmla="*/ 83 h 140493"/>
                <a:gd name="connsiteX1" fmla="*/ 122 w 44705"/>
                <a:gd name="connsiteY1" fmla="*/ 2310 h 140493"/>
                <a:gd name="connsiteX2" fmla="*/ 122 w 44705"/>
                <a:gd name="connsiteY2" fmla="*/ 8585 h 140493"/>
                <a:gd name="connsiteX3" fmla="*/ 15829 w 44705"/>
                <a:gd name="connsiteY3" fmla="*/ 19922 h 140493"/>
                <a:gd name="connsiteX4" fmla="*/ 15829 w 44705"/>
                <a:gd name="connsiteY4" fmla="*/ 125191 h 140493"/>
                <a:gd name="connsiteX5" fmla="*/ 122 w 44705"/>
                <a:gd name="connsiteY5" fmla="*/ 134301 h 140493"/>
                <a:gd name="connsiteX6" fmla="*/ 122 w 44705"/>
                <a:gd name="connsiteY6" fmla="*/ 140577 h 140493"/>
                <a:gd name="connsiteX7" fmla="*/ 22475 w 44705"/>
                <a:gd name="connsiteY7" fmla="*/ 139969 h 140493"/>
                <a:gd name="connsiteX8" fmla="*/ 44827 w 44705"/>
                <a:gd name="connsiteY8" fmla="*/ 140577 h 140493"/>
                <a:gd name="connsiteX9" fmla="*/ 44827 w 44705"/>
                <a:gd name="connsiteY9" fmla="*/ 134301 h 140493"/>
                <a:gd name="connsiteX10" fmla="*/ 29120 w 44705"/>
                <a:gd name="connsiteY10" fmla="*/ 125191 h 140493"/>
                <a:gd name="connsiteX11" fmla="*/ 29120 w 44705"/>
                <a:gd name="connsiteY11" fmla="*/ 83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20" y="83"/>
                  </a:moveTo>
                  <a:lnTo>
                    <a:pt x="122" y="2310"/>
                  </a:lnTo>
                  <a:lnTo>
                    <a:pt x="122" y="8585"/>
                  </a:lnTo>
                  <a:cubicBezTo>
                    <a:pt x="14218" y="8585"/>
                    <a:pt x="15829" y="10002"/>
                    <a:pt x="15829" y="19922"/>
                  </a:cubicBezTo>
                  <a:lnTo>
                    <a:pt x="15829" y="125191"/>
                  </a:lnTo>
                  <a:cubicBezTo>
                    <a:pt x="15829" y="134301"/>
                    <a:pt x="13614" y="134301"/>
                    <a:pt x="122" y="134301"/>
                  </a:cubicBezTo>
                  <a:lnTo>
                    <a:pt x="122" y="140577"/>
                  </a:lnTo>
                  <a:cubicBezTo>
                    <a:pt x="6767" y="140374"/>
                    <a:pt x="17440" y="139969"/>
                    <a:pt x="22475" y="139969"/>
                  </a:cubicBezTo>
                  <a:cubicBezTo>
                    <a:pt x="27509" y="139969"/>
                    <a:pt x="37377" y="140374"/>
                    <a:pt x="44827" y="140577"/>
                  </a:cubicBezTo>
                  <a:lnTo>
                    <a:pt x="44827" y="134301"/>
                  </a:lnTo>
                  <a:cubicBezTo>
                    <a:pt x="31335" y="134301"/>
                    <a:pt x="29120" y="134301"/>
                    <a:pt x="29120" y="125191"/>
                  </a:cubicBezTo>
                  <a:lnTo>
                    <a:pt x="29120" y="8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7" name="Freeform 746">
              <a:extLst>
                <a:ext uri="{FF2B5EF4-FFF2-40B4-BE49-F238E27FC236}">
                  <a16:creationId xmlns:a16="http://schemas.microsoft.com/office/drawing/2014/main" id="{70B5B8CF-E322-1431-11DF-720CF260235B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861436" y="3993307"/>
              <a:ext cx="137942" cy="89478"/>
            </a:xfrm>
            <a:custGeom>
              <a:avLst/>
              <a:gdLst>
                <a:gd name="connsiteX0" fmla="*/ 121155 w 137942"/>
                <a:gd name="connsiteY0" fmla="*/ 19315 h 89478"/>
                <a:gd name="connsiteX1" fmla="*/ 138070 w 137942"/>
                <a:gd name="connsiteY1" fmla="*/ 6358 h 89478"/>
                <a:gd name="connsiteX2" fmla="*/ 138070 w 137942"/>
                <a:gd name="connsiteY2" fmla="*/ 83 h 89478"/>
                <a:gd name="connsiteX3" fmla="*/ 123370 w 137942"/>
                <a:gd name="connsiteY3" fmla="*/ 690 h 89478"/>
                <a:gd name="connsiteX4" fmla="*/ 104642 w 137942"/>
                <a:gd name="connsiteY4" fmla="*/ 83 h 89478"/>
                <a:gd name="connsiteX5" fmla="*/ 104642 w 137942"/>
                <a:gd name="connsiteY5" fmla="*/ 6358 h 89478"/>
                <a:gd name="connsiteX6" fmla="*/ 116322 w 137942"/>
                <a:gd name="connsiteY6" fmla="*/ 16076 h 89478"/>
                <a:gd name="connsiteX7" fmla="*/ 115315 w 137942"/>
                <a:gd name="connsiteY7" fmla="*/ 20327 h 89478"/>
                <a:gd name="connsiteX8" fmla="*/ 96990 w 137942"/>
                <a:gd name="connsiteY8" fmla="*/ 72152 h 89478"/>
                <a:gd name="connsiteX9" fmla="*/ 77054 w 137942"/>
                <a:gd name="connsiteY9" fmla="*/ 15671 h 89478"/>
                <a:gd name="connsiteX10" fmla="*/ 76047 w 137942"/>
                <a:gd name="connsiteY10" fmla="*/ 11824 h 89478"/>
                <a:gd name="connsiteX11" fmla="*/ 87928 w 137942"/>
                <a:gd name="connsiteY11" fmla="*/ 6358 h 89478"/>
                <a:gd name="connsiteX12" fmla="*/ 87928 w 137942"/>
                <a:gd name="connsiteY12" fmla="*/ 83 h 89478"/>
                <a:gd name="connsiteX13" fmla="*/ 66985 w 137942"/>
                <a:gd name="connsiteY13" fmla="*/ 690 h 89478"/>
                <a:gd name="connsiteX14" fmla="*/ 49062 w 137942"/>
                <a:gd name="connsiteY14" fmla="*/ 83 h 89478"/>
                <a:gd name="connsiteX15" fmla="*/ 49062 w 137942"/>
                <a:gd name="connsiteY15" fmla="*/ 6358 h 89478"/>
                <a:gd name="connsiteX16" fmla="*/ 61749 w 137942"/>
                <a:gd name="connsiteY16" fmla="*/ 9395 h 89478"/>
                <a:gd name="connsiteX17" fmla="*/ 66381 w 137942"/>
                <a:gd name="connsiteY17" fmla="*/ 20529 h 89478"/>
                <a:gd name="connsiteX18" fmla="*/ 49062 w 137942"/>
                <a:gd name="connsiteY18" fmla="*/ 69520 h 89478"/>
                <a:gd name="connsiteX19" fmla="*/ 29932 w 137942"/>
                <a:gd name="connsiteY19" fmla="*/ 15468 h 89478"/>
                <a:gd name="connsiteX20" fmla="*/ 28925 w 137942"/>
                <a:gd name="connsiteY20" fmla="*/ 11824 h 89478"/>
                <a:gd name="connsiteX21" fmla="*/ 40806 w 137942"/>
                <a:gd name="connsiteY21" fmla="*/ 6358 h 89478"/>
                <a:gd name="connsiteX22" fmla="*/ 40806 w 137942"/>
                <a:gd name="connsiteY22" fmla="*/ 83 h 89478"/>
                <a:gd name="connsiteX23" fmla="*/ 18856 w 137942"/>
                <a:gd name="connsiteY23" fmla="*/ 690 h 89478"/>
                <a:gd name="connsiteX24" fmla="*/ 128 w 137942"/>
                <a:gd name="connsiteY24" fmla="*/ 83 h 89478"/>
                <a:gd name="connsiteX25" fmla="*/ 128 w 137942"/>
                <a:gd name="connsiteY25" fmla="*/ 6358 h 89478"/>
                <a:gd name="connsiteX26" fmla="*/ 15030 w 137942"/>
                <a:gd name="connsiteY26" fmla="*/ 13444 h 89478"/>
                <a:gd name="connsiteX27" fmla="*/ 40403 w 137942"/>
                <a:gd name="connsiteY27" fmla="*/ 85108 h 89478"/>
                <a:gd name="connsiteX28" fmla="*/ 44632 w 137942"/>
                <a:gd name="connsiteY28" fmla="*/ 89562 h 89478"/>
                <a:gd name="connsiteX29" fmla="*/ 48660 w 137942"/>
                <a:gd name="connsiteY29" fmla="*/ 85513 h 89478"/>
                <a:gd name="connsiteX30" fmla="*/ 68999 w 137942"/>
                <a:gd name="connsiteY30" fmla="*/ 28222 h 89478"/>
                <a:gd name="connsiteX31" fmla="*/ 89539 w 137942"/>
                <a:gd name="connsiteY31" fmla="*/ 85715 h 89478"/>
                <a:gd name="connsiteX32" fmla="*/ 93566 w 137942"/>
                <a:gd name="connsiteY32" fmla="*/ 89562 h 89478"/>
                <a:gd name="connsiteX33" fmla="*/ 97594 w 137942"/>
                <a:gd name="connsiteY33" fmla="*/ 85715 h 89478"/>
                <a:gd name="connsiteX34" fmla="*/ 121155 w 137942"/>
                <a:gd name="connsiteY34" fmla="*/ 19315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37942" h="89478">
                  <a:moveTo>
                    <a:pt x="121155" y="19315"/>
                  </a:moveTo>
                  <a:cubicBezTo>
                    <a:pt x="124780" y="9193"/>
                    <a:pt x="131022" y="6561"/>
                    <a:pt x="138070" y="6358"/>
                  </a:cubicBezTo>
                  <a:lnTo>
                    <a:pt x="138070" y="83"/>
                  </a:lnTo>
                  <a:cubicBezTo>
                    <a:pt x="133640" y="488"/>
                    <a:pt x="127800" y="690"/>
                    <a:pt x="123370" y="690"/>
                  </a:cubicBezTo>
                  <a:cubicBezTo>
                    <a:pt x="117530" y="690"/>
                    <a:pt x="108468" y="285"/>
                    <a:pt x="104642" y="83"/>
                  </a:cubicBezTo>
                  <a:lnTo>
                    <a:pt x="104642" y="6358"/>
                  </a:lnTo>
                  <a:cubicBezTo>
                    <a:pt x="111891" y="6561"/>
                    <a:pt x="116322" y="10205"/>
                    <a:pt x="116322" y="16076"/>
                  </a:cubicBezTo>
                  <a:cubicBezTo>
                    <a:pt x="116322" y="17290"/>
                    <a:pt x="116322" y="17695"/>
                    <a:pt x="115315" y="20327"/>
                  </a:cubicBezTo>
                  <a:lnTo>
                    <a:pt x="96990" y="72152"/>
                  </a:lnTo>
                  <a:lnTo>
                    <a:pt x="77054" y="15671"/>
                  </a:lnTo>
                  <a:cubicBezTo>
                    <a:pt x="76248" y="13241"/>
                    <a:pt x="76047" y="12836"/>
                    <a:pt x="76047" y="11824"/>
                  </a:cubicBezTo>
                  <a:cubicBezTo>
                    <a:pt x="76047" y="6358"/>
                    <a:pt x="83900" y="6358"/>
                    <a:pt x="87928" y="6358"/>
                  </a:cubicBezTo>
                  <a:lnTo>
                    <a:pt x="87928" y="83"/>
                  </a:lnTo>
                  <a:cubicBezTo>
                    <a:pt x="82088" y="285"/>
                    <a:pt x="71818" y="690"/>
                    <a:pt x="66985" y="690"/>
                  </a:cubicBezTo>
                  <a:cubicBezTo>
                    <a:pt x="60944" y="690"/>
                    <a:pt x="55104" y="488"/>
                    <a:pt x="49062" y="83"/>
                  </a:cubicBezTo>
                  <a:lnTo>
                    <a:pt x="49062" y="6358"/>
                  </a:lnTo>
                  <a:cubicBezTo>
                    <a:pt x="56513" y="6358"/>
                    <a:pt x="59735" y="6763"/>
                    <a:pt x="61749" y="9395"/>
                  </a:cubicBezTo>
                  <a:cubicBezTo>
                    <a:pt x="62756" y="10610"/>
                    <a:pt x="64971" y="16683"/>
                    <a:pt x="66381" y="20529"/>
                  </a:cubicBezTo>
                  <a:lnTo>
                    <a:pt x="49062" y="69520"/>
                  </a:lnTo>
                  <a:lnTo>
                    <a:pt x="29932" y="15468"/>
                  </a:lnTo>
                  <a:cubicBezTo>
                    <a:pt x="28925" y="13039"/>
                    <a:pt x="28925" y="12634"/>
                    <a:pt x="28925" y="11824"/>
                  </a:cubicBezTo>
                  <a:cubicBezTo>
                    <a:pt x="28925" y="6358"/>
                    <a:pt x="36778" y="6358"/>
                    <a:pt x="40806" y="6358"/>
                  </a:cubicBezTo>
                  <a:lnTo>
                    <a:pt x="40806" y="83"/>
                  </a:lnTo>
                  <a:cubicBezTo>
                    <a:pt x="34765" y="285"/>
                    <a:pt x="23488" y="690"/>
                    <a:pt x="18856" y="690"/>
                  </a:cubicBezTo>
                  <a:cubicBezTo>
                    <a:pt x="18051" y="690"/>
                    <a:pt x="7378" y="488"/>
                    <a:pt x="128" y="83"/>
                  </a:cubicBezTo>
                  <a:lnTo>
                    <a:pt x="128" y="6358"/>
                  </a:lnTo>
                  <a:cubicBezTo>
                    <a:pt x="10197" y="6358"/>
                    <a:pt x="12613" y="6966"/>
                    <a:pt x="15030" y="13444"/>
                  </a:cubicBezTo>
                  <a:lnTo>
                    <a:pt x="40403" y="85108"/>
                  </a:lnTo>
                  <a:cubicBezTo>
                    <a:pt x="41410" y="87942"/>
                    <a:pt x="42014" y="89562"/>
                    <a:pt x="44632" y="89562"/>
                  </a:cubicBezTo>
                  <a:cubicBezTo>
                    <a:pt x="47250" y="89562"/>
                    <a:pt x="47653" y="88347"/>
                    <a:pt x="48660" y="85513"/>
                  </a:cubicBezTo>
                  <a:lnTo>
                    <a:pt x="68999" y="28222"/>
                  </a:lnTo>
                  <a:lnTo>
                    <a:pt x="89539" y="85715"/>
                  </a:lnTo>
                  <a:cubicBezTo>
                    <a:pt x="90344" y="87942"/>
                    <a:pt x="90948" y="89562"/>
                    <a:pt x="93566" y="89562"/>
                  </a:cubicBezTo>
                  <a:cubicBezTo>
                    <a:pt x="96184" y="89562"/>
                    <a:pt x="96788" y="87740"/>
                    <a:pt x="97594" y="85715"/>
                  </a:cubicBezTo>
                  <a:lnTo>
                    <a:pt x="121155" y="1931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8" name="Freeform 747">
              <a:extLst>
                <a:ext uri="{FF2B5EF4-FFF2-40B4-BE49-F238E27FC236}">
                  <a16:creationId xmlns:a16="http://schemas.microsoft.com/office/drawing/2014/main" id="{426BEF7C-761E-5F38-7600-F325C6BF1F0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003294" y="3989865"/>
              <a:ext cx="77932" cy="92920"/>
            </a:xfrm>
            <a:custGeom>
              <a:avLst/>
              <a:gdLst>
                <a:gd name="connsiteX0" fmla="*/ 17051 w 77932"/>
                <a:gd name="connsiteY0" fmla="*/ 39761 h 92920"/>
                <a:gd name="connsiteX1" fmla="*/ 42021 w 77932"/>
                <a:gd name="connsiteY1" fmla="*/ 4536 h 92920"/>
                <a:gd name="connsiteX2" fmla="*/ 64777 w 77932"/>
                <a:gd name="connsiteY2" fmla="*/ 39761 h 92920"/>
                <a:gd name="connsiteX3" fmla="*/ 17051 w 77932"/>
                <a:gd name="connsiteY3" fmla="*/ 39761 h 92920"/>
                <a:gd name="connsiteX4" fmla="*/ 16849 w 77932"/>
                <a:gd name="connsiteY4" fmla="*/ 44012 h 92920"/>
                <a:gd name="connsiteX5" fmla="*/ 73033 w 77932"/>
                <a:gd name="connsiteY5" fmla="*/ 44012 h 92920"/>
                <a:gd name="connsiteX6" fmla="*/ 78067 w 77932"/>
                <a:gd name="connsiteY6" fmla="*/ 39761 h 92920"/>
                <a:gd name="connsiteX7" fmla="*/ 42021 w 77932"/>
                <a:gd name="connsiteY7" fmla="*/ 83 h 92920"/>
                <a:gd name="connsiteX8" fmla="*/ 135 w 77932"/>
                <a:gd name="connsiteY8" fmla="*/ 46239 h 92920"/>
                <a:gd name="connsiteX9" fmla="*/ 44438 w 77932"/>
                <a:gd name="connsiteY9" fmla="*/ 93003 h 92920"/>
                <a:gd name="connsiteX10" fmla="*/ 78067 w 77932"/>
                <a:gd name="connsiteY10" fmla="*/ 66686 h 92920"/>
                <a:gd name="connsiteX11" fmla="*/ 75449 w 77932"/>
                <a:gd name="connsiteY11" fmla="*/ 64256 h 92920"/>
                <a:gd name="connsiteX12" fmla="*/ 72832 w 77932"/>
                <a:gd name="connsiteY12" fmla="*/ 67091 h 92920"/>
                <a:gd name="connsiteX13" fmla="*/ 45646 w 77932"/>
                <a:gd name="connsiteY13" fmla="*/ 87942 h 92920"/>
                <a:gd name="connsiteX14" fmla="*/ 22890 w 77932"/>
                <a:gd name="connsiteY14" fmla="*/ 74378 h 92920"/>
                <a:gd name="connsiteX15" fmla="*/ 16849 w 77932"/>
                <a:gd name="connsiteY15" fmla="*/ 440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51" y="39761"/>
                  </a:moveTo>
                  <a:cubicBezTo>
                    <a:pt x="18259" y="9597"/>
                    <a:pt x="35174" y="4536"/>
                    <a:pt x="42021" y="4536"/>
                  </a:cubicBezTo>
                  <a:cubicBezTo>
                    <a:pt x="62763" y="4536"/>
                    <a:pt x="64777" y="31866"/>
                    <a:pt x="64777" y="39761"/>
                  </a:cubicBezTo>
                  <a:lnTo>
                    <a:pt x="17051" y="39761"/>
                  </a:lnTo>
                  <a:close/>
                  <a:moveTo>
                    <a:pt x="16849" y="44012"/>
                  </a:moveTo>
                  <a:lnTo>
                    <a:pt x="73033" y="44012"/>
                  </a:lnTo>
                  <a:cubicBezTo>
                    <a:pt x="77463" y="44012"/>
                    <a:pt x="78067" y="44012"/>
                    <a:pt x="78067" y="39761"/>
                  </a:cubicBezTo>
                  <a:cubicBezTo>
                    <a:pt x="78067" y="19719"/>
                    <a:pt x="67193" y="83"/>
                    <a:pt x="42021" y="83"/>
                  </a:cubicBezTo>
                  <a:cubicBezTo>
                    <a:pt x="18662" y="83"/>
                    <a:pt x="135" y="20934"/>
                    <a:pt x="135" y="46239"/>
                  </a:cubicBezTo>
                  <a:cubicBezTo>
                    <a:pt x="135" y="73366"/>
                    <a:pt x="21279" y="93003"/>
                    <a:pt x="44438" y="93003"/>
                  </a:cubicBezTo>
                  <a:cubicBezTo>
                    <a:pt x="69005" y="93003"/>
                    <a:pt x="78067" y="70532"/>
                    <a:pt x="78067" y="66686"/>
                  </a:cubicBezTo>
                  <a:cubicBezTo>
                    <a:pt x="78067" y="64661"/>
                    <a:pt x="76456" y="64256"/>
                    <a:pt x="75449" y="64256"/>
                  </a:cubicBezTo>
                  <a:cubicBezTo>
                    <a:pt x="73637" y="64256"/>
                    <a:pt x="73234" y="65471"/>
                    <a:pt x="72832" y="67091"/>
                  </a:cubicBezTo>
                  <a:cubicBezTo>
                    <a:pt x="65783" y="87942"/>
                    <a:pt x="47660" y="87942"/>
                    <a:pt x="45646" y="87942"/>
                  </a:cubicBezTo>
                  <a:cubicBezTo>
                    <a:pt x="35577" y="87942"/>
                    <a:pt x="27522" y="81869"/>
                    <a:pt x="22890" y="74378"/>
                  </a:cubicBezTo>
                  <a:cubicBezTo>
                    <a:pt x="16849" y="64661"/>
                    <a:pt x="16849" y="51300"/>
                    <a:pt x="16849" y="440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49" name="Freeform 748">
              <a:extLst>
                <a:ext uri="{FF2B5EF4-FFF2-40B4-BE49-F238E27FC236}">
                  <a16:creationId xmlns:a16="http://schemas.microsoft.com/office/drawing/2014/main" id="{30F06D22-D26B-2DE2-C67E-E33BAD5E621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7093801" y="3945126"/>
              <a:ext cx="43094" cy="135432"/>
            </a:xfrm>
            <a:custGeom>
              <a:avLst/>
              <a:gdLst>
                <a:gd name="connsiteX0" fmla="*/ 29138 w 43094"/>
                <a:gd name="connsiteY0" fmla="*/ 46037 h 135432"/>
                <a:gd name="connsiteX1" fmla="*/ 945 w 43094"/>
                <a:gd name="connsiteY1" fmla="*/ 48264 h 135432"/>
                <a:gd name="connsiteX2" fmla="*/ 945 w 43094"/>
                <a:gd name="connsiteY2" fmla="*/ 54539 h 135432"/>
                <a:gd name="connsiteX3" fmla="*/ 15847 w 43094"/>
                <a:gd name="connsiteY3" fmla="*/ 65674 h 135432"/>
                <a:gd name="connsiteX4" fmla="*/ 15847 w 43094"/>
                <a:gd name="connsiteY4" fmla="*/ 120130 h 135432"/>
                <a:gd name="connsiteX5" fmla="*/ 140 w 43094"/>
                <a:gd name="connsiteY5" fmla="*/ 129240 h 135432"/>
                <a:gd name="connsiteX6" fmla="*/ 140 w 43094"/>
                <a:gd name="connsiteY6" fmla="*/ 135516 h 135432"/>
                <a:gd name="connsiteX7" fmla="*/ 22291 w 43094"/>
                <a:gd name="connsiteY7" fmla="*/ 134908 h 135432"/>
                <a:gd name="connsiteX8" fmla="*/ 43234 w 43094"/>
                <a:gd name="connsiteY8" fmla="*/ 135516 h 135432"/>
                <a:gd name="connsiteX9" fmla="*/ 43234 w 43094"/>
                <a:gd name="connsiteY9" fmla="*/ 129240 h 135432"/>
                <a:gd name="connsiteX10" fmla="*/ 29138 w 43094"/>
                <a:gd name="connsiteY10" fmla="*/ 120333 h 135432"/>
                <a:gd name="connsiteX11" fmla="*/ 29138 w 43094"/>
                <a:gd name="connsiteY11" fmla="*/ 46037 h 135432"/>
                <a:gd name="connsiteX12" fmla="*/ 29943 w 43094"/>
                <a:gd name="connsiteY12" fmla="*/ 10812 h 135432"/>
                <a:gd name="connsiteX13" fmla="*/ 19270 w 43094"/>
                <a:gd name="connsiteY13" fmla="*/ 83 h 135432"/>
                <a:gd name="connsiteX14" fmla="*/ 8597 w 43094"/>
                <a:gd name="connsiteY14" fmla="*/ 10812 h 135432"/>
                <a:gd name="connsiteX15" fmla="*/ 19270 w 43094"/>
                <a:gd name="connsiteY15" fmla="*/ 21541 h 135432"/>
                <a:gd name="connsiteX16" fmla="*/ 29943 w 43094"/>
                <a:gd name="connsiteY16" fmla="*/ 1081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38" y="46037"/>
                  </a:moveTo>
                  <a:lnTo>
                    <a:pt x="945" y="48264"/>
                  </a:lnTo>
                  <a:lnTo>
                    <a:pt x="945" y="54539"/>
                  </a:lnTo>
                  <a:cubicBezTo>
                    <a:pt x="14034" y="54539"/>
                    <a:pt x="15847" y="55754"/>
                    <a:pt x="15847" y="65674"/>
                  </a:cubicBezTo>
                  <a:lnTo>
                    <a:pt x="15847" y="120130"/>
                  </a:lnTo>
                  <a:cubicBezTo>
                    <a:pt x="15847" y="129240"/>
                    <a:pt x="13632" y="129240"/>
                    <a:pt x="140" y="129240"/>
                  </a:cubicBezTo>
                  <a:lnTo>
                    <a:pt x="140" y="135516"/>
                  </a:lnTo>
                  <a:cubicBezTo>
                    <a:pt x="6584" y="135313"/>
                    <a:pt x="17458" y="134908"/>
                    <a:pt x="22291" y="134908"/>
                  </a:cubicBezTo>
                  <a:cubicBezTo>
                    <a:pt x="29339" y="134908"/>
                    <a:pt x="36387" y="135313"/>
                    <a:pt x="43234" y="135516"/>
                  </a:cubicBezTo>
                  <a:lnTo>
                    <a:pt x="43234" y="129240"/>
                  </a:lnTo>
                  <a:cubicBezTo>
                    <a:pt x="29943" y="129240"/>
                    <a:pt x="29138" y="128228"/>
                    <a:pt x="29138" y="120333"/>
                  </a:cubicBezTo>
                  <a:lnTo>
                    <a:pt x="29138" y="46037"/>
                  </a:lnTo>
                  <a:close/>
                  <a:moveTo>
                    <a:pt x="29943" y="10812"/>
                  </a:moveTo>
                  <a:cubicBezTo>
                    <a:pt x="29943" y="4334"/>
                    <a:pt x="24909" y="83"/>
                    <a:pt x="19270" y="83"/>
                  </a:cubicBezTo>
                  <a:cubicBezTo>
                    <a:pt x="13028" y="83"/>
                    <a:pt x="8597" y="5549"/>
                    <a:pt x="8597" y="10812"/>
                  </a:cubicBezTo>
                  <a:cubicBezTo>
                    <a:pt x="8597" y="16278"/>
                    <a:pt x="13028" y="21541"/>
                    <a:pt x="19270" y="21541"/>
                  </a:cubicBezTo>
                  <a:cubicBezTo>
                    <a:pt x="24909" y="21541"/>
                    <a:pt x="29943" y="17290"/>
                    <a:pt x="29943" y="108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0" name="Freeform 749">
              <a:extLst>
                <a:ext uri="{FF2B5EF4-FFF2-40B4-BE49-F238E27FC236}">
                  <a16:creationId xmlns:a16="http://schemas.microsoft.com/office/drawing/2014/main" id="{37D679AE-3344-3236-7FC3-DA4196F3546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148732" y="3988853"/>
              <a:ext cx="92028" cy="133408"/>
            </a:xfrm>
            <a:custGeom>
              <a:avLst/>
              <a:gdLst>
                <a:gd name="connsiteX0" fmla="*/ 39209 w 92028"/>
                <a:gd name="connsiteY0" fmla="*/ 56969 h 133408"/>
                <a:gd name="connsiteX1" fmla="*/ 21689 w 92028"/>
                <a:gd name="connsiteY1" fmla="*/ 32068 h 133408"/>
                <a:gd name="connsiteX2" fmla="*/ 24911 w 92028"/>
                <a:gd name="connsiteY2" fmla="*/ 15063 h 133408"/>
                <a:gd name="connsiteX3" fmla="*/ 39209 w 92028"/>
                <a:gd name="connsiteY3" fmla="*/ 6966 h 133408"/>
                <a:gd name="connsiteX4" fmla="*/ 56729 w 92028"/>
                <a:gd name="connsiteY4" fmla="*/ 31866 h 133408"/>
                <a:gd name="connsiteX5" fmla="*/ 53507 w 92028"/>
                <a:gd name="connsiteY5" fmla="*/ 48871 h 133408"/>
                <a:gd name="connsiteX6" fmla="*/ 39209 w 92028"/>
                <a:gd name="connsiteY6" fmla="*/ 56969 h 133408"/>
                <a:gd name="connsiteX7" fmla="*/ 15850 w 92028"/>
                <a:gd name="connsiteY7" fmla="*/ 64864 h 133408"/>
                <a:gd name="connsiteX8" fmla="*/ 19273 w 92028"/>
                <a:gd name="connsiteY8" fmla="*/ 55349 h 133408"/>
                <a:gd name="connsiteX9" fmla="*/ 39209 w 92028"/>
                <a:gd name="connsiteY9" fmla="*/ 61625 h 133408"/>
                <a:gd name="connsiteX10" fmla="*/ 71832 w 92028"/>
                <a:gd name="connsiteY10" fmla="*/ 32068 h 133408"/>
                <a:gd name="connsiteX11" fmla="*/ 63576 w 92028"/>
                <a:gd name="connsiteY11" fmla="*/ 12432 h 133408"/>
                <a:gd name="connsiteX12" fmla="*/ 81699 w 92028"/>
                <a:gd name="connsiteY12" fmla="*/ 4536 h 133408"/>
                <a:gd name="connsiteX13" fmla="*/ 83713 w 92028"/>
                <a:gd name="connsiteY13" fmla="*/ 4739 h 133408"/>
                <a:gd name="connsiteX14" fmla="*/ 80491 w 92028"/>
                <a:gd name="connsiteY14" fmla="*/ 10205 h 133408"/>
                <a:gd name="connsiteX15" fmla="*/ 86331 w 92028"/>
                <a:gd name="connsiteY15" fmla="*/ 16076 h 133408"/>
                <a:gd name="connsiteX16" fmla="*/ 92171 w 92028"/>
                <a:gd name="connsiteY16" fmla="*/ 10002 h 133408"/>
                <a:gd name="connsiteX17" fmla="*/ 81901 w 92028"/>
                <a:gd name="connsiteY17" fmla="*/ 83 h 133408"/>
                <a:gd name="connsiteX18" fmla="*/ 60555 w 92028"/>
                <a:gd name="connsiteY18" fmla="*/ 9597 h 133408"/>
                <a:gd name="connsiteX19" fmla="*/ 39209 w 92028"/>
                <a:gd name="connsiteY19" fmla="*/ 2310 h 133408"/>
                <a:gd name="connsiteX20" fmla="*/ 6586 w 92028"/>
                <a:gd name="connsiteY20" fmla="*/ 31866 h 133408"/>
                <a:gd name="connsiteX21" fmla="*/ 16051 w 92028"/>
                <a:gd name="connsiteY21" fmla="*/ 52717 h 133408"/>
                <a:gd name="connsiteX22" fmla="*/ 9808 w 92028"/>
                <a:gd name="connsiteY22" fmla="*/ 69520 h 133408"/>
                <a:gd name="connsiteX23" fmla="*/ 18669 w 92028"/>
                <a:gd name="connsiteY23" fmla="*/ 87537 h 133408"/>
                <a:gd name="connsiteX24" fmla="*/ 142 w 92028"/>
                <a:gd name="connsiteY24" fmla="*/ 107781 h 133408"/>
                <a:gd name="connsiteX25" fmla="*/ 44646 w 92028"/>
                <a:gd name="connsiteY25" fmla="*/ 133491 h 133408"/>
                <a:gd name="connsiteX26" fmla="*/ 89352 w 92028"/>
                <a:gd name="connsiteY26" fmla="*/ 107376 h 133408"/>
                <a:gd name="connsiteX27" fmla="*/ 76262 w 92028"/>
                <a:gd name="connsiteY27" fmla="*/ 84298 h 133408"/>
                <a:gd name="connsiteX28" fmla="*/ 41626 w 92028"/>
                <a:gd name="connsiteY28" fmla="*/ 78630 h 133408"/>
                <a:gd name="connsiteX29" fmla="*/ 26522 w 92028"/>
                <a:gd name="connsiteY29" fmla="*/ 78427 h 133408"/>
                <a:gd name="connsiteX30" fmla="*/ 15850 w 92028"/>
                <a:gd name="connsiteY30" fmla="*/ 64864 h 133408"/>
                <a:gd name="connsiteX31" fmla="*/ 44848 w 92028"/>
                <a:gd name="connsiteY31" fmla="*/ 128835 h 133408"/>
                <a:gd name="connsiteX32" fmla="*/ 10614 w 92028"/>
                <a:gd name="connsiteY32" fmla="*/ 107781 h 133408"/>
                <a:gd name="connsiteX33" fmla="*/ 27127 w 92028"/>
                <a:gd name="connsiteY33" fmla="*/ 90371 h 133408"/>
                <a:gd name="connsiteX34" fmla="*/ 39008 w 92028"/>
                <a:gd name="connsiteY34" fmla="*/ 90371 h 133408"/>
                <a:gd name="connsiteX35" fmla="*/ 78880 w 92028"/>
                <a:gd name="connsiteY35" fmla="*/ 107781 h 133408"/>
                <a:gd name="connsiteX36" fmla="*/ 44848 w 92028"/>
                <a:gd name="connsiteY36" fmla="*/ 12883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09" y="56969"/>
                  </a:moveTo>
                  <a:cubicBezTo>
                    <a:pt x="21689" y="56969"/>
                    <a:pt x="21689" y="36724"/>
                    <a:pt x="21689" y="32068"/>
                  </a:cubicBezTo>
                  <a:cubicBezTo>
                    <a:pt x="21689" y="26602"/>
                    <a:pt x="21891" y="20124"/>
                    <a:pt x="24911" y="15063"/>
                  </a:cubicBezTo>
                  <a:cubicBezTo>
                    <a:pt x="26522" y="12634"/>
                    <a:pt x="31154" y="6966"/>
                    <a:pt x="39209" y="6966"/>
                  </a:cubicBezTo>
                  <a:cubicBezTo>
                    <a:pt x="56729" y="6966"/>
                    <a:pt x="56729" y="27210"/>
                    <a:pt x="56729" y="31866"/>
                  </a:cubicBezTo>
                  <a:cubicBezTo>
                    <a:pt x="56729" y="37332"/>
                    <a:pt x="56527" y="43810"/>
                    <a:pt x="53507" y="48871"/>
                  </a:cubicBezTo>
                  <a:cubicBezTo>
                    <a:pt x="51896" y="51300"/>
                    <a:pt x="47264" y="56969"/>
                    <a:pt x="39209" y="56969"/>
                  </a:cubicBezTo>
                  <a:close/>
                  <a:moveTo>
                    <a:pt x="15850" y="64864"/>
                  </a:moveTo>
                  <a:cubicBezTo>
                    <a:pt x="15850" y="64054"/>
                    <a:pt x="15850" y="59398"/>
                    <a:pt x="19273" y="55349"/>
                  </a:cubicBezTo>
                  <a:cubicBezTo>
                    <a:pt x="27127" y="61017"/>
                    <a:pt x="35383" y="61625"/>
                    <a:pt x="39209" y="61625"/>
                  </a:cubicBezTo>
                  <a:cubicBezTo>
                    <a:pt x="57937" y="61625"/>
                    <a:pt x="71832" y="47656"/>
                    <a:pt x="71832" y="32068"/>
                  </a:cubicBezTo>
                  <a:cubicBezTo>
                    <a:pt x="71832" y="24578"/>
                    <a:pt x="68610" y="17088"/>
                    <a:pt x="63576" y="12432"/>
                  </a:cubicBezTo>
                  <a:cubicBezTo>
                    <a:pt x="70825" y="5549"/>
                    <a:pt x="78075" y="4536"/>
                    <a:pt x="81699" y="4536"/>
                  </a:cubicBezTo>
                  <a:cubicBezTo>
                    <a:pt x="82102" y="4536"/>
                    <a:pt x="83109" y="4536"/>
                    <a:pt x="83713" y="4739"/>
                  </a:cubicBezTo>
                  <a:cubicBezTo>
                    <a:pt x="81498" y="5549"/>
                    <a:pt x="80491" y="7775"/>
                    <a:pt x="80491" y="10205"/>
                  </a:cubicBezTo>
                  <a:cubicBezTo>
                    <a:pt x="80491" y="13646"/>
                    <a:pt x="83109" y="16076"/>
                    <a:pt x="86331" y="16076"/>
                  </a:cubicBezTo>
                  <a:cubicBezTo>
                    <a:pt x="88345" y="16076"/>
                    <a:pt x="92171" y="14658"/>
                    <a:pt x="92171" y="10002"/>
                  </a:cubicBezTo>
                  <a:cubicBezTo>
                    <a:pt x="92171" y="6561"/>
                    <a:pt x="89754" y="83"/>
                    <a:pt x="81901" y="83"/>
                  </a:cubicBezTo>
                  <a:cubicBezTo>
                    <a:pt x="77873" y="83"/>
                    <a:pt x="69013" y="1297"/>
                    <a:pt x="60555" y="9597"/>
                  </a:cubicBezTo>
                  <a:cubicBezTo>
                    <a:pt x="52097" y="2917"/>
                    <a:pt x="43639" y="2310"/>
                    <a:pt x="39209" y="2310"/>
                  </a:cubicBezTo>
                  <a:cubicBezTo>
                    <a:pt x="20481" y="2310"/>
                    <a:pt x="6586" y="16278"/>
                    <a:pt x="6586" y="31866"/>
                  </a:cubicBezTo>
                  <a:cubicBezTo>
                    <a:pt x="6586" y="40773"/>
                    <a:pt x="11017" y="48466"/>
                    <a:pt x="16051" y="52717"/>
                  </a:cubicBezTo>
                  <a:cubicBezTo>
                    <a:pt x="13433" y="55754"/>
                    <a:pt x="9808" y="62434"/>
                    <a:pt x="9808" y="69520"/>
                  </a:cubicBezTo>
                  <a:cubicBezTo>
                    <a:pt x="9808" y="75796"/>
                    <a:pt x="12426" y="83488"/>
                    <a:pt x="18669" y="87537"/>
                  </a:cubicBezTo>
                  <a:cubicBezTo>
                    <a:pt x="6586" y="90979"/>
                    <a:pt x="142" y="99684"/>
                    <a:pt x="142" y="107781"/>
                  </a:cubicBezTo>
                  <a:cubicBezTo>
                    <a:pt x="142" y="122357"/>
                    <a:pt x="20078" y="133491"/>
                    <a:pt x="44646" y="133491"/>
                  </a:cubicBezTo>
                  <a:cubicBezTo>
                    <a:pt x="68409" y="133491"/>
                    <a:pt x="89352" y="123167"/>
                    <a:pt x="89352" y="107376"/>
                  </a:cubicBezTo>
                  <a:cubicBezTo>
                    <a:pt x="89352" y="100291"/>
                    <a:pt x="86532" y="89966"/>
                    <a:pt x="76262" y="84298"/>
                  </a:cubicBezTo>
                  <a:cubicBezTo>
                    <a:pt x="65589" y="78630"/>
                    <a:pt x="53910" y="78630"/>
                    <a:pt x="41626" y="78630"/>
                  </a:cubicBezTo>
                  <a:cubicBezTo>
                    <a:pt x="36591" y="78630"/>
                    <a:pt x="27932" y="78630"/>
                    <a:pt x="26522" y="78427"/>
                  </a:cubicBezTo>
                  <a:cubicBezTo>
                    <a:pt x="20078" y="77618"/>
                    <a:pt x="15850" y="71342"/>
                    <a:pt x="15850" y="64864"/>
                  </a:cubicBezTo>
                  <a:close/>
                  <a:moveTo>
                    <a:pt x="44848" y="128835"/>
                  </a:moveTo>
                  <a:cubicBezTo>
                    <a:pt x="24509" y="128835"/>
                    <a:pt x="10614" y="118511"/>
                    <a:pt x="10614" y="107781"/>
                  </a:cubicBezTo>
                  <a:cubicBezTo>
                    <a:pt x="10614" y="98469"/>
                    <a:pt x="18266" y="90979"/>
                    <a:pt x="27127" y="90371"/>
                  </a:cubicBezTo>
                  <a:lnTo>
                    <a:pt x="39008" y="90371"/>
                  </a:lnTo>
                  <a:cubicBezTo>
                    <a:pt x="56326" y="90371"/>
                    <a:pt x="78880" y="90371"/>
                    <a:pt x="78880" y="107781"/>
                  </a:cubicBezTo>
                  <a:cubicBezTo>
                    <a:pt x="78880" y="118713"/>
                    <a:pt x="64582" y="128835"/>
                    <a:pt x="44848" y="12883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1" name="Freeform 750">
              <a:extLst>
                <a:ext uri="{FF2B5EF4-FFF2-40B4-BE49-F238E27FC236}">
                  <a16:creationId xmlns:a16="http://schemas.microsoft.com/office/drawing/2014/main" id="{D604A9D6-FB3F-C65F-3875-B7E0B2356BE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250226" y="3940065"/>
              <a:ext cx="101291" cy="140493"/>
            </a:xfrm>
            <a:custGeom>
              <a:avLst/>
              <a:gdLst>
                <a:gd name="connsiteX0" fmla="*/ 15855 w 101291"/>
                <a:gd name="connsiteY0" fmla="*/ 125191 h 140493"/>
                <a:gd name="connsiteX1" fmla="*/ 147 w 101291"/>
                <a:gd name="connsiteY1" fmla="*/ 134301 h 140493"/>
                <a:gd name="connsiteX2" fmla="*/ 147 w 101291"/>
                <a:gd name="connsiteY2" fmla="*/ 140577 h 140493"/>
                <a:gd name="connsiteX3" fmla="*/ 22903 w 101291"/>
                <a:gd name="connsiteY3" fmla="*/ 139969 h 140493"/>
                <a:gd name="connsiteX4" fmla="*/ 45457 w 101291"/>
                <a:gd name="connsiteY4" fmla="*/ 140577 h 140493"/>
                <a:gd name="connsiteX5" fmla="*/ 45457 w 101291"/>
                <a:gd name="connsiteY5" fmla="*/ 134301 h 140493"/>
                <a:gd name="connsiteX6" fmla="*/ 29749 w 101291"/>
                <a:gd name="connsiteY6" fmla="*/ 125191 h 140493"/>
                <a:gd name="connsiteX7" fmla="*/ 29749 w 101291"/>
                <a:gd name="connsiteY7" fmla="*/ 87942 h 140493"/>
                <a:gd name="connsiteX8" fmla="*/ 56935 w 101291"/>
                <a:gd name="connsiteY8" fmla="*/ 55551 h 140493"/>
                <a:gd name="connsiteX9" fmla="*/ 71837 w 101291"/>
                <a:gd name="connsiteY9" fmla="*/ 78022 h 140493"/>
                <a:gd name="connsiteX10" fmla="*/ 71837 w 101291"/>
                <a:gd name="connsiteY10" fmla="*/ 125191 h 140493"/>
                <a:gd name="connsiteX11" fmla="*/ 56130 w 101291"/>
                <a:gd name="connsiteY11" fmla="*/ 134301 h 140493"/>
                <a:gd name="connsiteX12" fmla="*/ 56130 w 101291"/>
                <a:gd name="connsiteY12" fmla="*/ 140577 h 140493"/>
                <a:gd name="connsiteX13" fmla="*/ 78885 w 101291"/>
                <a:gd name="connsiteY13" fmla="*/ 139969 h 140493"/>
                <a:gd name="connsiteX14" fmla="*/ 101439 w 101291"/>
                <a:gd name="connsiteY14" fmla="*/ 140577 h 140493"/>
                <a:gd name="connsiteX15" fmla="*/ 101439 w 101291"/>
                <a:gd name="connsiteY15" fmla="*/ 134301 h 140493"/>
                <a:gd name="connsiteX16" fmla="*/ 85732 w 101291"/>
                <a:gd name="connsiteY16" fmla="*/ 128228 h 140493"/>
                <a:gd name="connsiteX17" fmla="*/ 85732 w 101291"/>
                <a:gd name="connsiteY17" fmla="*/ 89562 h 140493"/>
                <a:gd name="connsiteX18" fmla="*/ 79489 w 101291"/>
                <a:gd name="connsiteY18" fmla="*/ 58588 h 140493"/>
                <a:gd name="connsiteX19" fmla="*/ 58345 w 101291"/>
                <a:gd name="connsiteY19" fmla="*/ 51098 h 140493"/>
                <a:gd name="connsiteX20" fmla="*/ 29145 w 101291"/>
                <a:gd name="connsiteY20" fmla="*/ 70937 h 140493"/>
                <a:gd name="connsiteX21" fmla="*/ 29145 w 101291"/>
                <a:gd name="connsiteY21" fmla="*/ 83 h 140493"/>
                <a:gd name="connsiteX22" fmla="*/ 147 w 101291"/>
                <a:gd name="connsiteY22" fmla="*/ 2310 h 140493"/>
                <a:gd name="connsiteX23" fmla="*/ 147 w 101291"/>
                <a:gd name="connsiteY23" fmla="*/ 8585 h 140493"/>
                <a:gd name="connsiteX24" fmla="*/ 15855 w 101291"/>
                <a:gd name="connsiteY24" fmla="*/ 19922 h 140493"/>
                <a:gd name="connsiteX25" fmla="*/ 15855 w 101291"/>
                <a:gd name="connsiteY25" fmla="*/ 12519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140493">
                  <a:moveTo>
                    <a:pt x="15855" y="125191"/>
                  </a:moveTo>
                  <a:cubicBezTo>
                    <a:pt x="15855" y="134301"/>
                    <a:pt x="13639" y="134301"/>
                    <a:pt x="147" y="134301"/>
                  </a:cubicBezTo>
                  <a:lnTo>
                    <a:pt x="147" y="140577"/>
                  </a:lnTo>
                  <a:cubicBezTo>
                    <a:pt x="7195" y="140374"/>
                    <a:pt x="17466" y="139969"/>
                    <a:pt x="22903" y="139969"/>
                  </a:cubicBezTo>
                  <a:cubicBezTo>
                    <a:pt x="28138" y="139969"/>
                    <a:pt x="38610" y="140374"/>
                    <a:pt x="45457" y="140577"/>
                  </a:cubicBezTo>
                  <a:lnTo>
                    <a:pt x="45457" y="134301"/>
                  </a:lnTo>
                  <a:cubicBezTo>
                    <a:pt x="31965" y="134301"/>
                    <a:pt x="29749" y="134301"/>
                    <a:pt x="29749" y="125191"/>
                  </a:cubicBezTo>
                  <a:lnTo>
                    <a:pt x="29749" y="87942"/>
                  </a:lnTo>
                  <a:cubicBezTo>
                    <a:pt x="29749" y="66888"/>
                    <a:pt x="44047" y="55551"/>
                    <a:pt x="56935" y="55551"/>
                  </a:cubicBezTo>
                  <a:cubicBezTo>
                    <a:pt x="69622" y="55551"/>
                    <a:pt x="71837" y="66483"/>
                    <a:pt x="71837" y="78022"/>
                  </a:cubicBezTo>
                  <a:lnTo>
                    <a:pt x="71837" y="125191"/>
                  </a:lnTo>
                  <a:cubicBezTo>
                    <a:pt x="71837" y="134301"/>
                    <a:pt x="69622" y="134301"/>
                    <a:pt x="56130" y="134301"/>
                  </a:cubicBezTo>
                  <a:lnTo>
                    <a:pt x="56130" y="140577"/>
                  </a:lnTo>
                  <a:cubicBezTo>
                    <a:pt x="63178" y="140374"/>
                    <a:pt x="73448" y="139969"/>
                    <a:pt x="78885" y="139969"/>
                  </a:cubicBezTo>
                  <a:cubicBezTo>
                    <a:pt x="84121" y="139969"/>
                    <a:pt x="94592" y="140374"/>
                    <a:pt x="101439" y="140577"/>
                  </a:cubicBezTo>
                  <a:lnTo>
                    <a:pt x="101439" y="134301"/>
                  </a:lnTo>
                  <a:cubicBezTo>
                    <a:pt x="90968" y="134301"/>
                    <a:pt x="85933" y="134301"/>
                    <a:pt x="85732" y="128228"/>
                  </a:cubicBezTo>
                  <a:lnTo>
                    <a:pt x="85732" y="89562"/>
                  </a:lnTo>
                  <a:cubicBezTo>
                    <a:pt x="85732" y="72152"/>
                    <a:pt x="85732" y="65876"/>
                    <a:pt x="79489" y="58588"/>
                  </a:cubicBezTo>
                  <a:cubicBezTo>
                    <a:pt x="76670" y="55147"/>
                    <a:pt x="70025" y="51098"/>
                    <a:pt x="58345" y="51098"/>
                  </a:cubicBezTo>
                  <a:cubicBezTo>
                    <a:pt x="41429" y="51098"/>
                    <a:pt x="32569" y="63244"/>
                    <a:pt x="29145" y="70937"/>
                  </a:cubicBezTo>
                  <a:lnTo>
                    <a:pt x="29145" y="83"/>
                  </a:lnTo>
                  <a:lnTo>
                    <a:pt x="147" y="2310"/>
                  </a:lnTo>
                  <a:lnTo>
                    <a:pt x="147" y="8585"/>
                  </a:lnTo>
                  <a:cubicBezTo>
                    <a:pt x="14244" y="8585"/>
                    <a:pt x="15855" y="10002"/>
                    <a:pt x="15855" y="19922"/>
                  </a:cubicBezTo>
                  <a:lnTo>
                    <a:pt x="15855" y="12519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01F34465-52E2-A409-3962-6467CAA2596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353889" y="3956057"/>
              <a:ext cx="63030" cy="126727"/>
            </a:xfrm>
            <a:custGeom>
              <a:avLst/>
              <a:gdLst>
                <a:gd name="connsiteX0" fmla="*/ 31164 w 63030"/>
                <a:gd name="connsiteY0" fmla="*/ 43607 h 126727"/>
                <a:gd name="connsiteX1" fmla="*/ 59961 w 63030"/>
                <a:gd name="connsiteY1" fmla="*/ 43607 h 126727"/>
                <a:gd name="connsiteX2" fmla="*/ 59961 w 63030"/>
                <a:gd name="connsiteY2" fmla="*/ 37332 h 126727"/>
                <a:gd name="connsiteX3" fmla="*/ 31164 w 63030"/>
                <a:gd name="connsiteY3" fmla="*/ 37332 h 126727"/>
                <a:gd name="connsiteX4" fmla="*/ 31164 w 63030"/>
                <a:gd name="connsiteY4" fmla="*/ 83 h 126727"/>
                <a:gd name="connsiteX5" fmla="*/ 26130 w 63030"/>
                <a:gd name="connsiteY5" fmla="*/ 83 h 126727"/>
                <a:gd name="connsiteX6" fmla="*/ 153 w 63030"/>
                <a:gd name="connsiteY6" fmla="*/ 39154 h 126727"/>
                <a:gd name="connsiteX7" fmla="*/ 153 w 63030"/>
                <a:gd name="connsiteY7" fmla="*/ 43607 h 126727"/>
                <a:gd name="connsiteX8" fmla="*/ 17269 w 63030"/>
                <a:gd name="connsiteY8" fmla="*/ 43607 h 126727"/>
                <a:gd name="connsiteX9" fmla="*/ 17269 w 63030"/>
                <a:gd name="connsiteY9" fmla="*/ 99481 h 126727"/>
                <a:gd name="connsiteX10" fmla="*/ 43247 w 63030"/>
                <a:gd name="connsiteY10" fmla="*/ 126811 h 126727"/>
                <a:gd name="connsiteX11" fmla="*/ 63183 w 63030"/>
                <a:gd name="connsiteY11" fmla="*/ 99481 h 126727"/>
                <a:gd name="connsiteX12" fmla="*/ 63183 w 63030"/>
                <a:gd name="connsiteY12" fmla="*/ 87942 h 126727"/>
                <a:gd name="connsiteX13" fmla="*/ 58149 w 63030"/>
                <a:gd name="connsiteY13" fmla="*/ 87942 h 126727"/>
                <a:gd name="connsiteX14" fmla="*/ 58149 w 63030"/>
                <a:gd name="connsiteY14" fmla="*/ 99076 h 126727"/>
                <a:gd name="connsiteX15" fmla="*/ 44656 w 63030"/>
                <a:gd name="connsiteY15" fmla="*/ 121750 h 126727"/>
                <a:gd name="connsiteX16" fmla="*/ 31164 w 63030"/>
                <a:gd name="connsiteY16" fmla="*/ 99886 h 126727"/>
                <a:gd name="connsiteX17" fmla="*/ 31164 w 63030"/>
                <a:gd name="connsiteY17" fmla="*/ 4360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64" y="43607"/>
                  </a:moveTo>
                  <a:lnTo>
                    <a:pt x="59961" y="43607"/>
                  </a:lnTo>
                  <a:lnTo>
                    <a:pt x="59961" y="37332"/>
                  </a:lnTo>
                  <a:lnTo>
                    <a:pt x="31164" y="37332"/>
                  </a:lnTo>
                  <a:lnTo>
                    <a:pt x="31164" y="83"/>
                  </a:lnTo>
                  <a:lnTo>
                    <a:pt x="26130" y="83"/>
                  </a:lnTo>
                  <a:cubicBezTo>
                    <a:pt x="25929" y="16683"/>
                    <a:pt x="19887" y="38344"/>
                    <a:pt x="153" y="39154"/>
                  </a:cubicBezTo>
                  <a:lnTo>
                    <a:pt x="153" y="43607"/>
                  </a:lnTo>
                  <a:lnTo>
                    <a:pt x="17269" y="43607"/>
                  </a:lnTo>
                  <a:lnTo>
                    <a:pt x="17269" y="99481"/>
                  </a:lnTo>
                  <a:cubicBezTo>
                    <a:pt x="17269" y="124381"/>
                    <a:pt x="35997" y="126811"/>
                    <a:pt x="43247" y="126811"/>
                  </a:cubicBezTo>
                  <a:cubicBezTo>
                    <a:pt x="57545" y="126811"/>
                    <a:pt x="63183" y="112437"/>
                    <a:pt x="63183" y="99481"/>
                  </a:cubicBezTo>
                  <a:lnTo>
                    <a:pt x="63183" y="87942"/>
                  </a:lnTo>
                  <a:lnTo>
                    <a:pt x="58149" y="87942"/>
                  </a:lnTo>
                  <a:lnTo>
                    <a:pt x="58149" y="99076"/>
                  </a:lnTo>
                  <a:cubicBezTo>
                    <a:pt x="58149" y="114057"/>
                    <a:pt x="52107" y="121750"/>
                    <a:pt x="44656" y="121750"/>
                  </a:cubicBezTo>
                  <a:cubicBezTo>
                    <a:pt x="31164" y="121750"/>
                    <a:pt x="31164" y="103328"/>
                    <a:pt x="31164" y="99886"/>
                  </a:cubicBezTo>
                  <a:lnTo>
                    <a:pt x="31164" y="4360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3" name="Freeform 752">
              <a:extLst>
                <a:ext uri="{FF2B5EF4-FFF2-40B4-BE49-F238E27FC236}">
                  <a16:creationId xmlns:a16="http://schemas.microsoft.com/office/drawing/2014/main" id="{12DC5EE5-C86E-3888-1503-47DB745ACC4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501140" y="3989865"/>
              <a:ext cx="89209" cy="92920"/>
            </a:xfrm>
            <a:custGeom>
              <a:avLst/>
              <a:gdLst>
                <a:gd name="connsiteX0" fmla="*/ 89369 w 89209"/>
                <a:gd name="connsiteY0" fmla="*/ 47454 h 92920"/>
                <a:gd name="connsiteX1" fmla="*/ 44865 w 89209"/>
                <a:gd name="connsiteY1" fmla="*/ 83 h 92920"/>
                <a:gd name="connsiteX2" fmla="*/ 160 w 89209"/>
                <a:gd name="connsiteY2" fmla="*/ 47454 h 92920"/>
                <a:gd name="connsiteX3" fmla="*/ 44664 w 89209"/>
                <a:gd name="connsiteY3" fmla="*/ 93003 h 92920"/>
                <a:gd name="connsiteX4" fmla="*/ 89369 w 89209"/>
                <a:gd name="connsiteY4" fmla="*/ 47454 h 92920"/>
                <a:gd name="connsiteX5" fmla="*/ 44865 w 89209"/>
                <a:gd name="connsiteY5" fmla="*/ 87942 h 92920"/>
                <a:gd name="connsiteX6" fmla="*/ 21908 w 89209"/>
                <a:gd name="connsiteY6" fmla="*/ 74378 h 92920"/>
                <a:gd name="connsiteX7" fmla="*/ 16874 w 89209"/>
                <a:gd name="connsiteY7" fmla="*/ 45834 h 92920"/>
                <a:gd name="connsiteX8" fmla="*/ 21707 w 89209"/>
                <a:gd name="connsiteY8" fmla="*/ 18100 h 92920"/>
                <a:gd name="connsiteX9" fmla="*/ 44664 w 89209"/>
                <a:gd name="connsiteY9" fmla="*/ 4536 h 92920"/>
                <a:gd name="connsiteX10" fmla="*/ 67419 w 89209"/>
                <a:gd name="connsiteY10" fmla="*/ 17695 h 92920"/>
                <a:gd name="connsiteX11" fmla="*/ 72655 w 89209"/>
                <a:gd name="connsiteY11" fmla="*/ 45834 h 92920"/>
                <a:gd name="connsiteX12" fmla="*/ 68225 w 89209"/>
                <a:gd name="connsiteY12" fmla="*/ 72961 h 92920"/>
                <a:gd name="connsiteX13" fmla="*/ 44865 w 89209"/>
                <a:gd name="connsiteY13" fmla="*/ 8794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69" y="47454"/>
                  </a:moveTo>
                  <a:cubicBezTo>
                    <a:pt x="89369" y="21541"/>
                    <a:pt x="69231" y="83"/>
                    <a:pt x="44865" y="83"/>
                  </a:cubicBezTo>
                  <a:cubicBezTo>
                    <a:pt x="19693" y="83"/>
                    <a:pt x="160" y="22149"/>
                    <a:pt x="160" y="47454"/>
                  </a:cubicBezTo>
                  <a:cubicBezTo>
                    <a:pt x="160" y="73569"/>
                    <a:pt x="21103" y="93003"/>
                    <a:pt x="44664" y="93003"/>
                  </a:cubicBezTo>
                  <a:cubicBezTo>
                    <a:pt x="69030" y="93003"/>
                    <a:pt x="89369" y="73164"/>
                    <a:pt x="89369" y="47454"/>
                  </a:cubicBezTo>
                  <a:close/>
                  <a:moveTo>
                    <a:pt x="44865" y="87942"/>
                  </a:moveTo>
                  <a:cubicBezTo>
                    <a:pt x="36206" y="87942"/>
                    <a:pt x="27345" y="83691"/>
                    <a:pt x="21908" y="74378"/>
                  </a:cubicBezTo>
                  <a:cubicBezTo>
                    <a:pt x="16874" y="65471"/>
                    <a:pt x="16874" y="53122"/>
                    <a:pt x="16874" y="45834"/>
                  </a:cubicBezTo>
                  <a:cubicBezTo>
                    <a:pt x="16874" y="37939"/>
                    <a:pt x="16874" y="27007"/>
                    <a:pt x="21707" y="18100"/>
                  </a:cubicBezTo>
                  <a:cubicBezTo>
                    <a:pt x="27144" y="8788"/>
                    <a:pt x="36609" y="4536"/>
                    <a:pt x="44664" y="4536"/>
                  </a:cubicBezTo>
                  <a:cubicBezTo>
                    <a:pt x="53524" y="4536"/>
                    <a:pt x="62183" y="8990"/>
                    <a:pt x="67419" y="17695"/>
                  </a:cubicBezTo>
                  <a:cubicBezTo>
                    <a:pt x="72655" y="26400"/>
                    <a:pt x="72655" y="38142"/>
                    <a:pt x="72655" y="45834"/>
                  </a:cubicBezTo>
                  <a:cubicBezTo>
                    <a:pt x="72655" y="53122"/>
                    <a:pt x="72655" y="64054"/>
                    <a:pt x="68225" y="72961"/>
                  </a:cubicBezTo>
                  <a:cubicBezTo>
                    <a:pt x="63794" y="82071"/>
                    <a:pt x="54934" y="87942"/>
                    <a:pt x="44865" y="8794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4" name="Freeform 753">
              <a:extLst>
                <a:ext uri="{FF2B5EF4-FFF2-40B4-BE49-F238E27FC236}">
                  <a16:creationId xmlns:a16="http://schemas.microsoft.com/office/drawing/2014/main" id="{DDCF8D9C-B941-B063-3429-35E7709517D3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602835" y="3937838"/>
              <a:ext cx="65245" cy="142720"/>
            </a:xfrm>
            <a:custGeom>
              <a:avLst/>
              <a:gdLst>
                <a:gd name="connsiteX0" fmla="*/ 28760 w 65245"/>
                <a:gd name="connsiteY0" fmla="*/ 55551 h 142720"/>
                <a:gd name="connsiteX1" fmla="*/ 28760 w 65245"/>
                <a:gd name="connsiteY1" fmla="*/ 32068 h 142720"/>
                <a:gd name="connsiteX2" fmla="*/ 47287 w 65245"/>
                <a:gd name="connsiteY2" fmla="*/ 4536 h 142720"/>
                <a:gd name="connsiteX3" fmla="*/ 53932 w 65245"/>
                <a:gd name="connsiteY3" fmla="*/ 5953 h 142720"/>
                <a:gd name="connsiteX4" fmla="*/ 47891 w 65245"/>
                <a:gd name="connsiteY4" fmla="*/ 14456 h 142720"/>
                <a:gd name="connsiteX5" fmla="*/ 56550 w 65245"/>
                <a:gd name="connsiteY5" fmla="*/ 23161 h 142720"/>
                <a:gd name="connsiteX6" fmla="*/ 65410 w 65245"/>
                <a:gd name="connsiteY6" fmla="*/ 14254 h 142720"/>
                <a:gd name="connsiteX7" fmla="*/ 47287 w 65245"/>
                <a:gd name="connsiteY7" fmla="*/ 83 h 142720"/>
                <a:gd name="connsiteX8" fmla="*/ 16073 w 65245"/>
                <a:gd name="connsiteY8" fmla="*/ 32271 h 142720"/>
                <a:gd name="connsiteX9" fmla="*/ 16073 w 65245"/>
                <a:gd name="connsiteY9" fmla="*/ 55551 h 142720"/>
                <a:gd name="connsiteX10" fmla="*/ 165 w 65245"/>
                <a:gd name="connsiteY10" fmla="*/ 55551 h 142720"/>
                <a:gd name="connsiteX11" fmla="*/ 165 w 65245"/>
                <a:gd name="connsiteY11" fmla="*/ 61827 h 142720"/>
                <a:gd name="connsiteX12" fmla="*/ 16073 w 65245"/>
                <a:gd name="connsiteY12" fmla="*/ 61827 h 142720"/>
                <a:gd name="connsiteX13" fmla="*/ 16073 w 65245"/>
                <a:gd name="connsiteY13" fmla="*/ 127418 h 142720"/>
                <a:gd name="connsiteX14" fmla="*/ 366 w 65245"/>
                <a:gd name="connsiteY14" fmla="*/ 136528 h 142720"/>
                <a:gd name="connsiteX15" fmla="*/ 366 w 65245"/>
                <a:gd name="connsiteY15" fmla="*/ 142803 h 142720"/>
                <a:gd name="connsiteX16" fmla="*/ 23323 w 65245"/>
                <a:gd name="connsiteY16" fmla="*/ 142196 h 142720"/>
                <a:gd name="connsiteX17" fmla="*/ 48898 w 65245"/>
                <a:gd name="connsiteY17" fmla="*/ 142803 h 142720"/>
                <a:gd name="connsiteX18" fmla="*/ 48898 w 65245"/>
                <a:gd name="connsiteY18" fmla="*/ 136528 h 142720"/>
                <a:gd name="connsiteX19" fmla="*/ 44669 w 65245"/>
                <a:gd name="connsiteY19" fmla="*/ 136528 h 142720"/>
                <a:gd name="connsiteX20" fmla="*/ 29364 w 65245"/>
                <a:gd name="connsiteY20" fmla="*/ 127013 h 142720"/>
                <a:gd name="connsiteX21" fmla="*/ 29364 w 65245"/>
                <a:gd name="connsiteY21" fmla="*/ 61827 h 142720"/>
                <a:gd name="connsiteX22" fmla="*/ 52321 w 65245"/>
                <a:gd name="connsiteY22" fmla="*/ 61827 h 142720"/>
                <a:gd name="connsiteX23" fmla="*/ 52321 w 65245"/>
                <a:gd name="connsiteY23" fmla="*/ 55551 h 142720"/>
                <a:gd name="connsiteX24" fmla="*/ 28760 w 65245"/>
                <a:gd name="connsiteY24" fmla="*/ 55551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45" h="142720">
                  <a:moveTo>
                    <a:pt x="28760" y="55551"/>
                  </a:moveTo>
                  <a:lnTo>
                    <a:pt x="28760" y="32068"/>
                  </a:lnTo>
                  <a:cubicBezTo>
                    <a:pt x="28760" y="14254"/>
                    <a:pt x="38426" y="4536"/>
                    <a:pt x="47287" y="4536"/>
                  </a:cubicBezTo>
                  <a:cubicBezTo>
                    <a:pt x="47891" y="4536"/>
                    <a:pt x="50911" y="4536"/>
                    <a:pt x="53932" y="5953"/>
                  </a:cubicBezTo>
                  <a:cubicBezTo>
                    <a:pt x="51515" y="6763"/>
                    <a:pt x="47891" y="9395"/>
                    <a:pt x="47891" y="14456"/>
                  </a:cubicBezTo>
                  <a:cubicBezTo>
                    <a:pt x="47891" y="19112"/>
                    <a:pt x="51113" y="23161"/>
                    <a:pt x="56550" y="23161"/>
                  </a:cubicBezTo>
                  <a:cubicBezTo>
                    <a:pt x="62390" y="23161"/>
                    <a:pt x="65410" y="19112"/>
                    <a:pt x="65410" y="14254"/>
                  </a:cubicBezTo>
                  <a:cubicBezTo>
                    <a:pt x="65410" y="6763"/>
                    <a:pt x="57959" y="83"/>
                    <a:pt x="47287" y="83"/>
                  </a:cubicBezTo>
                  <a:cubicBezTo>
                    <a:pt x="33190" y="83"/>
                    <a:pt x="16073" y="10812"/>
                    <a:pt x="16073" y="32271"/>
                  </a:cubicBezTo>
                  <a:lnTo>
                    <a:pt x="16073" y="55551"/>
                  </a:lnTo>
                  <a:lnTo>
                    <a:pt x="165" y="55551"/>
                  </a:lnTo>
                  <a:lnTo>
                    <a:pt x="165" y="61827"/>
                  </a:lnTo>
                  <a:lnTo>
                    <a:pt x="16073" y="61827"/>
                  </a:lnTo>
                  <a:lnTo>
                    <a:pt x="16073" y="127418"/>
                  </a:lnTo>
                  <a:cubicBezTo>
                    <a:pt x="16073" y="136528"/>
                    <a:pt x="13858" y="136528"/>
                    <a:pt x="366" y="136528"/>
                  </a:cubicBezTo>
                  <a:lnTo>
                    <a:pt x="366" y="142803"/>
                  </a:lnTo>
                  <a:cubicBezTo>
                    <a:pt x="8220" y="142601"/>
                    <a:pt x="17684" y="142196"/>
                    <a:pt x="23323" y="142196"/>
                  </a:cubicBezTo>
                  <a:cubicBezTo>
                    <a:pt x="31378" y="142196"/>
                    <a:pt x="40843" y="142196"/>
                    <a:pt x="48898" y="142803"/>
                  </a:cubicBezTo>
                  <a:lnTo>
                    <a:pt x="48898" y="136528"/>
                  </a:lnTo>
                  <a:lnTo>
                    <a:pt x="44669" y="136528"/>
                  </a:lnTo>
                  <a:cubicBezTo>
                    <a:pt x="29767" y="136528"/>
                    <a:pt x="29364" y="134301"/>
                    <a:pt x="29364" y="127013"/>
                  </a:cubicBezTo>
                  <a:lnTo>
                    <a:pt x="29364" y="61827"/>
                  </a:lnTo>
                  <a:lnTo>
                    <a:pt x="52321" y="61827"/>
                  </a:lnTo>
                  <a:lnTo>
                    <a:pt x="52321" y="55551"/>
                  </a:lnTo>
                  <a:lnTo>
                    <a:pt x="28760" y="5555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5" name="Freeform 754">
              <a:extLst>
                <a:ext uri="{FF2B5EF4-FFF2-40B4-BE49-F238E27FC236}">
                  <a16:creationId xmlns:a16="http://schemas.microsoft.com/office/drawing/2014/main" id="{96520CC7-C54E-2B0F-93A8-DFEE5505E179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730686" y="3946745"/>
              <a:ext cx="53163" cy="136040"/>
            </a:xfrm>
            <a:custGeom>
              <a:avLst/>
              <a:gdLst>
                <a:gd name="connsiteX0" fmla="*/ 51522 w 53163"/>
                <a:gd name="connsiteY0" fmla="*/ 7371 h 136040"/>
                <a:gd name="connsiteX1" fmla="*/ 44071 w 53163"/>
                <a:gd name="connsiteY1" fmla="*/ 83 h 136040"/>
                <a:gd name="connsiteX2" fmla="*/ 33197 w 53163"/>
                <a:gd name="connsiteY2" fmla="*/ 10812 h 136040"/>
                <a:gd name="connsiteX3" fmla="*/ 40849 w 53163"/>
                <a:gd name="connsiteY3" fmla="*/ 18100 h 136040"/>
                <a:gd name="connsiteX4" fmla="*/ 51522 w 53163"/>
                <a:gd name="connsiteY4" fmla="*/ 7371 h 136040"/>
                <a:gd name="connsiteX5" fmla="*/ 36217 w 53163"/>
                <a:gd name="connsiteY5" fmla="*/ 83488 h 136040"/>
                <a:gd name="connsiteX6" fmla="*/ 40647 w 53163"/>
                <a:gd name="connsiteY6" fmla="*/ 71747 h 136040"/>
                <a:gd name="connsiteX7" fmla="*/ 43265 w 53163"/>
                <a:gd name="connsiteY7" fmla="*/ 61017 h 136040"/>
                <a:gd name="connsiteX8" fmla="*/ 26753 w 53163"/>
                <a:gd name="connsiteY8" fmla="*/ 44417 h 136040"/>
                <a:gd name="connsiteX9" fmla="*/ 171 w 53163"/>
                <a:gd name="connsiteY9" fmla="*/ 75593 h 136040"/>
                <a:gd name="connsiteX10" fmla="*/ 2588 w 53163"/>
                <a:gd name="connsiteY10" fmla="*/ 77618 h 136040"/>
                <a:gd name="connsiteX11" fmla="*/ 5810 w 53163"/>
                <a:gd name="connsiteY11" fmla="*/ 73974 h 136040"/>
                <a:gd name="connsiteX12" fmla="*/ 26148 w 53163"/>
                <a:gd name="connsiteY12" fmla="*/ 48871 h 136040"/>
                <a:gd name="connsiteX13" fmla="*/ 31183 w 53163"/>
                <a:gd name="connsiteY13" fmla="*/ 55349 h 136040"/>
                <a:gd name="connsiteX14" fmla="*/ 28968 w 53163"/>
                <a:gd name="connsiteY14" fmla="*/ 65876 h 136040"/>
                <a:gd name="connsiteX15" fmla="*/ 15073 w 53163"/>
                <a:gd name="connsiteY15" fmla="*/ 103328 h 136040"/>
                <a:gd name="connsiteX16" fmla="*/ 10441 w 53163"/>
                <a:gd name="connsiteY16" fmla="*/ 119523 h 136040"/>
                <a:gd name="connsiteX17" fmla="*/ 26954 w 53163"/>
                <a:gd name="connsiteY17" fmla="*/ 136123 h 136040"/>
                <a:gd name="connsiteX18" fmla="*/ 53334 w 53163"/>
                <a:gd name="connsiteY18" fmla="*/ 104947 h 136040"/>
                <a:gd name="connsiteX19" fmla="*/ 50918 w 53163"/>
                <a:gd name="connsiteY19" fmla="*/ 102923 h 136040"/>
                <a:gd name="connsiteX20" fmla="*/ 47897 w 53163"/>
                <a:gd name="connsiteY20" fmla="*/ 106567 h 136040"/>
                <a:gd name="connsiteX21" fmla="*/ 27357 w 53163"/>
                <a:gd name="connsiteY21" fmla="*/ 131669 h 136040"/>
                <a:gd name="connsiteX22" fmla="*/ 22524 w 53163"/>
                <a:gd name="connsiteY22" fmla="*/ 124989 h 136040"/>
                <a:gd name="connsiteX23" fmla="*/ 28364 w 53163"/>
                <a:gd name="connsiteY23" fmla="*/ 104745 h 136040"/>
                <a:gd name="connsiteX24" fmla="*/ 36217 w 53163"/>
                <a:gd name="connsiteY24" fmla="*/ 83488 h 13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163" h="136040">
                  <a:moveTo>
                    <a:pt x="51522" y="7371"/>
                  </a:moveTo>
                  <a:cubicBezTo>
                    <a:pt x="51522" y="3322"/>
                    <a:pt x="48703" y="83"/>
                    <a:pt x="44071" y="83"/>
                  </a:cubicBezTo>
                  <a:cubicBezTo>
                    <a:pt x="38634" y="83"/>
                    <a:pt x="33197" y="5346"/>
                    <a:pt x="33197" y="10812"/>
                  </a:cubicBezTo>
                  <a:cubicBezTo>
                    <a:pt x="33197" y="14658"/>
                    <a:pt x="36016" y="18100"/>
                    <a:pt x="40849" y="18100"/>
                  </a:cubicBezTo>
                  <a:cubicBezTo>
                    <a:pt x="45481" y="18100"/>
                    <a:pt x="51522" y="13444"/>
                    <a:pt x="51522" y="7371"/>
                  </a:cubicBezTo>
                  <a:close/>
                  <a:moveTo>
                    <a:pt x="36217" y="83488"/>
                  </a:moveTo>
                  <a:cubicBezTo>
                    <a:pt x="38634" y="77618"/>
                    <a:pt x="38634" y="77213"/>
                    <a:pt x="40647" y="71747"/>
                  </a:cubicBezTo>
                  <a:cubicBezTo>
                    <a:pt x="42258" y="67698"/>
                    <a:pt x="43265" y="64864"/>
                    <a:pt x="43265" y="61017"/>
                  </a:cubicBezTo>
                  <a:cubicBezTo>
                    <a:pt x="43265" y="51908"/>
                    <a:pt x="36821" y="44417"/>
                    <a:pt x="26753" y="44417"/>
                  </a:cubicBezTo>
                  <a:cubicBezTo>
                    <a:pt x="7823" y="44417"/>
                    <a:pt x="171" y="73771"/>
                    <a:pt x="171" y="75593"/>
                  </a:cubicBezTo>
                  <a:cubicBezTo>
                    <a:pt x="171" y="77618"/>
                    <a:pt x="2185" y="77618"/>
                    <a:pt x="2588" y="77618"/>
                  </a:cubicBezTo>
                  <a:cubicBezTo>
                    <a:pt x="4601" y="77618"/>
                    <a:pt x="4803" y="77213"/>
                    <a:pt x="5810" y="73974"/>
                  </a:cubicBezTo>
                  <a:cubicBezTo>
                    <a:pt x="11247" y="54944"/>
                    <a:pt x="19302" y="48871"/>
                    <a:pt x="26148" y="48871"/>
                  </a:cubicBezTo>
                  <a:cubicBezTo>
                    <a:pt x="27759" y="48871"/>
                    <a:pt x="31183" y="48871"/>
                    <a:pt x="31183" y="55349"/>
                  </a:cubicBezTo>
                  <a:cubicBezTo>
                    <a:pt x="31183" y="59600"/>
                    <a:pt x="29773" y="63852"/>
                    <a:pt x="28968" y="65876"/>
                  </a:cubicBezTo>
                  <a:cubicBezTo>
                    <a:pt x="27357" y="71139"/>
                    <a:pt x="18295" y="94623"/>
                    <a:pt x="15073" y="103328"/>
                  </a:cubicBezTo>
                  <a:cubicBezTo>
                    <a:pt x="13059" y="108591"/>
                    <a:pt x="10441" y="115272"/>
                    <a:pt x="10441" y="119523"/>
                  </a:cubicBezTo>
                  <a:cubicBezTo>
                    <a:pt x="10441" y="129038"/>
                    <a:pt x="17288" y="136123"/>
                    <a:pt x="26954" y="136123"/>
                  </a:cubicBezTo>
                  <a:cubicBezTo>
                    <a:pt x="45883" y="136123"/>
                    <a:pt x="53334" y="106769"/>
                    <a:pt x="53334" y="104947"/>
                  </a:cubicBezTo>
                  <a:cubicBezTo>
                    <a:pt x="53334" y="102923"/>
                    <a:pt x="51522" y="102923"/>
                    <a:pt x="50918" y="102923"/>
                  </a:cubicBezTo>
                  <a:cubicBezTo>
                    <a:pt x="48904" y="102923"/>
                    <a:pt x="48904" y="103530"/>
                    <a:pt x="47897" y="106567"/>
                  </a:cubicBezTo>
                  <a:cubicBezTo>
                    <a:pt x="44272" y="119320"/>
                    <a:pt x="37627" y="131669"/>
                    <a:pt x="27357" y="131669"/>
                  </a:cubicBezTo>
                  <a:cubicBezTo>
                    <a:pt x="23933" y="131669"/>
                    <a:pt x="22524" y="129645"/>
                    <a:pt x="22524" y="124989"/>
                  </a:cubicBezTo>
                  <a:cubicBezTo>
                    <a:pt x="22524" y="119928"/>
                    <a:pt x="23732" y="117094"/>
                    <a:pt x="28364" y="104745"/>
                  </a:cubicBezTo>
                  <a:lnTo>
                    <a:pt x="36217" y="8348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6" name="Freeform 755">
              <a:extLst>
                <a:ext uri="{FF2B5EF4-FFF2-40B4-BE49-F238E27FC236}">
                  <a16:creationId xmlns:a16="http://schemas.microsoft.com/office/drawing/2014/main" id="{A5A8D48D-8E4E-F36C-0076-0AA57A18A76C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798049" y="3956057"/>
              <a:ext cx="63030" cy="126727"/>
            </a:xfrm>
            <a:custGeom>
              <a:avLst/>
              <a:gdLst>
                <a:gd name="connsiteX0" fmla="*/ 31186 w 63030"/>
                <a:gd name="connsiteY0" fmla="*/ 43607 h 126727"/>
                <a:gd name="connsiteX1" fmla="*/ 59983 w 63030"/>
                <a:gd name="connsiteY1" fmla="*/ 43607 h 126727"/>
                <a:gd name="connsiteX2" fmla="*/ 59983 w 63030"/>
                <a:gd name="connsiteY2" fmla="*/ 37332 h 126727"/>
                <a:gd name="connsiteX3" fmla="*/ 31186 w 63030"/>
                <a:gd name="connsiteY3" fmla="*/ 37332 h 126727"/>
                <a:gd name="connsiteX4" fmla="*/ 31186 w 63030"/>
                <a:gd name="connsiteY4" fmla="*/ 83 h 126727"/>
                <a:gd name="connsiteX5" fmla="*/ 26152 w 63030"/>
                <a:gd name="connsiteY5" fmla="*/ 83 h 126727"/>
                <a:gd name="connsiteX6" fmla="*/ 174 w 63030"/>
                <a:gd name="connsiteY6" fmla="*/ 39154 h 126727"/>
                <a:gd name="connsiteX7" fmla="*/ 174 w 63030"/>
                <a:gd name="connsiteY7" fmla="*/ 43607 h 126727"/>
                <a:gd name="connsiteX8" fmla="*/ 17291 w 63030"/>
                <a:gd name="connsiteY8" fmla="*/ 43607 h 126727"/>
                <a:gd name="connsiteX9" fmla="*/ 17291 w 63030"/>
                <a:gd name="connsiteY9" fmla="*/ 99481 h 126727"/>
                <a:gd name="connsiteX10" fmla="*/ 43269 w 63030"/>
                <a:gd name="connsiteY10" fmla="*/ 126811 h 126727"/>
                <a:gd name="connsiteX11" fmla="*/ 63205 w 63030"/>
                <a:gd name="connsiteY11" fmla="*/ 99481 h 126727"/>
                <a:gd name="connsiteX12" fmla="*/ 63205 w 63030"/>
                <a:gd name="connsiteY12" fmla="*/ 87942 h 126727"/>
                <a:gd name="connsiteX13" fmla="*/ 58171 w 63030"/>
                <a:gd name="connsiteY13" fmla="*/ 87942 h 126727"/>
                <a:gd name="connsiteX14" fmla="*/ 58171 w 63030"/>
                <a:gd name="connsiteY14" fmla="*/ 99076 h 126727"/>
                <a:gd name="connsiteX15" fmla="*/ 44678 w 63030"/>
                <a:gd name="connsiteY15" fmla="*/ 121750 h 126727"/>
                <a:gd name="connsiteX16" fmla="*/ 31186 w 63030"/>
                <a:gd name="connsiteY16" fmla="*/ 99886 h 126727"/>
                <a:gd name="connsiteX17" fmla="*/ 31186 w 63030"/>
                <a:gd name="connsiteY17" fmla="*/ 4360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86" y="43607"/>
                  </a:moveTo>
                  <a:lnTo>
                    <a:pt x="59983" y="43607"/>
                  </a:lnTo>
                  <a:lnTo>
                    <a:pt x="59983" y="37332"/>
                  </a:lnTo>
                  <a:lnTo>
                    <a:pt x="31186" y="37332"/>
                  </a:lnTo>
                  <a:lnTo>
                    <a:pt x="31186" y="83"/>
                  </a:lnTo>
                  <a:lnTo>
                    <a:pt x="26152" y="83"/>
                  </a:lnTo>
                  <a:cubicBezTo>
                    <a:pt x="25951" y="16683"/>
                    <a:pt x="19909" y="38344"/>
                    <a:pt x="174" y="39154"/>
                  </a:cubicBezTo>
                  <a:lnTo>
                    <a:pt x="174" y="43607"/>
                  </a:lnTo>
                  <a:lnTo>
                    <a:pt x="17291" y="43607"/>
                  </a:lnTo>
                  <a:lnTo>
                    <a:pt x="17291" y="99481"/>
                  </a:lnTo>
                  <a:cubicBezTo>
                    <a:pt x="17291" y="124381"/>
                    <a:pt x="36019" y="126811"/>
                    <a:pt x="43269" y="126811"/>
                  </a:cubicBezTo>
                  <a:cubicBezTo>
                    <a:pt x="57566" y="126811"/>
                    <a:pt x="63205" y="112437"/>
                    <a:pt x="63205" y="99481"/>
                  </a:cubicBezTo>
                  <a:lnTo>
                    <a:pt x="63205" y="87942"/>
                  </a:lnTo>
                  <a:lnTo>
                    <a:pt x="58171" y="87942"/>
                  </a:lnTo>
                  <a:lnTo>
                    <a:pt x="58171" y="99076"/>
                  </a:lnTo>
                  <a:cubicBezTo>
                    <a:pt x="58171" y="114057"/>
                    <a:pt x="52129" y="121750"/>
                    <a:pt x="44678" y="121750"/>
                  </a:cubicBezTo>
                  <a:cubicBezTo>
                    <a:pt x="31186" y="121750"/>
                    <a:pt x="31186" y="103328"/>
                    <a:pt x="31186" y="99886"/>
                  </a:cubicBezTo>
                  <a:lnTo>
                    <a:pt x="31186" y="4360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7" name="Freeform 756">
              <a:extLst>
                <a:ext uri="{FF2B5EF4-FFF2-40B4-BE49-F238E27FC236}">
                  <a16:creationId xmlns:a16="http://schemas.microsoft.com/office/drawing/2014/main" id="{D69B6ABA-E44F-E64C-22FD-A51490EA0E1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878979" y="3940065"/>
              <a:ext cx="101291" cy="140493"/>
            </a:xfrm>
            <a:custGeom>
              <a:avLst/>
              <a:gdLst>
                <a:gd name="connsiteX0" fmla="*/ 15886 w 101291"/>
                <a:gd name="connsiteY0" fmla="*/ 125191 h 140493"/>
                <a:gd name="connsiteX1" fmla="*/ 178 w 101291"/>
                <a:gd name="connsiteY1" fmla="*/ 134301 h 140493"/>
                <a:gd name="connsiteX2" fmla="*/ 178 w 101291"/>
                <a:gd name="connsiteY2" fmla="*/ 140577 h 140493"/>
                <a:gd name="connsiteX3" fmla="*/ 22934 w 101291"/>
                <a:gd name="connsiteY3" fmla="*/ 139969 h 140493"/>
                <a:gd name="connsiteX4" fmla="*/ 45488 w 101291"/>
                <a:gd name="connsiteY4" fmla="*/ 140577 h 140493"/>
                <a:gd name="connsiteX5" fmla="*/ 45488 w 101291"/>
                <a:gd name="connsiteY5" fmla="*/ 134301 h 140493"/>
                <a:gd name="connsiteX6" fmla="*/ 29781 w 101291"/>
                <a:gd name="connsiteY6" fmla="*/ 125191 h 140493"/>
                <a:gd name="connsiteX7" fmla="*/ 29781 w 101291"/>
                <a:gd name="connsiteY7" fmla="*/ 87942 h 140493"/>
                <a:gd name="connsiteX8" fmla="*/ 56966 w 101291"/>
                <a:gd name="connsiteY8" fmla="*/ 55551 h 140493"/>
                <a:gd name="connsiteX9" fmla="*/ 71868 w 101291"/>
                <a:gd name="connsiteY9" fmla="*/ 78022 h 140493"/>
                <a:gd name="connsiteX10" fmla="*/ 71868 w 101291"/>
                <a:gd name="connsiteY10" fmla="*/ 125191 h 140493"/>
                <a:gd name="connsiteX11" fmla="*/ 56161 w 101291"/>
                <a:gd name="connsiteY11" fmla="*/ 134301 h 140493"/>
                <a:gd name="connsiteX12" fmla="*/ 56161 w 101291"/>
                <a:gd name="connsiteY12" fmla="*/ 140577 h 140493"/>
                <a:gd name="connsiteX13" fmla="*/ 78916 w 101291"/>
                <a:gd name="connsiteY13" fmla="*/ 139969 h 140493"/>
                <a:gd name="connsiteX14" fmla="*/ 101470 w 101291"/>
                <a:gd name="connsiteY14" fmla="*/ 140577 h 140493"/>
                <a:gd name="connsiteX15" fmla="*/ 101470 w 101291"/>
                <a:gd name="connsiteY15" fmla="*/ 134301 h 140493"/>
                <a:gd name="connsiteX16" fmla="*/ 85763 w 101291"/>
                <a:gd name="connsiteY16" fmla="*/ 128228 h 140493"/>
                <a:gd name="connsiteX17" fmla="*/ 85763 w 101291"/>
                <a:gd name="connsiteY17" fmla="*/ 89562 h 140493"/>
                <a:gd name="connsiteX18" fmla="*/ 79520 w 101291"/>
                <a:gd name="connsiteY18" fmla="*/ 58588 h 140493"/>
                <a:gd name="connsiteX19" fmla="*/ 58376 w 101291"/>
                <a:gd name="connsiteY19" fmla="*/ 51098 h 140493"/>
                <a:gd name="connsiteX20" fmla="*/ 29176 w 101291"/>
                <a:gd name="connsiteY20" fmla="*/ 70937 h 140493"/>
                <a:gd name="connsiteX21" fmla="*/ 29176 w 101291"/>
                <a:gd name="connsiteY21" fmla="*/ 83 h 140493"/>
                <a:gd name="connsiteX22" fmla="*/ 178 w 101291"/>
                <a:gd name="connsiteY22" fmla="*/ 2310 h 140493"/>
                <a:gd name="connsiteX23" fmla="*/ 178 w 101291"/>
                <a:gd name="connsiteY23" fmla="*/ 8585 h 140493"/>
                <a:gd name="connsiteX24" fmla="*/ 15886 w 101291"/>
                <a:gd name="connsiteY24" fmla="*/ 19922 h 140493"/>
                <a:gd name="connsiteX25" fmla="*/ 15886 w 101291"/>
                <a:gd name="connsiteY25" fmla="*/ 12519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140493">
                  <a:moveTo>
                    <a:pt x="15886" y="125191"/>
                  </a:moveTo>
                  <a:cubicBezTo>
                    <a:pt x="15886" y="134301"/>
                    <a:pt x="13671" y="134301"/>
                    <a:pt x="178" y="134301"/>
                  </a:cubicBezTo>
                  <a:lnTo>
                    <a:pt x="178" y="140577"/>
                  </a:lnTo>
                  <a:cubicBezTo>
                    <a:pt x="7227" y="140374"/>
                    <a:pt x="17497" y="139969"/>
                    <a:pt x="22934" y="139969"/>
                  </a:cubicBezTo>
                  <a:cubicBezTo>
                    <a:pt x="28170" y="139969"/>
                    <a:pt x="38641" y="140374"/>
                    <a:pt x="45488" y="140577"/>
                  </a:cubicBezTo>
                  <a:lnTo>
                    <a:pt x="45488" y="134301"/>
                  </a:lnTo>
                  <a:cubicBezTo>
                    <a:pt x="31996" y="134301"/>
                    <a:pt x="29781" y="134301"/>
                    <a:pt x="29781" y="125191"/>
                  </a:cubicBezTo>
                  <a:lnTo>
                    <a:pt x="29781" y="87942"/>
                  </a:lnTo>
                  <a:cubicBezTo>
                    <a:pt x="29781" y="66888"/>
                    <a:pt x="44078" y="55551"/>
                    <a:pt x="56966" y="55551"/>
                  </a:cubicBezTo>
                  <a:cubicBezTo>
                    <a:pt x="69653" y="55551"/>
                    <a:pt x="71868" y="66483"/>
                    <a:pt x="71868" y="78022"/>
                  </a:cubicBezTo>
                  <a:lnTo>
                    <a:pt x="71868" y="125191"/>
                  </a:lnTo>
                  <a:cubicBezTo>
                    <a:pt x="71868" y="134301"/>
                    <a:pt x="69653" y="134301"/>
                    <a:pt x="56161" y="134301"/>
                  </a:cubicBezTo>
                  <a:lnTo>
                    <a:pt x="56161" y="140577"/>
                  </a:lnTo>
                  <a:cubicBezTo>
                    <a:pt x="63209" y="140374"/>
                    <a:pt x="73479" y="139969"/>
                    <a:pt x="78916" y="139969"/>
                  </a:cubicBezTo>
                  <a:cubicBezTo>
                    <a:pt x="84152" y="139969"/>
                    <a:pt x="94623" y="140374"/>
                    <a:pt x="101470" y="140577"/>
                  </a:cubicBezTo>
                  <a:lnTo>
                    <a:pt x="101470" y="134301"/>
                  </a:lnTo>
                  <a:cubicBezTo>
                    <a:pt x="90999" y="134301"/>
                    <a:pt x="85964" y="134301"/>
                    <a:pt x="85763" y="128228"/>
                  </a:cubicBezTo>
                  <a:lnTo>
                    <a:pt x="85763" y="89562"/>
                  </a:lnTo>
                  <a:cubicBezTo>
                    <a:pt x="85763" y="72152"/>
                    <a:pt x="85763" y="65876"/>
                    <a:pt x="79520" y="58588"/>
                  </a:cubicBezTo>
                  <a:cubicBezTo>
                    <a:pt x="76701" y="55147"/>
                    <a:pt x="70056" y="51098"/>
                    <a:pt x="58376" y="51098"/>
                  </a:cubicBezTo>
                  <a:cubicBezTo>
                    <a:pt x="41460" y="51098"/>
                    <a:pt x="32600" y="63244"/>
                    <a:pt x="29176" y="70937"/>
                  </a:cubicBezTo>
                  <a:lnTo>
                    <a:pt x="29176" y="83"/>
                  </a:lnTo>
                  <a:lnTo>
                    <a:pt x="178" y="2310"/>
                  </a:lnTo>
                  <a:lnTo>
                    <a:pt x="178" y="8585"/>
                  </a:lnTo>
                  <a:cubicBezTo>
                    <a:pt x="14275" y="8585"/>
                    <a:pt x="15886" y="10002"/>
                    <a:pt x="15886" y="19922"/>
                  </a:cubicBezTo>
                  <a:lnTo>
                    <a:pt x="15886" y="12519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8" name="Freeform 757">
              <a:extLst>
                <a:ext uri="{FF2B5EF4-FFF2-40B4-BE49-F238E27FC236}">
                  <a16:creationId xmlns:a16="http://schemas.microsoft.com/office/drawing/2014/main" id="{B9DFA46A-77FF-AF1E-1F3D-8B786173408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058181" y="3940065"/>
              <a:ext cx="44705" cy="140493"/>
            </a:xfrm>
            <a:custGeom>
              <a:avLst/>
              <a:gdLst>
                <a:gd name="connsiteX0" fmla="*/ 29185 w 44705"/>
                <a:gd name="connsiteY0" fmla="*/ 83 h 140493"/>
                <a:gd name="connsiteX1" fmla="*/ 187 w 44705"/>
                <a:gd name="connsiteY1" fmla="*/ 2310 h 140493"/>
                <a:gd name="connsiteX2" fmla="*/ 187 w 44705"/>
                <a:gd name="connsiteY2" fmla="*/ 8585 h 140493"/>
                <a:gd name="connsiteX3" fmla="*/ 15895 w 44705"/>
                <a:gd name="connsiteY3" fmla="*/ 19922 h 140493"/>
                <a:gd name="connsiteX4" fmla="*/ 15895 w 44705"/>
                <a:gd name="connsiteY4" fmla="*/ 125191 h 140493"/>
                <a:gd name="connsiteX5" fmla="*/ 187 w 44705"/>
                <a:gd name="connsiteY5" fmla="*/ 134301 h 140493"/>
                <a:gd name="connsiteX6" fmla="*/ 187 w 44705"/>
                <a:gd name="connsiteY6" fmla="*/ 140577 h 140493"/>
                <a:gd name="connsiteX7" fmla="*/ 22540 w 44705"/>
                <a:gd name="connsiteY7" fmla="*/ 139969 h 140493"/>
                <a:gd name="connsiteX8" fmla="*/ 44893 w 44705"/>
                <a:gd name="connsiteY8" fmla="*/ 140577 h 140493"/>
                <a:gd name="connsiteX9" fmla="*/ 44893 w 44705"/>
                <a:gd name="connsiteY9" fmla="*/ 134301 h 140493"/>
                <a:gd name="connsiteX10" fmla="*/ 29185 w 44705"/>
                <a:gd name="connsiteY10" fmla="*/ 125191 h 140493"/>
                <a:gd name="connsiteX11" fmla="*/ 29185 w 44705"/>
                <a:gd name="connsiteY11" fmla="*/ 83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85" y="83"/>
                  </a:moveTo>
                  <a:lnTo>
                    <a:pt x="187" y="2310"/>
                  </a:lnTo>
                  <a:lnTo>
                    <a:pt x="187" y="8585"/>
                  </a:lnTo>
                  <a:cubicBezTo>
                    <a:pt x="14284" y="8585"/>
                    <a:pt x="15895" y="10002"/>
                    <a:pt x="15895" y="19922"/>
                  </a:cubicBezTo>
                  <a:lnTo>
                    <a:pt x="15895" y="125191"/>
                  </a:lnTo>
                  <a:cubicBezTo>
                    <a:pt x="15895" y="134301"/>
                    <a:pt x="13679" y="134301"/>
                    <a:pt x="187" y="134301"/>
                  </a:cubicBezTo>
                  <a:lnTo>
                    <a:pt x="187" y="140577"/>
                  </a:lnTo>
                  <a:cubicBezTo>
                    <a:pt x="6833" y="140374"/>
                    <a:pt x="17506" y="139969"/>
                    <a:pt x="22540" y="139969"/>
                  </a:cubicBezTo>
                  <a:cubicBezTo>
                    <a:pt x="27574" y="139969"/>
                    <a:pt x="37442" y="140374"/>
                    <a:pt x="44893" y="140577"/>
                  </a:cubicBezTo>
                  <a:lnTo>
                    <a:pt x="44893" y="134301"/>
                  </a:lnTo>
                  <a:cubicBezTo>
                    <a:pt x="31400" y="134301"/>
                    <a:pt x="29185" y="134301"/>
                    <a:pt x="29185" y="125191"/>
                  </a:cubicBezTo>
                  <a:lnTo>
                    <a:pt x="29185" y="8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59" name="Freeform 758">
              <a:extLst>
                <a:ext uri="{FF2B5EF4-FFF2-40B4-BE49-F238E27FC236}">
                  <a16:creationId xmlns:a16="http://schemas.microsoft.com/office/drawing/2014/main" id="{FD976090-FBCE-D84E-ED44-6E9CBA9E916D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115931" y="3989865"/>
              <a:ext cx="90820" cy="92920"/>
            </a:xfrm>
            <a:custGeom>
              <a:avLst/>
              <a:gdLst>
                <a:gd name="connsiteX0" fmla="*/ 58790 w 90820"/>
                <a:gd name="connsiteY0" fmla="*/ 75391 h 92920"/>
                <a:gd name="connsiteX1" fmla="*/ 74498 w 90820"/>
                <a:gd name="connsiteY1" fmla="*/ 91991 h 92920"/>
                <a:gd name="connsiteX2" fmla="*/ 91010 w 90820"/>
                <a:gd name="connsiteY2" fmla="*/ 72759 h 92920"/>
                <a:gd name="connsiteX3" fmla="*/ 91010 w 90820"/>
                <a:gd name="connsiteY3" fmla="*/ 61422 h 92920"/>
                <a:gd name="connsiteX4" fmla="*/ 85976 w 90820"/>
                <a:gd name="connsiteY4" fmla="*/ 61422 h 92920"/>
                <a:gd name="connsiteX5" fmla="*/ 85976 w 90820"/>
                <a:gd name="connsiteY5" fmla="*/ 72759 h 92920"/>
                <a:gd name="connsiteX6" fmla="*/ 78726 w 90820"/>
                <a:gd name="connsiteY6" fmla="*/ 85715 h 92920"/>
                <a:gd name="connsiteX7" fmla="*/ 71275 w 90820"/>
                <a:gd name="connsiteY7" fmla="*/ 75593 h 92920"/>
                <a:gd name="connsiteX8" fmla="*/ 71275 w 90820"/>
                <a:gd name="connsiteY8" fmla="*/ 35105 h 92920"/>
                <a:gd name="connsiteX9" fmla="*/ 64026 w 90820"/>
                <a:gd name="connsiteY9" fmla="*/ 11217 h 92920"/>
                <a:gd name="connsiteX10" fmla="*/ 36438 w 90820"/>
                <a:gd name="connsiteY10" fmla="*/ 83 h 92920"/>
                <a:gd name="connsiteX11" fmla="*/ 6030 w 90820"/>
                <a:gd name="connsiteY11" fmla="*/ 22959 h 92920"/>
                <a:gd name="connsiteX12" fmla="*/ 15293 w 90820"/>
                <a:gd name="connsiteY12" fmla="*/ 32473 h 92920"/>
                <a:gd name="connsiteX13" fmla="*/ 24556 w 90820"/>
                <a:gd name="connsiteY13" fmla="*/ 23161 h 92920"/>
                <a:gd name="connsiteX14" fmla="*/ 14286 w 90820"/>
                <a:gd name="connsiteY14" fmla="*/ 13849 h 92920"/>
                <a:gd name="connsiteX15" fmla="*/ 36035 w 90820"/>
                <a:gd name="connsiteY15" fmla="*/ 4536 h 92920"/>
                <a:gd name="connsiteX16" fmla="*/ 57381 w 90820"/>
                <a:gd name="connsiteY16" fmla="*/ 30449 h 92920"/>
                <a:gd name="connsiteX17" fmla="*/ 57381 w 90820"/>
                <a:gd name="connsiteY17" fmla="*/ 37939 h 92920"/>
                <a:gd name="connsiteX18" fmla="*/ 20328 w 90820"/>
                <a:gd name="connsiteY18" fmla="*/ 45227 h 92920"/>
                <a:gd name="connsiteX19" fmla="*/ 190 w 90820"/>
                <a:gd name="connsiteY19" fmla="*/ 71544 h 92920"/>
                <a:gd name="connsiteX20" fmla="*/ 32410 w 90820"/>
                <a:gd name="connsiteY20" fmla="*/ 93003 h 92920"/>
                <a:gd name="connsiteX21" fmla="*/ 58790 w 90820"/>
                <a:gd name="connsiteY21" fmla="*/ 75391 h 92920"/>
                <a:gd name="connsiteX22" fmla="*/ 57381 w 90820"/>
                <a:gd name="connsiteY22" fmla="*/ 42190 h 92920"/>
                <a:gd name="connsiteX23" fmla="*/ 57381 w 90820"/>
                <a:gd name="connsiteY23" fmla="*/ 62434 h 92920"/>
                <a:gd name="connsiteX24" fmla="*/ 33820 w 90820"/>
                <a:gd name="connsiteY24" fmla="*/ 88549 h 92920"/>
                <a:gd name="connsiteX25" fmla="*/ 15696 w 90820"/>
                <a:gd name="connsiteY25" fmla="*/ 71342 h 92920"/>
                <a:gd name="connsiteX26" fmla="*/ 57381 w 90820"/>
                <a:gd name="connsiteY26" fmla="*/ 4219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90" y="75391"/>
                  </a:moveTo>
                  <a:cubicBezTo>
                    <a:pt x="59596" y="83488"/>
                    <a:pt x="65033" y="91991"/>
                    <a:pt x="74498" y="91991"/>
                  </a:cubicBezTo>
                  <a:cubicBezTo>
                    <a:pt x="78726" y="91991"/>
                    <a:pt x="91010" y="89157"/>
                    <a:pt x="91010" y="72759"/>
                  </a:cubicBezTo>
                  <a:lnTo>
                    <a:pt x="91010" y="61422"/>
                  </a:lnTo>
                  <a:lnTo>
                    <a:pt x="85976" y="61422"/>
                  </a:lnTo>
                  <a:lnTo>
                    <a:pt x="85976" y="72759"/>
                  </a:lnTo>
                  <a:cubicBezTo>
                    <a:pt x="85976" y="84501"/>
                    <a:pt x="80942" y="85715"/>
                    <a:pt x="78726" y="85715"/>
                  </a:cubicBezTo>
                  <a:cubicBezTo>
                    <a:pt x="72081" y="85715"/>
                    <a:pt x="71275" y="76605"/>
                    <a:pt x="71275" y="75593"/>
                  </a:cubicBezTo>
                  <a:lnTo>
                    <a:pt x="71275" y="35105"/>
                  </a:lnTo>
                  <a:cubicBezTo>
                    <a:pt x="71275" y="26602"/>
                    <a:pt x="71275" y="18707"/>
                    <a:pt x="64026" y="11217"/>
                  </a:cubicBezTo>
                  <a:cubicBezTo>
                    <a:pt x="56172" y="3322"/>
                    <a:pt x="46104" y="83"/>
                    <a:pt x="36438" y="83"/>
                  </a:cubicBezTo>
                  <a:cubicBezTo>
                    <a:pt x="19925" y="83"/>
                    <a:pt x="6030" y="9597"/>
                    <a:pt x="6030" y="22959"/>
                  </a:cubicBezTo>
                  <a:cubicBezTo>
                    <a:pt x="6030" y="29032"/>
                    <a:pt x="10057" y="32473"/>
                    <a:pt x="15293" y="32473"/>
                  </a:cubicBezTo>
                  <a:cubicBezTo>
                    <a:pt x="20932" y="32473"/>
                    <a:pt x="24556" y="28424"/>
                    <a:pt x="24556" y="23161"/>
                  </a:cubicBezTo>
                  <a:cubicBezTo>
                    <a:pt x="24556" y="20732"/>
                    <a:pt x="23550" y="14051"/>
                    <a:pt x="14286" y="13849"/>
                  </a:cubicBezTo>
                  <a:cubicBezTo>
                    <a:pt x="19723" y="6763"/>
                    <a:pt x="29591" y="4536"/>
                    <a:pt x="36035" y="4536"/>
                  </a:cubicBezTo>
                  <a:cubicBezTo>
                    <a:pt x="45902" y="4536"/>
                    <a:pt x="57381" y="12432"/>
                    <a:pt x="57381" y="30449"/>
                  </a:cubicBezTo>
                  <a:lnTo>
                    <a:pt x="57381" y="37939"/>
                  </a:lnTo>
                  <a:cubicBezTo>
                    <a:pt x="47110" y="38546"/>
                    <a:pt x="33014" y="39154"/>
                    <a:pt x="20328" y="45227"/>
                  </a:cubicBezTo>
                  <a:cubicBezTo>
                    <a:pt x="5224" y="52110"/>
                    <a:pt x="190" y="62637"/>
                    <a:pt x="190" y="71544"/>
                  </a:cubicBezTo>
                  <a:cubicBezTo>
                    <a:pt x="190" y="87942"/>
                    <a:pt x="19723" y="93003"/>
                    <a:pt x="32410" y="93003"/>
                  </a:cubicBezTo>
                  <a:cubicBezTo>
                    <a:pt x="45701" y="93003"/>
                    <a:pt x="54964" y="84905"/>
                    <a:pt x="58790" y="75391"/>
                  </a:cubicBezTo>
                  <a:close/>
                  <a:moveTo>
                    <a:pt x="57381" y="42190"/>
                  </a:moveTo>
                  <a:lnTo>
                    <a:pt x="57381" y="62434"/>
                  </a:lnTo>
                  <a:cubicBezTo>
                    <a:pt x="57381" y="81666"/>
                    <a:pt x="42882" y="88549"/>
                    <a:pt x="33820" y="88549"/>
                  </a:cubicBezTo>
                  <a:cubicBezTo>
                    <a:pt x="23952" y="88549"/>
                    <a:pt x="15696" y="81464"/>
                    <a:pt x="15696" y="71342"/>
                  </a:cubicBezTo>
                  <a:cubicBezTo>
                    <a:pt x="15696" y="60208"/>
                    <a:pt x="24154" y="43405"/>
                    <a:pt x="57381" y="4219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0" name="Freeform 759">
              <a:extLst>
                <a:ext uri="{FF2B5EF4-FFF2-40B4-BE49-F238E27FC236}">
                  <a16:creationId xmlns:a16="http://schemas.microsoft.com/office/drawing/2014/main" id="{75275719-CAEB-D7F2-99DF-D9D2B86FA1E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206394" y="3993307"/>
              <a:ext cx="98472" cy="128752"/>
            </a:xfrm>
            <a:custGeom>
              <a:avLst/>
              <a:gdLst>
                <a:gd name="connsiteX0" fmla="*/ 79939 w 98472"/>
                <a:gd name="connsiteY0" fmla="*/ 19315 h 128752"/>
                <a:gd name="connsiteX1" fmla="*/ 98667 w 98472"/>
                <a:gd name="connsiteY1" fmla="*/ 6358 h 128752"/>
                <a:gd name="connsiteX2" fmla="*/ 98667 w 98472"/>
                <a:gd name="connsiteY2" fmla="*/ 83 h 128752"/>
                <a:gd name="connsiteX3" fmla="*/ 83564 w 98472"/>
                <a:gd name="connsiteY3" fmla="*/ 690 h 128752"/>
                <a:gd name="connsiteX4" fmla="*/ 66044 w 98472"/>
                <a:gd name="connsiteY4" fmla="*/ 83 h 128752"/>
                <a:gd name="connsiteX5" fmla="*/ 66044 w 98472"/>
                <a:gd name="connsiteY5" fmla="*/ 6358 h 128752"/>
                <a:gd name="connsiteX6" fmla="*/ 75509 w 98472"/>
                <a:gd name="connsiteY6" fmla="*/ 15063 h 128752"/>
                <a:gd name="connsiteX7" fmla="*/ 74301 w 98472"/>
                <a:gd name="connsiteY7" fmla="*/ 19922 h 128752"/>
                <a:gd name="connsiteX8" fmla="*/ 53962 w 98472"/>
                <a:gd name="connsiteY8" fmla="*/ 69722 h 128752"/>
                <a:gd name="connsiteX9" fmla="*/ 31609 w 98472"/>
                <a:gd name="connsiteY9" fmla="*/ 15266 h 128752"/>
                <a:gd name="connsiteX10" fmla="*/ 30401 w 98472"/>
                <a:gd name="connsiteY10" fmla="*/ 11622 h 128752"/>
                <a:gd name="connsiteX11" fmla="*/ 41678 w 98472"/>
                <a:gd name="connsiteY11" fmla="*/ 6358 h 128752"/>
                <a:gd name="connsiteX12" fmla="*/ 41678 w 98472"/>
                <a:gd name="connsiteY12" fmla="*/ 83 h 128752"/>
                <a:gd name="connsiteX13" fmla="*/ 19728 w 98472"/>
                <a:gd name="connsiteY13" fmla="*/ 690 h 128752"/>
                <a:gd name="connsiteX14" fmla="*/ 195 w 98472"/>
                <a:gd name="connsiteY14" fmla="*/ 83 h 128752"/>
                <a:gd name="connsiteX15" fmla="*/ 195 w 98472"/>
                <a:gd name="connsiteY15" fmla="*/ 6358 h 128752"/>
                <a:gd name="connsiteX16" fmla="*/ 16506 w 98472"/>
                <a:gd name="connsiteY16" fmla="*/ 13444 h 128752"/>
                <a:gd name="connsiteX17" fmla="*/ 46712 w 98472"/>
                <a:gd name="connsiteY17" fmla="*/ 87335 h 128752"/>
                <a:gd name="connsiteX18" fmla="*/ 41678 w 98472"/>
                <a:gd name="connsiteY18" fmla="*/ 99279 h 128752"/>
                <a:gd name="connsiteX19" fmla="*/ 18721 w 98472"/>
                <a:gd name="connsiteY19" fmla="*/ 124381 h 128752"/>
                <a:gd name="connsiteX20" fmla="*/ 9257 w 98472"/>
                <a:gd name="connsiteY20" fmla="*/ 120737 h 128752"/>
                <a:gd name="connsiteX21" fmla="*/ 17110 w 98472"/>
                <a:gd name="connsiteY21" fmla="*/ 112235 h 128752"/>
                <a:gd name="connsiteX22" fmla="*/ 8652 w 98472"/>
                <a:gd name="connsiteY22" fmla="*/ 103732 h 128752"/>
                <a:gd name="connsiteX23" fmla="*/ 195 w 98472"/>
                <a:gd name="connsiteY23" fmla="*/ 112437 h 128752"/>
                <a:gd name="connsiteX24" fmla="*/ 18721 w 98472"/>
                <a:gd name="connsiteY24" fmla="*/ 128835 h 128752"/>
                <a:gd name="connsiteX25" fmla="*/ 44497 w 98472"/>
                <a:gd name="connsiteY25" fmla="*/ 105757 h 128752"/>
                <a:gd name="connsiteX26" fmla="*/ 79939 w 98472"/>
                <a:gd name="connsiteY26" fmla="*/ 19315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8472" h="128752">
                  <a:moveTo>
                    <a:pt x="79939" y="19315"/>
                  </a:moveTo>
                  <a:cubicBezTo>
                    <a:pt x="85175" y="6561"/>
                    <a:pt x="95445" y="6358"/>
                    <a:pt x="98667" y="6358"/>
                  </a:cubicBezTo>
                  <a:lnTo>
                    <a:pt x="98667" y="83"/>
                  </a:lnTo>
                  <a:cubicBezTo>
                    <a:pt x="94036" y="488"/>
                    <a:pt x="88196" y="690"/>
                    <a:pt x="83564" y="690"/>
                  </a:cubicBezTo>
                  <a:cubicBezTo>
                    <a:pt x="79939" y="690"/>
                    <a:pt x="70475" y="285"/>
                    <a:pt x="66044" y="83"/>
                  </a:cubicBezTo>
                  <a:lnTo>
                    <a:pt x="66044" y="6358"/>
                  </a:lnTo>
                  <a:cubicBezTo>
                    <a:pt x="72287" y="6561"/>
                    <a:pt x="75509" y="10002"/>
                    <a:pt x="75509" y="15063"/>
                  </a:cubicBezTo>
                  <a:cubicBezTo>
                    <a:pt x="75509" y="17088"/>
                    <a:pt x="75308" y="17493"/>
                    <a:pt x="74301" y="19922"/>
                  </a:cubicBezTo>
                  <a:lnTo>
                    <a:pt x="53962" y="69722"/>
                  </a:lnTo>
                  <a:lnTo>
                    <a:pt x="31609" y="15266"/>
                  </a:lnTo>
                  <a:cubicBezTo>
                    <a:pt x="30804" y="13241"/>
                    <a:pt x="30401" y="12432"/>
                    <a:pt x="30401" y="11622"/>
                  </a:cubicBezTo>
                  <a:cubicBezTo>
                    <a:pt x="30401" y="6358"/>
                    <a:pt x="37852" y="6358"/>
                    <a:pt x="41678" y="6358"/>
                  </a:cubicBezTo>
                  <a:lnTo>
                    <a:pt x="41678" y="83"/>
                  </a:lnTo>
                  <a:cubicBezTo>
                    <a:pt x="36442" y="285"/>
                    <a:pt x="23151" y="690"/>
                    <a:pt x="19728" y="690"/>
                  </a:cubicBezTo>
                  <a:cubicBezTo>
                    <a:pt x="14291" y="690"/>
                    <a:pt x="6236" y="488"/>
                    <a:pt x="195" y="83"/>
                  </a:cubicBezTo>
                  <a:lnTo>
                    <a:pt x="195" y="6358"/>
                  </a:lnTo>
                  <a:cubicBezTo>
                    <a:pt x="9861" y="6358"/>
                    <a:pt x="13687" y="6358"/>
                    <a:pt x="16506" y="13444"/>
                  </a:cubicBezTo>
                  <a:lnTo>
                    <a:pt x="46712" y="87335"/>
                  </a:lnTo>
                  <a:cubicBezTo>
                    <a:pt x="45706" y="89966"/>
                    <a:pt x="42886" y="96647"/>
                    <a:pt x="41678" y="99279"/>
                  </a:cubicBezTo>
                  <a:cubicBezTo>
                    <a:pt x="37248" y="110413"/>
                    <a:pt x="31609" y="124381"/>
                    <a:pt x="18721" y="124381"/>
                  </a:cubicBezTo>
                  <a:cubicBezTo>
                    <a:pt x="17714" y="124381"/>
                    <a:pt x="13083" y="124381"/>
                    <a:pt x="9257" y="120737"/>
                  </a:cubicBezTo>
                  <a:cubicBezTo>
                    <a:pt x="15499" y="119928"/>
                    <a:pt x="17110" y="115474"/>
                    <a:pt x="17110" y="112235"/>
                  </a:cubicBezTo>
                  <a:cubicBezTo>
                    <a:pt x="17110" y="106971"/>
                    <a:pt x="13284" y="103732"/>
                    <a:pt x="8652" y="103732"/>
                  </a:cubicBezTo>
                  <a:cubicBezTo>
                    <a:pt x="4625" y="103732"/>
                    <a:pt x="195" y="106364"/>
                    <a:pt x="195" y="112437"/>
                  </a:cubicBezTo>
                  <a:cubicBezTo>
                    <a:pt x="195" y="121547"/>
                    <a:pt x="8652" y="128835"/>
                    <a:pt x="18721" y="128835"/>
                  </a:cubicBezTo>
                  <a:cubicBezTo>
                    <a:pt x="31408" y="128835"/>
                    <a:pt x="39664" y="117296"/>
                    <a:pt x="44497" y="105757"/>
                  </a:cubicBezTo>
                  <a:lnTo>
                    <a:pt x="79939" y="1931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1" name="Freeform 760">
              <a:extLst>
                <a:ext uri="{FF2B5EF4-FFF2-40B4-BE49-F238E27FC236}">
                  <a16:creationId xmlns:a16="http://schemas.microsoft.com/office/drawing/2014/main" id="{153657E8-B277-C123-7799-E1FDD30AC9E3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308894" y="3989865"/>
              <a:ext cx="77932" cy="92920"/>
            </a:xfrm>
            <a:custGeom>
              <a:avLst/>
              <a:gdLst>
                <a:gd name="connsiteX0" fmla="*/ 17115 w 77932"/>
                <a:gd name="connsiteY0" fmla="*/ 39761 h 92920"/>
                <a:gd name="connsiteX1" fmla="*/ 42086 w 77932"/>
                <a:gd name="connsiteY1" fmla="*/ 4536 h 92920"/>
                <a:gd name="connsiteX2" fmla="*/ 64841 w 77932"/>
                <a:gd name="connsiteY2" fmla="*/ 39761 h 92920"/>
                <a:gd name="connsiteX3" fmla="*/ 17115 w 77932"/>
                <a:gd name="connsiteY3" fmla="*/ 39761 h 92920"/>
                <a:gd name="connsiteX4" fmla="*/ 16914 w 77932"/>
                <a:gd name="connsiteY4" fmla="*/ 44012 h 92920"/>
                <a:gd name="connsiteX5" fmla="*/ 73098 w 77932"/>
                <a:gd name="connsiteY5" fmla="*/ 44012 h 92920"/>
                <a:gd name="connsiteX6" fmla="*/ 78132 w 77932"/>
                <a:gd name="connsiteY6" fmla="*/ 39761 h 92920"/>
                <a:gd name="connsiteX7" fmla="*/ 42086 w 77932"/>
                <a:gd name="connsiteY7" fmla="*/ 83 h 92920"/>
                <a:gd name="connsiteX8" fmla="*/ 200 w 77932"/>
                <a:gd name="connsiteY8" fmla="*/ 46239 h 92920"/>
                <a:gd name="connsiteX9" fmla="*/ 44502 w 77932"/>
                <a:gd name="connsiteY9" fmla="*/ 93003 h 92920"/>
                <a:gd name="connsiteX10" fmla="*/ 78132 w 77932"/>
                <a:gd name="connsiteY10" fmla="*/ 66686 h 92920"/>
                <a:gd name="connsiteX11" fmla="*/ 75514 w 77932"/>
                <a:gd name="connsiteY11" fmla="*/ 64256 h 92920"/>
                <a:gd name="connsiteX12" fmla="*/ 72896 w 77932"/>
                <a:gd name="connsiteY12" fmla="*/ 67091 h 92920"/>
                <a:gd name="connsiteX13" fmla="*/ 45711 w 77932"/>
                <a:gd name="connsiteY13" fmla="*/ 87942 h 92920"/>
                <a:gd name="connsiteX14" fmla="*/ 22955 w 77932"/>
                <a:gd name="connsiteY14" fmla="*/ 74378 h 92920"/>
                <a:gd name="connsiteX15" fmla="*/ 16914 w 77932"/>
                <a:gd name="connsiteY15" fmla="*/ 440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115" y="39761"/>
                  </a:moveTo>
                  <a:cubicBezTo>
                    <a:pt x="18323" y="9597"/>
                    <a:pt x="35239" y="4536"/>
                    <a:pt x="42086" y="4536"/>
                  </a:cubicBezTo>
                  <a:cubicBezTo>
                    <a:pt x="62827" y="4536"/>
                    <a:pt x="64841" y="31866"/>
                    <a:pt x="64841" y="39761"/>
                  </a:cubicBezTo>
                  <a:lnTo>
                    <a:pt x="17115" y="39761"/>
                  </a:lnTo>
                  <a:close/>
                  <a:moveTo>
                    <a:pt x="16914" y="44012"/>
                  </a:moveTo>
                  <a:lnTo>
                    <a:pt x="73098" y="44012"/>
                  </a:lnTo>
                  <a:cubicBezTo>
                    <a:pt x="77528" y="44012"/>
                    <a:pt x="78132" y="44012"/>
                    <a:pt x="78132" y="39761"/>
                  </a:cubicBezTo>
                  <a:cubicBezTo>
                    <a:pt x="78132" y="19719"/>
                    <a:pt x="67258" y="83"/>
                    <a:pt x="42086" y="83"/>
                  </a:cubicBezTo>
                  <a:cubicBezTo>
                    <a:pt x="18726" y="83"/>
                    <a:pt x="200" y="20934"/>
                    <a:pt x="200" y="46239"/>
                  </a:cubicBezTo>
                  <a:cubicBezTo>
                    <a:pt x="200" y="73366"/>
                    <a:pt x="21344" y="93003"/>
                    <a:pt x="44502" y="93003"/>
                  </a:cubicBezTo>
                  <a:cubicBezTo>
                    <a:pt x="69070" y="93003"/>
                    <a:pt x="78132" y="70532"/>
                    <a:pt x="78132" y="66686"/>
                  </a:cubicBezTo>
                  <a:cubicBezTo>
                    <a:pt x="78132" y="64661"/>
                    <a:pt x="76521" y="64256"/>
                    <a:pt x="75514" y="64256"/>
                  </a:cubicBezTo>
                  <a:cubicBezTo>
                    <a:pt x="73702" y="64256"/>
                    <a:pt x="73299" y="65471"/>
                    <a:pt x="72896" y="67091"/>
                  </a:cubicBezTo>
                  <a:cubicBezTo>
                    <a:pt x="65848" y="87942"/>
                    <a:pt x="47724" y="87942"/>
                    <a:pt x="45711" y="87942"/>
                  </a:cubicBezTo>
                  <a:cubicBezTo>
                    <a:pt x="35642" y="87942"/>
                    <a:pt x="27587" y="81869"/>
                    <a:pt x="22955" y="74378"/>
                  </a:cubicBezTo>
                  <a:cubicBezTo>
                    <a:pt x="16914" y="64661"/>
                    <a:pt x="16914" y="51300"/>
                    <a:pt x="16914" y="440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2" name="Freeform 761">
              <a:extLst>
                <a:ext uri="{FF2B5EF4-FFF2-40B4-BE49-F238E27FC236}">
                  <a16:creationId xmlns:a16="http://schemas.microsoft.com/office/drawing/2014/main" id="{2EA0AC7A-2B07-B8AF-04CC-19E63AC0454B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398395" y="3991080"/>
              <a:ext cx="67662" cy="89478"/>
            </a:xfrm>
            <a:custGeom>
              <a:avLst/>
              <a:gdLst>
                <a:gd name="connsiteX0" fmla="*/ 28195 w 67662"/>
                <a:gd name="connsiteY0" fmla="*/ 22351 h 89478"/>
                <a:gd name="connsiteX1" fmla="*/ 28195 w 67662"/>
                <a:gd name="connsiteY1" fmla="*/ 83 h 89478"/>
                <a:gd name="connsiteX2" fmla="*/ 204 w 67662"/>
                <a:gd name="connsiteY2" fmla="*/ 2310 h 89478"/>
                <a:gd name="connsiteX3" fmla="*/ 204 w 67662"/>
                <a:gd name="connsiteY3" fmla="*/ 8585 h 89478"/>
                <a:gd name="connsiteX4" fmla="*/ 15911 w 67662"/>
                <a:gd name="connsiteY4" fmla="*/ 19922 h 89478"/>
                <a:gd name="connsiteX5" fmla="*/ 15911 w 67662"/>
                <a:gd name="connsiteY5" fmla="*/ 74176 h 89478"/>
                <a:gd name="connsiteX6" fmla="*/ 204 w 67662"/>
                <a:gd name="connsiteY6" fmla="*/ 83286 h 89478"/>
                <a:gd name="connsiteX7" fmla="*/ 204 w 67662"/>
                <a:gd name="connsiteY7" fmla="*/ 89562 h 89478"/>
                <a:gd name="connsiteX8" fmla="*/ 23161 w 67662"/>
                <a:gd name="connsiteY8" fmla="*/ 88954 h 89478"/>
                <a:gd name="connsiteX9" fmla="*/ 48736 w 67662"/>
                <a:gd name="connsiteY9" fmla="*/ 89562 h 89478"/>
                <a:gd name="connsiteX10" fmla="*/ 48736 w 67662"/>
                <a:gd name="connsiteY10" fmla="*/ 83286 h 89478"/>
                <a:gd name="connsiteX11" fmla="*/ 44507 w 67662"/>
                <a:gd name="connsiteY11" fmla="*/ 83286 h 89478"/>
                <a:gd name="connsiteX12" fmla="*/ 29202 w 67662"/>
                <a:gd name="connsiteY12" fmla="*/ 73771 h 89478"/>
                <a:gd name="connsiteX13" fmla="*/ 29202 w 67662"/>
                <a:gd name="connsiteY13" fmla="*/ 42595 h 89478"/>
                <a:gd name="connsiteX14" fmla="*/ 52964 w 67662"/>
                <a:gd name="connsiteY14" fmla="*/ 4536 h 89478"/>
                <a:gd name="connsiteX15" fmla="*/ 55180 w 67662"/>
                <a:gd name="connsiteY15" fmla="*/ 4739 h 89478"/>
                <a:gd name="connsiteX16" fmla="*/ 50548 w 67662"/>
                <a:gd name="connsiteY16" fmla="*/ 12634 h 89478"/>
                <a:gd name="connsiteX17" fmla="*/ 59207 w 67662"/>
                <a:gd name="connsiteY17" fmla="*/ 21339 h 89478"/>
                <a:gd name="connsiteX18" fmla="*/ 67866 w 67662"/>
                <a:gd name="connsiteY18" fmla="*/ 12432 h 89478"/>
                <a:gd name="connsiteX19" fmla="*/ 52964 w 67662"/>
                <a:gd name="connsiteY19" fmla="*/ 83 h 89478"/>
                <a:gd name="connsiteX20" fmla="*/ 28195 w 67662"/>
                <a:gd name="connsiteY20" fmla="*/ 2235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95" y="22351"/>
                  </a:moveTo>
                  <a:lnTo>
                    <a:pt x="28195" y="83"/>
                  </a:lnTo>
                  <a:lnTo>
                    <a:pt x="204" y="2310"/>
                  </a:lnTo>
                  <a:lnTo>
                    <a:pt x="204" y="8585"/>
                  </a:lnTo>
                  <a:cubicBezTo>
                    <a:pt x="14300" y="8585"/>
                    <a:pt x="15911" y="10002"/>
                    <a:pt x="15911" y="19922"/>
                  </a:cubicBezTo>
                  <a:lnTo>
                    <a:pt x="15911" y="74176"/>
                  </a:lnTo>
                  <a:cubicBezTo>
                    <a:pt x="15911" y="83286"/>
                    <a:pt x="13696" y="83286"/>
                    <a:pt x="204" y="83286"/>
                  </a:cubicBezTo>
                  <a:lnTo>
                    <a:pt x="204" y="89562"/>
                  </a:lnTo>
                  <a:cubicBezTo>
                    <a:pt x="8058" y="89359"/>
                    <a:pt x="17522" y="88954"/>
                    <a:pt x="23161" y="88954"/>
                  </a:cubicBezTo>
                  <a:cubicBezTo>
                    <a:pt x="31216" y="88954"/>
                    <a:pt x="40681" y="88954"/>
                    <a:pt x="48736" y="89562"/>
                  </a:cubicBezTo>
                  <a:lnTo>
                    <a:pt x="48736" y="83286"/>
                  </a:lnTo>
                  <a:lnTo>
                    <a:pt x="44507" y="83286"/>
                  </a:lnTo>
                  <a:cubicBezTo>
                    <a:pt x="29605" y="83286"/>
                    <a:pt x="29202" y="81059"/>
                    <a:pt x="29202" y="73771"/>
                  </a:cubicBezTo>
                  <a:lnTo>
                    <a:pt x="29202" y="42595"/>
                  </a:lnTo>
                  <a:cubicBezTo>
                    <a:pt x="29202" y="22554"/>
                    <a:pt x="37660" y="4536"/>
                    <a:pt x="52964" y="4536"/>
                  </a:cubicBezTo>
                  <a:cubicBezTo>
                    <a:pt x="54374" y="4536"/>
                    <a:pt x="54777" y="4536"/>
                    <a:pt x="55180" y="4739"/>
                  </a:cubicBezTo>
                  <a:cubicBezTo>
                    <a:pt x="54575" y="4941"/>
                    <a:pt x="50548" y="7371"/>
                    <a:pt x="50548" y="12634"/>
                  </a:cubicBezTo>
                  <a:cubicBezTo>
                    <a:pt x="50548" y="18302"/>
                    <a:pt x="54777" y="21339"/>
                    <a:pt x="59207" y="21339"/>
                  </a:cubicBezTo>
                  <a:cubicBezTo>
                    <a:pt x="62832" y="21339"/>
                    <a:pt x="67866" y="18910"/>
                    <a:pt x="67866" y="12432"/>
                  </a:cubicBezTo>
                  <a:cubicBezTo>
                    <a:pt x="67866" y="5953"/>
                    <a:pt x="61624" y="83"/>
                    <a:pt x="52964" y="83"/>
                  </a:cubicBezTo>
                  <a:cubicBezTo>
                    <a:pt x="38264" y="83"/>
                    <a:pt x="31015" y="13646"/>
                    <a:pt x="28195" y="2235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3" name="Freeform 762">
              <a:extLst>
                <a:ext uri="{FF2B5EF4-FFF2-40B4-BE49-F238E27FC236}">
                  <a16:creationId xmlns:a16="http://schemas.microsoft.com/office/drawing/2014/main" id="{22AB35F6-F260-AB92-80FC-32BEF1B4985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828891" y="4395152"/>
              <a:ext cx="78133" cy="78951"/>
            </a:xfrm>
            <a:custGeom>
              <a:avLst/>
              <a:gdLst>
                <a:gd name="connsiteX0" fmla="*/ 36123 w 78133"/>
                <a:gd name="connsiteY0" fmla="*/ 305 h 78951"/>
                <a:gd name="connsiteX1" fmla="*/ 8736 w 78133"/>
                <a:gd name="connsiteY1" fmla="*/ 14881 h 78951"/>
                <a:gd name="connsiteX2" fmla="*/ 77 w 78133"/>
                <a:gd name="connsiteY2" fmla="*/ 39781 h 78951"/>
                <a:gd name="connsiteX3" fmla="*/ 39144 w 78133"/>
                <a:gd name="connsiteY3" fmla="*/ 79055 h 78951"/>
                <a:gd name="connsiteX4" fmla="*/ 78210 w 78133"/>
                <a:gd name="connsiteY4" fmla="*/ 39781 h 78951"/>
                <a:gd name="connsiteX5" fmla="*/ 38942 w 78133"/>
                <a:gd name="connsiteY5" fmla="*/ 103 h 78951"/>
                <a:gd name="connsiteX6" fmla="*/ 36123 w 78133"/>
                <a:gd name="connsiteY6" fmla="*/ 30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305"/>
                  </a:moveTo>
                  <a:cubicBezTo>
                    <a:pt x="25450" y="1722"/>
                    <a:pt x="15381" y="6176"/>
                    <a:pt x="8736" y="14881"/>
                  </a:cubicBezTo>
                  <a:cubicBezTo>
                    <a:pt x="3097" y="21966"/>
                    <a:pt x="77" y="30874"/>
                    <a:pt x="77" y="39781"/>
                  </a:cubicBezTo>
                  <a:cubicBezTo>
                    <a:pt x="77" y="60632"/>
                    <a:pt x="17395" y="79055"/>
                    <a:pt x="39144" y="79055"/>
                  </a:cubicBezTo>
                  <a:cubicBezTo>
                    <a:pt x="59885" y="79055"/>
                    <a:pt x="78210" y="61240"/>
                    <a:pt x="78210" y="39781"/>
                  </a:cubicBezTo>
                  <a:cubicBezTo>
                    <a:pt x="78210" y="19942"/>
                    <a:pt x="62906" y="103"/>
                    <a:pt x="38942" y="103"/>
                  </a:cubicBezTo>
                  <a:cubicBezTo>
                    <a:pt x="37935" y="103"/>
                    <a:pt x="37130" y="305"/>
                    <a:pt x="36123" y="30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4" name="Freeform 763">
              <a:extLst>
                <a:ext uri="{FF2B5EF4-FFF2-40B4-BE49-F238E27FC236}">
                  <a16:creationId xmlns:a16="http://schemas.microsoft.com/office/drawing/2014/main" id="{81703E7D-E0E7-4D47-B3FB-BBFA4FB7D502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025006" y="4395961"/>
              <a:ext cx="100284" cy="91705"/>
            </a:xfrm>
            <a:custGeom>
              <a:avLst/>
              <a:gdLst>
                <a:gd name="connsiteX0" fmla="*/ 61506 w 100284"/>
                <a:gd name="connsiteY0" fmla="*/ 28444 h 91705"/>
                <a:gd name="connsiteX1" fmla="*/ 81442 w 100284"/>
                <a:gd name="connsiteY1" fmla="*/ 4556 h 91705"/>
                <a:gd name="connsiteX2" fmla="*/ 91511 w 100284"/>
                <a:gd name="connsiteY2" fmla="*/ 7188 h 91705"/>
                <a:gd name="connsiteX3" fmla="*/ 81845 w 100284"/>
                <a:gd name="connsiteY3" fmla="*/ 18120 h 91705"/>
                <a:gd name="connsiteX4" fmla="*/ 89497 w 100284"/>
                <a:gd name="connsiteY4" fmla="*/ 25205 h 91705"/>
                <a:gd name="connsiteX5" fmla="*/ 100372 w 100284"/>
                <a:gd name="connsiteY5" fmla="*/ 13464 h 91705"/>
                <a:gd name="connsiteX6" fmla="*/ 81644 w 100284"/>
                <a:gd name="connsiteY6" fmla="*/ 103 h 91705"/>
                <a:gd name="connsiteX7" fmla="*/ 60499 w 100284"/>
                <a:gd name="connsiteY7" fmla="*/ 15488 h 91705"/>
                <a:gd name="connsiteX8" fmla="*/ 38751 w 100284"/>
                <a:gd name="connsiteY8" fmla="*/ 103 h 91705"/>
                <a:gd name="connsiteX9" fmla="*/ 6329 w 100284"/>
                <a:gd name="connsiteY9" fmla="*/ 31279 h 91705"/>
                <a:gd name="connsiteX10" fmla="*/ 8746 w 100284"/>
                <a:gd name="connsiteY10" fmla="*/ 33303 h 91705"/>
                <a:gd name="connsiteX11" fmla="*/ 11364 w 100284"/>
                <a:gd name="connsiteY11" fmla="*/ 31076 h 91705"/>
                <a:gd name="connsiteX12" fmla="*/ 38348 w 100284"/>
                <a:gd name="connsiteY12" fmla="*/ 4556 h 91705"/>
                <a:gd name="connsiteX13" fmla="*/ 49222 w 100284"/>
                <a:gd name="connsiteY13" fmla="*/ 18120 h 91705"/>
                <a:gd name="connsiteX14" fmla="*/ 38348 w 100284"/>
                <a:gd name="connsiteY14" fmla="*/ 66301 h 91705"/>
                <a:gd name="connsiteX15" fmla="*/ 19217 w 100284"/>
                <a:gd name="connsiteY15" fmla="*/ 87355 h 91705"/>
                <a:gd name="connsiteX16" fmla="*/ 9149 w 100284"/>
                <a:gd name="connsiteY16" fmla="*/ 84723 h 91705"/>
                <a:gd name="connsiteX17" fmla="*/ 18613 w 100284"/>
                <a:gd name="connsiteY17" fmla="*/ 73791 h 91705"/>
                <a:gd name="connsiteX18" fmla="*/ 11162 w 100284"/>
                <a:gd name="connsiteY18" fmla="*/ 66706 h 91705"/>
                <a:gd name="connsiteX19" fmla="*/ 87 w 100284"/>
                <a:gd name="connsiteY19" fmla="*/ 78447 h 91705"/>
                <a:gd name="connsiteX20" fmla="*/ 19016 w 100284"/>
                <a:gd name="connsiteY20" fmla="*/ 91808 h 91705"/>
                <a:gd name="connsiteX21" fmla="*/ 40160 w 100284"/>
                <a:gd name="connsiteY21" fmla="*/ 76423 h 91705"/>
                <a:gd name="connsiteX22" fmla="*/ 61909 w 100284"/>
                <a:gd name="connsiteY22" fmla="*/ 91808 h 91705"/>
                <a:gd name="connsiteX23" fmla="*/ 94129 w 100284"/>
                <a:gd name="connsiteY23" fmla="*/ 60632 h 91705"/>
                <a:gd name="connsiteX24" fmla="*/ 91712 w 100284"/>
                <a:gd name="connsiteY24" fmla="*/ 58608 h 91705"/>
                <a:gd name="connsiteX25" fmla="*/ 89095 w 100284"/>
                <a:gd name="connsiteY25" fmla="*/ 60835 h 91705"/>
                <a:gd name="connsiteX26" fmla="*/ 62312 w 100284"/>
                <a:gd name="connsiteY26" fmla="*/ 87355 h 91705"/>
                <a:gd name="connsiteX27" fmla="*/ 51236 w 100284"/>
                <a:gd name="connsiteY27" fmla="*/ 73994 h 91705"/>
                <a:gd name="connsiteX28" fmla="*/ 54659 w 100284"/>
                <a:gd name="connsiteY28" fmla="*/ 56179 h 91705"/>
                <a:gd name="connsiteX29" fmla="*/ 61506 w 100284"/>
                <a:gd name="connsiteY29" fmla="*/ 28444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284" h="91705">
                  <a:moveTo>
                    <a:pt x="61506" y="28444"/>
                  </a:moveTo>
                  <a:cubicBezTo>
                    <a:pt x="62714" y="23181"/>
                    <a:pt x="67346" y="4556"/>
                    <a:pt x="81442" y="4556"/>
                  </a:cubicBezTo>
                  <a:cubicBezTo>
                    <a:pt x="82449" y="4556"/>
                    <a:pt x="87282" y="4556"/>
                    <a:pt x="91511" y="7188"/>
                  </a:cubicBezTo>
                  <a:cubicBezTo>
                    <a:pt x="85873" y="8200"/>
                    <a:pt x="81845" y="13261"/>
                    <a:pt x="81845" y="18120"/>
                  </a:cubicBezTo>
                  <a:cubicBezTo>
                    <a:pt x="81845" y="21359"/>
                    <a:pt x="84060" y="25205"/>
                    <a:pt x="89497" y="25205"/>
                  </a:cubicBezTo>
                  <a:cubicBezTo>
                    <a:pt x="93928" y="25205"/>
                    <a:pt x="100372" y="21561"/>
                    <a:pt x="100372" y="13464"/>
                  </a:cubicBezTo>
                  <a:cubicBezTo>
                    <a:pt x="100372" y="2937"/>
                    <a:pt x="88490" y="103"/>
                    <a:pt x="81644" y="103"/>
                  </a:cubicBezTo>
                  <a:cubicBezTo>
                    <a:pt x="69964" y="103"/>
                    <a:pt x="62916" y="10832"/>
                    <a:pt x="60499" y="15488"/>
                  </a:cubicBezTo>
                  <a:cubicBezTo>
                    <a:pt x="55465" y="2127"/>
                    <a:pt x="44591" y="103"/>
                    <a:pt x="38751" y="103"/>
                  </a:cubicBezTo>
                  <a:cubicBezTo>
                    <a:pt x="17808" y="103"/>
                    <a:pt x="6329" y="26217"/>
                    <a:pt x="6329" y="31279"/>
                  </a:cubicBezTo>
                  <a:cubicBezTo>
                    <a:pt x="6329" y="33303"/>
                    <a:pt x="8343" y="33303"/>
                    <a:pt x="8746" y="33303"/>
                  </a:cubicBezTo>
                  <a:cubicBezTo>
                    <a:pt x="10357" y="33303"/>
                    <a:pt x="10961" y="32898"/>
                    <a:pt x="11364" y="31076"/>
                  </a:cubicBezTo>
                  <a:cubicBezTo>
                    <a:pt x="18210" y="9617"/>
                    <a:pt x="31501" y="4556"/>
                    <a:pt x="38348" y="4556"/>
                  </a:cubicBezTo>
                  <a:cubicBezTo>
                    <a:pt x="42174" y="4556"/>
                    <a:pt x="49222" y="6378"/>
                    <a:pt x="49222" y="18120"/>
                  </a:cubicBezTo>
                  <a:cubicBezTo>
                    <a:pt x="49222" y="24396"/>
                    <a:pt x="45799" y="37959"/>
                    <a:pt x="38348" y="66301"/>
                  </a:cubicBezTo>
                  <a:cubicBezTo>
                    <a:pt x="35126" y="78852"/>
                    <a:pt x="28078" y="87355"/>
                    <a:pt x="19217" y="87355"/>
                  </a:cubicBezTo>
                  <a:cubicBezTo>
                    <a:pt x="18009" y="87355"/>
                    <a:pt x="13377" y="87355"/>
                    <a:pt x="9149" y="84723"/>
                  </a:cubicBezTo>
                  <a:cubicBezTo>
                    <a:pt x="14183" y="83711"/>
                    <a:pt x="18613" y="79459"/>
                    <a:pt x="18613" y="73791"/>
                  </a:cubicBezTo>
                  <a:cubicBezTo>
                    <a:pt x="18613" y="68325"/>
                    <a:pt x="14183" y="66706"/>
                    <a:pt x="11162" y="66706"/>
                  </a:cubicBezTo>
                  <a:cubicBezTo>
                    <a:pt x="5121" y="66706"/>
                    <a:pt x="87" y="71969"/>
                    <a:pt x="87" y="78447"/>
                  </a:cubicBezTo>
                  <a:cubicBezTo>
                    <a:pt x="87" y="87760"/>
                    <a:pt x="10155" y="91808"/>
                    <a:pt x="19016" y="91808"/>
                  </a:cubicBezTo>
                  <a:cubicBezTo>
                    <a:pt x="32307" y="91808"/>
                    <a:pt x="39556" y="77637"/>
                    <a:pt x="40160" y="76423"/>
                  </a:cubicBezTo>
                  <a:cubicBezTo>
                    <a:pt x="42577" y="83913"/>
                    <a:pt x="49826" y="91808"/>
                    <a:pt x="61909" y="91808"/>
                  </a:cubicBezTo>
                  <a:cubicBezTo>
                    <a:pt x="82651" y="91808"/>
                    <a:pt x="94129" y="65693"/>
                    <a:pt x="94129" y="60632"/>
                  </a:cubicBezTo>
                  <a:cubicBezTo>
                    <a:pt x="94129" y="58608"/>
                    <a:pt x="92317" y="58608"/>
                    <a:pt x="91712" y="58608"/>
                  </a:cubicBezTo>
                  <a:cubicBezTo>
                    <a:pt x="89900" y="58608"/>
                    <a:pt x="89497" y="59418"/>
                    <a:pt x="89095" y="60835"/>
                  </a:cubicBezTo>
                  <a:cubicBezTo>
                    <a:pt x="82449" y="82496"/>
                    <a:pt x="68756" y="87355"/>
                    <a:pt x="62312" y="87355"/>
                  </a:cubicBezTo>
                  <a:cubicBezTo>
                    <a:pt x="54458" y="87355"/>
                    <a:pt x="51236" y="80877"/>
                    <a:pt x="51236" y="73994"/>
                  </a:cubicBezTo>
                  <a:cubicBezTo>
                    <a:pt x="51236" y="69540"/>
                    <a:pt x="52444" y="65086"/>
                    <a:pt x="54659" y="56179"/>
                  </a:cubicBezTo>
                  <a:lnTo>
                    <a:pt x="61506" y="2844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5" name="Freeform 764">
              <a:extLst>
                <a:ext uri="{FF2B5EF4-FFF2-40B4-BE49-F238E27FC236}">
                  <a16:creationId xmlns:a16="http://schemas.microsoft.com/office/drawing/2014/main" id="{E8E63028-932A-4189-92CD-D3086D92B52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140883" y="4453313"/>
              <a:ext cx="86128" cy="63910"/>
            </a:xfrm>
            <a:custGeom>
              <a:avLst/>
              <a:gdLst>
                <a:gd name="connsiteX0" fmla="*/ 10665 w 86128"/>
                <a:gd name="connsiteY0" fmla="*/ 53670 h 63910"/>
                <a:gd name="connsiteX1" fmla="*/ 9255 w 86128"/>
                <a:gd name="connsiteY1" fmla="*/ 59480 h 63910"/>
                <a:gd name="connsiteX2" fmla="*/ 14048 w 86128"/>
                <a:gd name="connsiteY2" fmla="*/ 64015 h 63910"/>
                <a:gd name="connsiteX3" fmla="*/ 19545 w 86128"/>
                <a:gd name="connsiteY3" fmla="*/ 60897 h 63910"/>
                <a:gd name="connsiteX4" fmla="*/ 22083 w 86128"/>
                <a:gd name="connsiteY4" fmla="*/ 52111 h 63910"/>
                <a:gd name="connsiteX5" fmla="*/ 25184 w 86128"/>
                <a:gd name="connsiteY5" fmla="*/ 39357 h 63910"/>
                <a:gd name="connsiteX6" fmla="*/ 27580 w 86128"/>
                <a:gd name="connsiteY6" fmla="*/ 29863 h 63910"/>
                <a:gd name="connsiteX7" fmla="*/ 33501 w 86128"/>
                <a:gd name="connsiteY7" fmla="*/ 17109 h 63910"/>
                <a:gd name="connsiteX8" fmla="*/ 54645 w 86128"/>
                <a:gd name="connsiteY8" fmla="*/ 4072 h 63910"/>
                <a:gd name="connsiteX9" fmla="*/ 62962 w 86128"/>
                <a:gd name="connsiteY9" fmla="*/ 13992 h 63910"/>
                <a:gd name="connsiteX10" fmla="*/ 54645 w 86128"/>
                <a:gd name="connsiteY10" fmla="*/ 44175 h 63910"/>
                <a:gd name="connsiteX11" fmla="*/ 52531 w 86128"/>
                <a:gd name="connsiteY11" fmla="*/ 51828 h 63910"/>
                <a:gd name="connsiteX12" fmla="*/ 65922 w 86128"/>
                <a:gd name="connsiteY12" fmla="*/ 64015 h 63910"/>
                <a:gd name="connsiteX13" fmla="*/ 86221 w 86128"/>
                <a:gd name="connsiteY13" fmla="*/ 42333 h 63910"/>
                <a:gd name="connsiteX14" fmla="*/ 83965 w 86128"/>
                <a:gd name="connsiteY14" fmla="*/ 40491 h 63910"/>
                <a:gd name="connsiteX15" fmla="*/ 81287 w 86128"/>
                <a:gd name="connsiteY15" fmla="*/ 42900 h 63910"/>
                <a:gd name="connsiteX16" fmla="*/ 66345 w 86128"/>
                <a:gd name="connsiteY16" fmla="*/ 60047 h 63910"/>
                <a:gd name="connsiteX17" fmla="*/ 62821 w 86128"/>
                <a:gd name="connsiteY17" fmla="*/ 55087 h 63910"/>
                <a:gd name="connsiteX18" fmla="*/ 66063 w 86128"/>
                <a:gd name="connsiteY18" fmla="*/ 43609 h 63910"/>
                <a:gd name="connsiteX19" fmla="*/ 73534 w 86128"/>
                <a:gd name="connsiteY19" fmla="*/ 16259 h 63910"/>
                <a:gd name="connsiteX20" fmla="*/ 55209 w 86128"/>
                <a:gd name="connsiteY20" fmla="*/ 104 h 63910"/>
                <a:gd name="connsiteX21" fmla="*/ 31386 w 86128"/>
                <a:gd name="connsiteY21" fmla="*/ 13000 h 63910"/>
                <a:gd name="connsiteX22" fmla="*/ 16303 w 86128"/>
                <a:gd name="connsiteY22" fmla="*/ 104 h 63910"/>
                <a:gd name="connsiteX23" fmla="*/ 5167 w 86128"/>
                <a:gd name="connsiteY23" fmla="*/ 7756 h 63910"/>
                <a:gd name="connsiteX24" fmla="*/ 92 w 86128"/>
                <a:gd name="connsiteY24" fmla="*/ 21786 h 63910"/>
                <a:gd name="connsiteX25" fmla="*/ 2489 w 86128"/>
                <a:gd name="connsiteY25" fmla="*/ 23628 h 63910"/>
                <a:gd name="connsiteX26" fmla="*/ 5590 w 86128"/>
                <a:gd name="connsiteY26" fmla="*/ 19376 h 63910"/>
                <a:gd name="connsiteX27" fmla="*/ 15880 w 86128"/>
                <a:gd name="connsiteY27" fmla="*/ 4072 h 63910"/>
                <a:gd name="connsiteX28" fmla="*/ 20532 w 86128"/>
                <a:gd name="connsiteY28" fmla="*/ 11016 h 63910"/>
                <a:gd name="connsiteX29" fmla="*/ 18277 w 86128"/>
                <a:gd name="connsiteY29" fmla="*/ 22777 h 63910"/>
                <a:gd name="connsiteX30" fmla="*/ 15175 w 86128"/>
                <a:gd name="connsiteY30" fmla="*/ 35531 h 63910"/>
                <a:gd name="connsiteX31" fmla="*/ 10665 w 86128"/>
                <a:gd name="connsiteY31" fmla="*/ 53670 h 6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128" h="63910">
                  <a:moveTo>
                    <a:pt x="10665" y="53670"/>
                  </a:moveTo>
                  <a:cubicBezTo>
                    <a:pt x="10101" y="55512"/>
                    <a:pt x="9255" y="59055"/>
                    <a:pt x="9255" y="59480"/>
                  </a:cubicBezTo>
                  <a:cubicBezTo>
                    <a:pt x="9255" y="62598"/>
                    <a:pt x="11792" y="64015"/>
                    <a:pt x="14048" y="64015"/>
                  </a:cubicBezTo>
                  <a:cubicBezTo>
                    <a:pt x="16585" y="64015"/>
                    <a:pt x="18840" y="62172"/>
                    <a:pt x="19545" y="60897"/>
                  </a:cubicBezTo>
                  <a:cubicBezTo>
                    <a:pt x="20250" y="59622"/>
                    <a:pt x="21378" y="55087"/>
                    <a:pt x="22083" y="52111"/>
                  </a:cubicBezTo>
                  <a:cubicBezTo>
                    <a:pt x="22787" y="49419"/>
                    <a:pt x="24338" y="42900"/>
                    <a:pt x="25184" y="39357"/>
                  </a:cubicBezTo>
                  <a:cubicBezTo>
                    <a:pt x="26030" y="36240"/>
                    <a:pt x="26875" y="33122"/>
                    <a:pt x="27580" y="29863"/>
                  </a:cubicBezTo>
                  <a:cubicBezTo>
                    <a:pt x="29131" y="24053"/>
                    <a:pt x="29413" y="22919"/>
                    <a:pt x="33501" y="17109"/>
                  </a:cubicBezTo>
                  <a:cubicBezTo>
                    <a:pt x="37448" y="11441"/>
                    <a:pt x="44073" y="4072"/>
                    <a:pt x="54645" y="4072"/>
                  </a:cubicBezTo>
                  <a:cubicBezTo>
                    <a:pt x="62821" y="4072"/>
                    <a:pt x="62962" y="11299"/>
                    <a:pt x="62962" y="13992"/>
                  </a:cubicBezTo>
                  <a:cubicBezTo>
                    <a:pt x="62962" y="22494"/>
                    <a:pt x="56900" y="38224"/>
                    <a:pt x="54645" y="44175"/>
                  </a:cubicBezTo>
                  <a:cubicBezTo>
                    <a:pt x="53094" y="48143"/>
                    <a:pt x="52531" y="49419"/>
                    <a:pt x="52531" y="51828"/>
                  </a:cubicBezTo>
                  <a:cubicBezTo>
                    <a:pt x="52531" y="59338"/>
                    <a:pt x="58733" y="64015"/>
                    <a:pt x="65922" y="64015"/>
                  </a:cubicBezTo>
                  <a:cubicBezTo>
                    <a:pt x="80018" y="64015"/>
                    <a:pt x="86221" y="44459"/>
                    <a:pt x="86221" y="42333"/>
                  </a:cubicBezTo>
                  <a:cubicBezTo>
                    <a:pt x="86221" y="40491"/>
                    <a:pt x="84388" y="40491"/>
                    <a:pt x="83965" y="40491"/>
                  </a:cubicBezTo>
                  <a:cubicBezTo>
                    <a:pt x="81992" y="40491"/>
                    <a:pt x="81851" y="41341"/>
                    <a:pt x="81287" y="42900"/>
                  </a:cubicBezTo>
                  <a:cubicBezTo>
                    <a:pt x="78045" y="54237"/>
                    <a:pt x="71983" y="60047"/>
                    <a:pt x="66345" y="60047"/>
                  </a:cubicBezTo>
                  <a:cubicBezTo>
                    <a:pt x="63385" y="60047"/>
                    <a:pt x="62821" y="58063"/>
                    <a:pt x="62821" y="55087"/>
                  </a:cubicBezTo>
                  <a:cubicBezTo>
                    <a:pt x="62821" y="51828"/>
                    <a:pt x="63526" y="49986"/>
                    <a:pt x="66063" y="43609"/>
                  </a:cubicBezTo>
                  <a:cubicBezTo>
                    <a:pt x="67754" y="39216"/>
                    <a:pt x="73534" y="24195"/>
                    <a:pt x="73534" y="16259"/>
                  </a:cubicBezTo>
                  <a:cubicBezTo>
                    <a:pt x="73534" y="2513"/>
                    <a:pt x="62680" y="104"/>
                    <a:pt x="55209" y="104"/>
                  </a:cubicBezTo>
                  <a:cubicBezTo>
                    <a:pt x="43509" y="104"/>
                    <a:pt x="35615" y="7331"/>
                    <a:pt x="31386" y="13000"/>
                  </a:cubicBezTo>
                  <a:cubicBezTo>
                    <a:pt x="30399" y="3222"/>
                    <a:pt x="22083" y="104"/>
                    <a:pt x="16303" y="104"/>
                  </a:cubicBezTo>
                  <a:cubicBezTo>
                    <a:pt x="10242" y="104"/>
                    <a:pt x="7000" y="4497"/>
                    <a:pt x="5167" y="7756"/>
                  </a:cubicBezTo>
                  <a:cubicBezTo>
                    <a:pt x="2066" y="13000"/>
                    <a:pt x="92" y="21077"/>
                    <a:pt x="92" y="21786"/>
                  </a:cubicBezTo>
                  <a:cubicBezTo>
                    <a:pt x="92" y="23628"/>
                    <a:pt x="2066" y="23628"/>
                    <a:pt x="2489" y="23628"/>
                  </a:cubicBezTo>
                  <a:cubicBezTo>
                    <a:pt x="4462" y="23628"/>
                    <a:pt x="4603" y="23203"/>
                    <a:pt x="5590" y="19376"/>
                  </a:cubicBezTo>
                  <a:cubicBezTo>
                    <a:pt x="7704" y="11016"/>
                    <a:pt x="10383" y="4072"/>
                    <a:pt x="15880" y="4072"/>
                  </a:cubicBezTo>
                  <a:cubicBezTo>
                    <a:pt x="19545" y="4072"/>
                    <a:pt x="20532" y="7190"/>
                    <a:pt x="20532" y="11016"/>
                  </a:cubicBezTo>
                  <a:cubicBezTo>
                    <a:pt x="20532" y="13708"/>
                    <a:pt x="19263" y="18951"/>
                    <a:pt x="18277" y="22777"/>
                  </a:cubicBezTo>
                  <a:cubicBezTo>
                    <a:pt x="17290" y="26604"/>
                    <a:pt x="15880" y="32414"/>
                    <a:pt x="15175" y="35531"/>
                  </a:cubicBezTo>
                  <a:lnTo>
                    <a:pt x="10665" y="53670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6" name="Freeform 765">
              <a:extLst>
                <a:ext uri="{FF2B5EF4-FFF2-40B4-BE49-F238E27FC236}">
                  <a16:creationId xmlns:a16="http://schemas.microsoft.com/office/drawing/2014/main" id="{4F9DE98F-A6CD-0D16-3C95-324AF2D38BA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261191" y="4398188"/>
              <a:ext cx="21345" cy="87252"/>
            </a:xfrm>
            <a:custGeom>
              <a:avLst/>
              <a:gdLst>
                <a:gd name="connsiteX0" fmla="*/ 21444 w 21345"/>
                <a:gd name="connsiteY0" fmla="*/ 10832 h 87252"/>
                <a:gd name="connsiteX1" fmla="*/ 10771 w 21345"/>
                <a:gd name="connsiteY1" fmla="*/ 103 h 87252"/>
                <a:gd name="connsiteX2" fmla="*/ 98 w 21345"/>
                <a:gd name="connsiteY2" fmla="*/ 10832 h 87252"/>
                <a:gd name="connsiteX3" fmla="*/ 10771 w 21345"/>
                <a:gd name="connsiteY3" fmla="*/ 21561 h 87252"/>
                <a:gd name="connsiteX4" fmla="*/ 21444 w 21345"/>
                <a:gd name="connsiteY4" fmla="*/ 10832 h 87252"/>
                <a:gd name="connsiteX5" fmla="*/ 21444 w 21345"/>
                <a:gd name="connsiteY5" fmla="*/ 76625 h 87252"/>
                <a:gd name="connsiteX6" fmla="*/ 10771 w 21345"/>
                <a:gd name="connsiteY6" fmla="*/ 65896 h 87252"/>
                <a:gd name="connsiteX7" fmla="*/ 98 w 21345"/>
                <a:gd name="connsiteY7" fmla="*/ 76625 h 87252"/>
                <a:gd name="connsiteX8" fmla="*/ 10771 w 21345"/>
                <a:gd name="connsiteY8" fmla="*/ 87355 h 87252"/>
                <a:gd name="connsiteX9" fmla="*/ 21444 w 21345"/>
                <a:gd name="connsiteY9" fmla="*/ 7662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44" y="10832"/>
                  </a:moveTo>
                  <a:cubicBezTo>
                    <a:pt x="21444" y="4961"/>
                    <a:pt x="16611" y="103"/>
                    <a:pt x="10771" y="103"/>
                  </a:cubicBezTo>
                  <a:cubicBezTo>
                    <a:pt x="4931" y="103"/>
                    <a:pt x="98" y="4961"/>
                    <a:pt x="98" y="10832"/>
                  </a:cubicBezTo>
                  <a:cubicBezTo>
                    <a:pt x="98" y="16703"/>
                    <a:pt x="4931" y="21561"/>
                    <a:pt x="10771" y="21561"/>
                  </a:cubicBezTo>
                  <a:cubicBezTo>
                    <a:pt x="16611" y="21561"/>
                    <a:pt x="21444" y="16703"/>
                    <a:pt x="21444" y="10832"/>
                  </a:cubicBezTo>
                  <a:close/>
                  <a:moveTo>
                    <a:pt x="21444" y="76625"/>
                  </a:moveTo>
                  <a:cubicBezTo>
                    <a:pt x="21444" y="70754"/>
                    <a:pt x="16611" y="65896"/>
                    <a:pt x="10771" y="65896"/>
                  </a:cubicBezTo>
                  <a:cubicBezTo>
                    <a:pt x="4931" y="65896"/>
                    <a:pt x="98" y="70754"/>
                    <a:pt x="98" y="76625"/>
                  </a:cubicBezTo>
                  <a:cubicBezTo>
                    <a:pt x="98" y="82496"/>
                    <a:pt x="4931" y="87355"/>
                    <a:pt x="10771" y="87355"/>
                  </a:cubicBezTo>
                  <a:cubicBezTo>
                    <a:pt x="16611" y="87355"/>
                    <a:pt x="21444" y="82496"/>
                    <a:pt x="21444" y="7662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7" name="Freeform 766">
              <a:extLst>
                <a:ext uri="{FF2B5EF4-FFF2-40B4-BE49-F238E27FC236}">
                  <a16:creationId xmlns:a16="http://schemas.microsoft.com/office/drawing/2014/main" id="{1AC2D57D-431E-4736-AF15-ADDD8B69AD01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397768" y="4394747"/>
              <a:ext cx="90820" cy="92920"/>
            </a:xfrm>
            <a:custGeom>
              <a:avLst/>
              <a:gdLst>
                <a:gd name="connsiteX0" fmla="*/ 58705 w 90820"/>
                <a:gd name="connsiteY0" fmla="*/ 75411 h 92920"/>
                <a:gd name="connsiteX1" fmla="*/ 74412 w 90820"/>
                <a:gd name="connsiteY1" fmla="*/ 92011 h 92920"/>
                <a:gd name="connsiteX2" fmla="*/ 90925 w 90820"/>
                <a:gd name="connsiteY2" fmla="*/ 72779 h 92920"/>
                <a:gd name="connsiteX3" fmla="*/ 90925 w 90820"/>
                <a:gd name="connsiteY3" fmla="*/ 61442 h 92920"/>
                <a:gd name="connsiteX4" fmla="*/ 85891 w 90820"/>
                <a:gd name="connsiteY4" fmla="*/ 61442 h 92920"/>
                <a:gd name="connsiteX5" fmla="*/ 85891 w 90820"/>
                <a:gd name="connsiteY5" fmla="*/ 72779 h 92920"/>
                <a:gd name="connsiteX6" fmla="*/ 78641 w 90820"/>
                <a:gd name="connsiteY6" fmla="*/ 85735 h 92920"/>
                <a:gd name="connsiteX7" fmla="*/ 71190 w 90820"/>
                <a:gd name="connsiteY7" fmla="*/ 75613 h 92920"/>
                <a:gd name="connsiteX8" fmla="*/ 71190 w 90820"/>
                <a:gd name="connsiteY8" fmla="*/ 35125 h 92920"/>
                <a:gd name="connsiteX9" fmla="*/ 63941 w 90820"/>
                <a:gd name="connsiteY9" fmla="*/ 11237 h 92920"/>
                <a:gd name="connsiteX10" fmla="*/ 36353 w 90820"/>
                <a:gd name="connsiteY10" fmla="*/ 103 h 92920"/>
                <a:gd name="connsiteX11" fmla="*/ 5945 w 90820"/>
                <a:gd name="connsiteY11" fmla="*/ 22978 h 92920"/>
                <a:gd name="connsiteX12" fmla="*/ 15208 w 90820"/>
                <a:gd name="connsiteY12" fmla="*/ 32493 h 92920"/>
                <a:gd name="connsiteX13" fmla="*/ 24471 w 90820"/>
                <a:gd name="connsiteY13" fmla="*/ 23181 h 92920"/>
                <a:gd name="connsiteX14" fmla="*/ 14201 w 90820"/>
                <a:gd name="connsiteY14" fmla="*/ 13869 h 92920"/>
                <a:gd name="connsiteX15" fmla="*/ 35950 w 90820"/>
                <a:gd name="connsiteY15" fmla="*/ 4556 h 92920"/>
                <a:gd name="connsiteX16" fmla="*/ 57296 w 90820"/>
                <a:gd name="connsiteY16" fmla="*/ 30469 h 92920"/>
                <a:gd name="connsiteX17" fmla="*/ 57296 w 90820"/>
                <a:gd name="connsiteY17" fmla="*/ 37959 h 92920"/>
                <a:gd name="connsiteX18" fmla="*/ 20243 w 90820"/>
                <a:gd name="connsiteY18" fmla="*/ 45247 h 92920"/>
                <a:gd name="connsiteX19" fmla="*/ 105 w 90820"/>
                <a:gd name="connsiteY19" fmla="*/ 71564 h 92920"/>
                <a:gd name="connsiteX20" fmla="*/ 32325 w 90820"/>
                <a:gd name="connsiteY20" fmla="*/ 93023 h 92920"/>
                <a:gd name="connsiteX21" fmla="*/ 58705 w 90820"/>
                <a:gd name="connsiteY21" fmla="*/ 75411 h 92920"/>
                <a:gd name="connsiteX22" fmla="*/ 57296 w 90820"/>
                <a:gd name="connsiteY22" fmla="*/ 42210 h 92920"/>
                <a:gd name="connsiteX23" fmla="*/ 57296 w 90820"/>
                <a:gd name="connsiteY23" fmla="*/ 62454 h 92920"/>
                <a:gd name="connsiteX24" fmla="*/ 33735 w 90820"/>
                <a:gd name="connsiteY24" fmla="*/ 88569 h 92920"/>
                <a:gd name="connsiteX25" fmla="*/ 15611 w 90820"/>
                <a:gd name="connsiteY25" fmla="*/ 71362 h 92920"/>
                <a:gd name="connsiteX26" fmla="*/ 57296 w 90820"/>
                <a:gd name="connsiteY26" fmla="*/ 422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05" y="75411"/>
                  </a:moveTo>
                  <a:cubicBezTo>
                    <a:pt x="59511" y="83508"/>
                    <a:pt x="64948" y="92011"/>
                    <a:pt x="74412" y="92011"/>
                  </a:cubicBezTo>
                  <a:cubicBezTo>
                    <a:pt x="78641" y="92011"/>
                    <a:pt x="90925" y="89177"/>
                    <a:pt x="90925" y="72779"/>
                  </a:cubicBezTo>
                  <a:lnTo>
                    <a:pt x="90925" y="61442"/>
                  </a:lnTo>
                  <a:lnTo>
                    <a:pt x="85891" y="61442"/>
                  </a:lnTo>
                  <a:lnTo>
                    <a:pt x="85891" y="72779"/>
                  </a:lnTo>
                  <a:cubicBezTo>
                    <a:pt x="85891" y="84520"/>
                    <a:pt x="80857" y="85735"/>
                    <a:pt x="78641" y="85735"/>
                  </a:cubicBezTo>
                  <a:cubicBezTo>
                    <a:pt x="71996" y="85735"/>
                    <a:pt x="71190" y="76625"/>
                    <a:pt x="71190" y="75613"/>
                  </a:cubicBezTo>
                  <a:lnTo>
                    <a:pt x="71190" y="35125"/>
                  </a:lnTo>
                  <a:cubicBezTo>
                    <a:pt x="71190" y="26622"/>
                    <a:pt x="71190" y="18727"/>
                    <a:pt x="63941" y="11237"/>
                  </a:cubicBezTo>
                  <a:cubicBezTo>
                    <a:pt x="56087" y="3342"/>
                    <a:pt x="46019" y="103"/>
                    <a:pt x="36353" y="103"/>
                  </a:cubicBezTo>
                  <a:cubicBezTo>
                    <a:pt x="19840" y="103"/>
                    <a:pt x="5945" y="9617"/>
                    <a:pt x="5945" y="22978"/>
                  </a:cubicBezTo>
                  <a:cubicBezTo>
                    <a:pt x="5945" y="29052"/>
                    <a:pt x="9972" y="32493"/>
                    <a:pt x="15208" y="32493"/>
                  </a:cubicBezTo>
                  <a:cubicBezTo>
                    <a:pt x="20847" y="32493"/>
                    <a:pt x="24471" y="28444"/>
                    <a:pt x="24471" y="23181"/>
                  </a:cubicBezTo>
                  <a:cubicBezTo>
                    <a:pt x="24471" y="20752"/>
                    <a:pt x="23465" y="14071"/>
                    <a:pt x="14201" y="13869"/>
                  </a:cubicBezTo>
                  <a:cubicBezTo>
                    <a:pt x="19638" y="6783"/>
                    <a:pt x="29506" y="4556"/>
                    <a:pt x="35950" y="4556"/>
                  </a:cubicBezTo>
                  <a:cubicBezTo>
                    <a:pt x="45817" y="4556"/>
                    <a:pt x="57296" y="12452"/>
                    <a:pt x="57296" y="30469"/>
                  </a:cubicBezTo>
                  <a:lnTo>
                    <a:pt x="57296" y="37959"/>
                  </a:lnTo>
                  <a:cubicBezTo>
                    <a:pt x="47025" y="38566"/>
                    <a:pt x="32929" y="39174"/>
                    <a:pt x="20243" y="45247"/>
                  </a:cubicBezTo>
                  <a:cubicBezTo>
                    <a:pt x="5139" y="52130"/>
                    <a:pt x="105" y="62657"/>
                    <a:pt x="105" y="71564"/>
                  </a:cubicBezTo>
                  <a:cubicBezTo>
                    <a:pt x="105" y="87962"/>
                    <a:pt x="19638" y="93023"/>
                    <a:pt x="32325" y="93023"/>
                  </a:cubicBezTo>
                  <a:cubicBezTo>
                    <a:pt x="45616" y="93023"/>
                    <a:pt x="54879" y="84925"/>
                    <a:pt x="58705" y="75411"/>
                  </a:cubicBezTo>
                  <a:close/>
                  <a:moveTo>
                    <a:pt x="57296" y="42210"/>
                  </a:moveTo>
                  <a:lnTo>
                    <a:pt x="57296" y="62454"/>
                  </a:lnTo>
                  <a:cubicBezTo>
                    <a:pt x="57296" y="81686"/>
                    <a:pt x="42797" y="88569"/>
                    <a:pt x="33735" y="88569"/>
                  </a:cubicBezTo>
                  <a:cubicBezTo>
                    <a:pt x="23867" y="88569"/>
                    <a:pt x="15611" y="81484"/>
                    <a:pt x="15611" y="71362"/>
                  </a:cubicBezTo>
                  <a:cubicBezTo>
                    <a:pt x="15611" y="60228"/>
                    <a:pt x="24069" y="43425"/>
                    <a:pt x="57296" y="422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8" name="Freeform 767">
              <a:extLst>
                <a:ext uri="{FF2B5EF4-FFF2-40B4-BE49-F238E27FC236}">
                  <a16:creationId xmlns:a16="http://schemas.microsoft.com/office/drawing/2014/main" id="{6F9676F7-2B54-B4E9-36D7-C808E06E42B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495637" y="4395961"/>
              <a:ext cx="67662" cy="89478"/>
            </a:xfrm>
            <a:custGeom>
              <a:avLst/>
              <a:gdLst>
                <a:gd name="connsiteX0" fmla="*/ 28101 w 67662"/>
                <a:gd name="connsiteY0" fmla="*/ 22371 h 89478"/>
                <a:gd name="connsiteX1" fmla="*/ 28101 w 67662"/>
                <a:gd name="connsiteY1" fmla="*/ 103 h 89478"/>
                <a:gd name="connsiteX2" fmla="*/ 110 w 67662"/>
                <a:gd name="connsiteY2" fmla="*/ 2329 h 89478"/>
                <a:gd name="connsiteX3" fmla="*/ 110 w 67662"/>
                <a:gd name="connsiteY3" fmla="*/ 8605 h 89478"/>
                <a:gd name="connsiteX4" fmla="*/ 15817 w 67662"/>
                <a:gd name="connsiteY4" fmla="*/ 19942 h 89478"/>
                <a:gd name="connsiteX5" fmla="*/ 15817 w 67662"/>
                <a:gd name="connsiteY5" fmla="*/ 74196 h 89478"/>
                <a:gd name="connsiteX6" fmla="*/ 110 w 67662"/>
                <a:gd name="connsiteY6" fmla="*/ 83306 h 89478"/>
                <a:gd name="connsiteX7" fmla="*/ 110 w 67662"/>
                <a:gd name="connsiteY7" fmla="*/ 89581 h 89478"/>
                <a:gd name="connsiteX8" fmla="*/ 23067 w 67662"/>
                <a:gd name="connsiteY8" fmla="*/ 88974 h 89478"/>
                <a:gd name="connsiteX9" fmla="*/ 48641 w 67662"/>
                <a:gd name="connsiteY9" fmla="*/ 89581 h 89478"/>
                <a:gd name="connsiteX10" fmla="*/ 48641 w 67662"/>
                <a:gd name="connsiteY10" fmla="*/ 83306 h 89478"/>
                <a:gd name="connsiteX11" fmla="*/ 44413 w 67662"/>
                <a:gd name="connsiteY11" fmla="*/ 83306 h 89478"/>
                <a:gd name="connsiteX12" fmla="*/ 29108 w 67662"/>
                <a:gd name="connsiteY12" fmla="*/ 73791 h 89478"/>
                <a:gd name="connsiteX13" fmla="*/ 29108 w 67662"/>
                <a:gd name="connsiteY13" fmla="*/ 42615 h 89478"/>
                <a:gd name="connsiteX14" fmla="*/ 52870 w 67662"/>
                <a:gd name="connsiteY14" fmla="*/ 4556 h 89478"/>
                <a:gd name="connsiteX15" fmla="*/ 55085 w 67662"/>
                <a:gd name="connsiteY15" fmla="*/ 4759 h 89478"/>
                <a:gd name="connsiteX16" fmla="*/ 50454 w 67662"/>
                <a:gd name="connsiteY16" fmla="*/ 12654 h 89478"/>
                <a:gd name="connsiteX17" fmla="*/ 59113 w 67662"/>
                <a:gd name="connsiteY17" fmla="*/ 21359 h 89478"/>
                <a:gd name="connsiteX18" fmla="*/ 67772 w 67662"/>
                <a:gd name="connsiteY18" fmla="*/ 12452 h 89478"/>
                <a:gd name="connsiteX19" fmla="*/ 52870 w 67662"/>
                <a:gd name="connsiteY19" fmla="*/ 103 h 89478"/>
                <a:gd name="connsiteX20" fmla="*/ 28101 w 67662"/>
                <a:gd name="connsiteY20" fmla="*/ 223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01" y="22371"/>
                  </a:moveTo>
                  <a:lnTo>
                    <a:pt x="28101" y="103"/>
                  </a:lnTo>
                  <a:lnTo>
                    <a:pt x="110" y="2329"/>
                  </a:lnTo>
                  <a:lnTo>
                    <a:pt x="110" y="8605"/>
                  </a:lnTo>
                  <a:cubicBezTo>
                    <a:pt x="14206" y="8605"/>
                    <a:pt x="15817" y="10022"/>
                    <a:pt x="15817" y="19942"/>
                  </a:cubicBezTo>
                  <a:lnTo>
                    <a:pt x="15817" y="74196"/>
                  </a:lnTo>
                  <a:cubicBezTo>
                    <a:pt x="15817" y="83306"/>
                    <a:pt x="13602" y="83306"/>
                    <a:pt x="110" y="83306"/>
                  </a:cubicBezTo>
                  <a:lnTo>
                    <a:pt x="110" y="89581"/>
                  </a:lnTo>
                  <a:cubicBezTo>
                    <a:pt x="7964" y="89379"/>
                    <a:pt x="17428" y="88974"/>
                    <a:pt x="23067" y="88974"/>
                  </a:cubicBezTo>
                  <a:cubicBezTo>
                    <a:pt x="31122" y="88974"/>
                    <a:pt x="40586" y="88974"/>
                    <a:pt x="48641" y="89581"/>
                  </a:cubicBezTo>
                  <a:lnTo>
                    <a:pt x="48641" y="83306"/>
                  </a:lnTo>
                  <a:lnTo>
                    <a:pt x="44413" y="83306"/>
                  </a:lnTo>
                  <a:cubicBezTo>
                    <a:pt x="29511" y="83306"/>
                    <a:pt x="29108" y="81079"/>
                    <a:pt x="29108" y="73791"/>
                  </a:cubicBezTo>
                  <a:lnTo>
                    <a:pt x="29108" y="42615"/>
                  </a:lnTo>
                  <a:cubicBezTo>
                    <a:pt x="29108" y="22574"/>
                    <a:pt x="37566" y="4556"/>
                    <a:pt x="52870" y="4556"/>
                  </a:cubicBezTo>
                  <a:cubicBezTo>
                    <a:pt x="54280" y="4556"/>
                    <a:pt x="54683" y="4556"/>
                    <a:pt x="55085" y="4759"/>
                  </a:cubicBezTo>
                  <a:cubicBezTo>
                    <a:pt x="54481" y="4961"/>
                    <a:pt x="50454" y="7390"/>
                    <a:pt x="50454" y="12654"/>
                  </a:cubicBezTo>
                  <a:cubicBezTo>
                    <a:pt x="50454" y="18322"/>
                    <a:pt x="54683" y="21359"/>
                    <a:pt x="59113" y="21359"/>
                  </a:cubicBezTo>
                  <a:cubicBezTo>
                    <a:pt x="62738" y="21359"/>
                    <a:pt x="67772" y="18930"/>
                    <a:pt x="67772" y="12452"/>
                  </a:cubicBezTo>
                  <a:cubicBezTo>
                    <a:pt x="67772" y="5973"/>
                    <a:pt x="61529" y="103"/>
                    <a:pt x="52870" y="103"/>
                  </a:cubicBezTo>
                  <a:cubicBezTo>
                    <a:pt x="38170" y="103"/>
                    <a:pt x="30920" y="13666"/>
                    <a:pt x="28101" y="223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69" name="Freeform 768">
              <a:extLst>
                <a:ext uri="{FF2B5EF4-FFF2-40B4-BE49-F238E27FC236}">
                  <a16:creationId xmlns:a16="http://schemas.microsoft.com/office/drawing/2014/main" id="{229A24E2-BAF0-5FB1-FB53-4B2863807BD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6572697" y="4360939"/>
              <a:ext cx="63030" cy="126727"/>
            </a:xfrm>
            <a:custGeom>
              <a:avLst/>
              <a:gdLst>
                <a:gd name="connsiteX0" fmla="*/ 31126 w 63030"/>
                <a:gd name="connsiteY0" fmla="*/ 43627 h 126727"/>
                <a:gd name="connsiteX1" fmla="*/ 59922 w 63030"/>
                <a:gd name="connsiteY1" fmla="*/ 43627 h 126727"/>
                <a:gd name="connsiteX2" fmla="*/ 59922 w 63030"/>
                <a:gd name="connsiteY2" fmla="*/ 37352 h 126727"/>
                <a:gd name="connsiteX3" fmla="*/ 31126 w 63030"/>
                <a:gd name="connsiteY3" fmla="*/ 37352 h 126727"/>
                <a:gd name="connsiteX4" fmla="*/ 31126 w 63030"/>
                <a:gd name="connsiteY4" fmla="*/ 103 h 126727"/>
                <a:gd name="connsiteX5" fmla="*/ 26091 w 63030"/>
                <a:gd name="connsiteY5" fmla="*/ 103 h 126727"/>
                <a:gd name="connsiteX6" fmla="*/ 114 w 63030"/>
                <a:gd name="connsiteY6" fmla="*/ 39174 h 126727"/>
                <a:gd name="connsiteX7" fmla="*/ 114 w 63030"/>
                <a:gd name="connsiteY7" fmla="*/ 43627 h 126727"/>
                <a:gd name="connsiteX8" fmla="*/ 17231 w 63030"/>
                <a:gd name="connsiteY8" fmla="*/ 43627 h 126727"/>
                <a:gd name="connsiteX9" fmla="*/ 17231 w 63030"/>
                <a:gd name="connsiteY9" fmla="*/ 99501 h 126727"/>
                <a:gd name="connsiteX10" fmla="*/ 43208 w 63030"/>
                <a:gd name="connsiteY10" fmla="*/ 126831 h 126727"/>
                <a:gd name="connsiteX11" fmla="*/ 63144 w 63030"/>
                <a:gd name="connsiteY11" fmla="*/ 99501 h 126727"/>
                <a:gd name="connsiteX12" fmla="*/ 63144 w 63030"/>
                <a:gd name="connsiteY12" fmla="*/ 87962 h 126727"/>
                <a:gd name="connsiteX13" fmla="*/ 58110 w 63030"/>
                <a:gd name="connsiteY13" fmla="*/ 87962 h 126727"/>
                <a:gd name="connsiteX14" fmla="*/ 58110 w 63030"/>
                <a:gd name="connsiteY14" fmla="*/ 99096 h 126727"/>
                <a:gd name="connsiteX15" fmla="*/ 44618 w 63030"/>
                <a:gd name="connsiteY15" fmla="*/ 121770 h 126727"/>
                <a:gd name="connsiteX16" fmla="*/ 31126 w 63030"/>
                <a:gd name="connsiteY16" fmla="*/ 99906 h 126727"/>
                <a:gd name="connsiteX17" fmla="*/ 31126 w 63030"/>
                <a:gd name="connsiteY17" fmla="*/ 436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26" y="43627"/>
                  </a:moveTo>
                  <a:lnTo>
                    <a:pt x="59922" y="43627"/>
                  </a:lnTo>
                  <a:lnTo>
                    <a:pt x="59922" y="37352"/>
                  </a:lnTo>
                  <a:lnTo>
                    <a:pt x="31126" y="37352"/>
                  </a:lnTo>
                  <a:lnTo>
                    <a:pt x="31126" y="103"/>
                  </a:lnTo>
                  <a:lnTo>
                    <a:pt x="26091" y="103"/>
                  </a:lnTo>
                  <a:cubicBezTo>
                    <a:pt x="25890" y="16703"/>
                    <a:pt x="19849" y="38364"/>
                    <a:pt x="114" y="39174"/>
                  </a:cubicBezTo>
                  <a:lnTo>
                    <a:pt x="114" y="43627"/>
                  </a:lnTo>
                  <a:lnTo>
                    <a:pt x="17231" y="43627"/>
                  </a:lnTo>
                  <a:lnTo>
                    <a:pt x="17231" y="99501"/>
                  </a:lnTo>
                  <a:cubicBezTo>
                    <a:pt x="17231" y="124401"/>
                    <a:pt x="35959" y="126831"/>
                    <a:pt x="43208" y="126831"/>
                  </a:cubicBezTo>
                  <a:cubicBezTo>
                    <a:pt x="57506" y="126831"/>
                    <a:pt x="63144" y="112457"/>
                    <a:pt x="63144" y="99501"/>
                  </a:cubicBezTo>
                  <a:lnTo>
                    <a:pt x="63144" y="87962"/>
                  </a:lnTo>
                  <a:lnTo>
                    <a:pt x="58110" y="87962"/>
                  </a:lnTo>
                  <a:lnTo>
                    <a:pt x="58110" y="99096"/>
                  </a:lnTo>
                  <a:cubicBezTo>
                    <a:pt x="58110" y="114077"/>
                    <a:pt x="52069" y="121770"/>
                    <a:pt x="44618" y="121770"/>
                  </a:cubicBezTo>
                  <a:cubicBezTo>
                    <a:pt x="31126" y="121770"/>
                    <a:pt x="31126" y="103347"/>
                    <a:pt x="31126" y="99906"/>
                  </a:cubicBezTo>
                  <a:lnTo>
                    <a:pt x="31126" y="436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0" name="Freeform 769">
              <a:extLst>
                <a:ext uri="{FF2B5EF4-FFF2-40B4-BE49-F238E27FC236}">
                  <a16:creationId xmlns:a16="http://schemas.microsoft.com/office/drawing/2014/main" id="{6DD174AA-9FB7-B8C8-399E-4727F2F4414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6653829" y="4350007"/>
              <a:ext cx="43094" cy="135432"/>
            </a:xfrm>
            <a:custGeom>
              <a:avLst/>
              <a:gdLst>
                <a:gd name="connsiteX0" fmla="*/ 29116 w 43094"/>
                <a:gd name="connsiteY0" fmla="*/ 46057 h 135432"/>
                <a:gd name="connsiteX1" fmla="*/ 923 w 43094"/>
                <a:gd name="connsiteY1" fmla="*/ 48284 h 135432"/>
                <a:gd name="connsiteX2" fmla="*/ 923 w 43094"/>
                <a:gd name="connsiteY2" fmla="*/ 54559 h 135432"/>
                <a:gd name="connsiteX3" fmla="*/ 15825 w 43094"/>
                <a:gd name="connsiteY3" fmla="*/ 65693 h 135432"/>
                <a:gd name="connsiteX4" fmla="*/ 15825 w 43094"/>
                <a:gd name="connsiteY4" fmla="*/ 120150 h 135432"/>
                <a:gd name="connsiteX5" fmla="*/ 118 w 43094"/>
                <a:gd name="connsiteY5" fmla="*/ 129260 h 135432"/>
                <a:gd name="connsiteX6" fmla="*/ 118 w 43094"/>
                <a:gd name="connsiteY6" fmla="*/ 135536 h 135432"/>
                <a:gd name="connsiteX7" fmla="*/ 22269 w 43094"/>
                <a:gd name="connsiteY7" fmla="*/ 134928 h 135432"/>
                <a:gd name="connsiteX8" fmla="*/ 43212 w 43094"/>
                <a:gd name="connsiteY8" fmla="*/ 135536 h 135432"/>
                <a:gd name="connsiteX9" fmla="*/ 43212 w 43094"/>
                <a:gd name="connsiteY9" fmla="*/ 129260 h 135432"/>
                <a:gd name="connsiteX10" fmla="*/ 29116 w 43094"/>
                <a:gd name="connsiteY10" fmla="*/ 120352 h 135432"/>
                <a:gd name="connsiteX11" fmla="*/ 29116 w 43094"/>
                <a:gd name="connsiteY11" fmla="*/ 46057 h 135432"/>
                <a:gd name="connsiteX12" fmla="*/ 29921 w 43094"/>
                <a:gd name="connsiteY12" fmla="*/ 10832 h 135432"/>
                <a:gd name="connsiteX13" fmla="*/ 19248 w 43094"/>
                <a:gd name="connsiteY13" fmla="*/ 103 h 135432"/>
                <a:gd name="connsiteX14" fmla="*/ 8576 w 43094"/>
                <a:gd name="connsiteY14" fmla="*/ 10832 h 135432"/>
                <a:gd name="connsiteX15" fmla="*/ 19248 w 43094"/>
                <a:gd name="connsiteY15" fmla="*/ 21561 h 135432"/>
                <a:gd name="connsiteX16" fmla="*/ 29921 w 43094"/>
                <a:gd name="connsiteY16" fmla="*/ 1083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16" y="46057"/>
                  </a:moveTo>
                  <a:lnTo>
                    <a:pt x="923" y="48284"/>
                  </a:lnTo>
                  <a:lnTo>
                    <a:pt x="923" y="54559"/>
                  </a:lnTo>
                  <a:cubicBezTo>
                    <a:pt x="14013" y="54559"/>
                    <a:pt x="15825" y="55774"/>
                    <a:pt x="15825" y="65693"/>
                  </a:cubicBezTo>
                  <a:lnTo>
                    <a:pt x="15825" y="120150"/>
                  </a:lnTo>
                  <a:cubicBezTo>
                    <a:pt x="15825" y="129260"/>
                    <a:pt x="13610" y="129260"/>
                    <a:pt x="118" y="129260"/>
                  </a:cubicBezTo>
                  <a:lnTo>
                    <a:pt x="118" y="135536"/>
                  </a:lnTo>
                  <a:cubicBezTo>
                    <a:pt x="6562" y="135333"/>
                    <a:pt x="17436" y="134928"/>
                    <a:pt x="22269" y="134928"/>
                  </a:cubicBezTo>
                  <a:cubicBezTo>
                    <a:pt x="29317" y="134928"/>
                    <a:pt x="36365" y="135333"/>
                    <a:pt x="43212" y="135536"/>
                  </a:cubicBezTo>
                  <a:lnTo>
                    <a:pt x="43212" y="129260"/>
                  </a:lnTo>
                  <a:cubicBezTo>
                    <a:pt x="29921" y="129260"/>
                    <a:pt x="29116" y="128248"/>
                    <a:pt x="29116" y="120352"/>
                  </a:cubicBezTo>
                  <a:lnTo>
                    <a:pt x="29116" y="46057"/>
                  </a:lnTo>
                  <a:close/>
                  <a:moveTo>
                    <a:pt x="29921" y="10832"/>
                  </a:moveTo>
                  <a:cubicBezTo>
                    <a:pt x="29921" y="4354"/>
                    <a:pt x="24887" y="103"/>
                    <a:pt x="19248" y="103"/>
                  </a:cubicBezTo>
                  <a:cubicBezTo>
                    <a:pt x="13006" y="103"/>
                    <a:pt x="8576" y="5569"/>
                    <a:pt x="8576" y="10832"/>
                  </a:cubicBezTo>
                  <a:cubicBezTo>
                    <a:pt x="8576" y="16298"/>
                    <a:pt x="13006" y="21561"/>
                    <a:pt x="19248" y="21561"/>
                  </a:cubicBezTo>
                  <a:cubicBezTo>
                    <a:pt x="24887" y="21561"/>
                    <a:pt x="29921" y="17310"/>
                    <a:pt x="29921" y="108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1" name="Freeform 770">
              <a:extLst>
                <a:ext uri="{FF2B5EF4-FFF2-40B4-BE49-F238E27FC236}">
                  <a16:creationId xmlns:a16="http://schemas.microsoft.com/office/drawing/2014/main" id="{C6D0139B-AF01-B5C8-6E8E-888C88899D95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6708559" y="4342719"/>
              <a:ext cx="100687" cy="142720"/>
            </a:xfrm>
            <a:custGeom>
              <a:avLst/>
              <a:gdLst>
                <a:gd name="connsiteX0" fmla="*/ 61137 w 100687"/>
                <a:gd name="connsiteY0" fmla="*/ 61847 h 142720"/>
                <a:gd name="connsiteX1" fmla="*/ 71810 w 100687"/>
                <a:gd name="connsiteY1" fmla="*/ 72779 h 142720"/>
                <a:gd name="connsiteX2" fmla="*/ 71810 w 100687"/>
                <a:gd name="connsiteY2" fmla="*/ 127438 h 142720"/>
                <a:gd name="connsiteX3" fmla="*/ 56103 w 100687"/>
                <a:gd name="connsiteY3" fmla="*/ 136548 h 142720"/>
                <a:gd name="connsiteX4" fmla="*/ 56103 w 100687"/>
                <a:gd name="connsiteY4" fmla="*/ 142823 h 142720"/>
                <a:gd name="connsiteX5" fmla="*/ 78456 w 100687"/>
                <a:gd name="connsiteY5" fmla="*/ 142216 h 142720"/>
                <a:gd name="connsiteX6" fmla="*/ 100808 w 100687"/>
                <a:gd name="connsiteY6" fmla="*/ 142823 h 142720"/>
                <a:gd name="connsiteX7" fmla="*/ 100808 w 100687"/>
                <a:gd name="connsiteY7" fmla="*/ 136548 h 142720"/>
                <a:gd name="connsiteX8" fmla="*/ 85101 w 100687"/>
                <a:gd name="connsiteY8" fmla="*/ 127438 h 142720"/>
                <a:gd name="connsiteX9" fmla="*/ 85101 w 100687"/>
                <a:gd name="connsiteY9" fmla="*/ 53142 h 142720"/>
                <a:gd name="connsiteX10" fmla="*/ 59728 w 100687"/>
                <a:gd name="connsiteY10" fmla="*/ 54964 h 142720"/>
                <a:gd name="connsiteX11" fmla="*/ 56103 w 100687"/>
                <a:gd name="connsiteY11" fmla="*/ 55369 h 142720"/>
                <a:gd name="connsiteX12" fmla="*/ 52478 w 100687"/>
                <a:gd name="connsiteY12" fmla="*/ 55571 h 142720"/>
                <a:gd name="connsiteX13" fmla="*/ 28716 w 100687"/>
                <a:gd name="connsiteY13" fmla="*/ 55571 h 142720"/>
                <a:gd name="connsiteX14" fmla="*/ 28716 w 100687"/>
                <a:gd name="connsiteY14" fmla="*/ 32696 h 142720"/>
                <a:gd name="connsiteX15" fmla="*/ 58519 w 100687"/>
                <a:gd name="connsiteY15" fmla="*/ 4556 h 142720"/>
                <a:gd name="connsiteX16" fmla="*/ 75838 w 100687"/>
                <a:gd name="connsiteY16" fmla="*/ 11237 h 142720"/>
                <a:gd name="connsiteX17" fmla="*/ 66373 w 100687"/>
                <a:gd name="connsiteY17" fmla="*/ 20549 h 142720"/>
                <a:gd name="connsiteX18" fmla="*/ 75435 w 100687"/>
                <a:gd name="connsiteY18" fmla="*/ 29861 h 142720"/>
                <a:gd name="connsiteX19" fmla="*/ 84698 w 100687"/>
                <a:gd name="connsiteY19" fmla="*/ 20549 h 142720"/>
                <a:gd name="connsiteX20" fmla="*/ 58721 w 100687"/>
                <a:gd name="connsiteY20" fmla="*/ 103 h 142720"/>
                <a:gd name="connsiteX21" fmla="*/ 16029 w 100687"/>
                <a:gd name="connsiteY21" fmla="*/ 32493 h 142720"/>
                <a:gd name="connsiteX22" fmla="*/ 16029 w 100687"/>
                <a:gd name="connsiteY22" fmla="*/ 55571 h 142720"/>
                <a:gd name="connsiteX23" fmla="*/ 121 w 100687"/>
                <a:gd name="connsiteY23" fmla="*/ 55571 h 142720"/>
                <a:gd name="connsiteX24" fmla="*/ 121 w 100687"/>
                <a:gd name="connsiteY24" fmla="*/ 61847 h 142720"/>
                <a:gd name="connsiteX25" fmla="*/ 16029 w 100687"/>
                <a:gd name="connsiteY25" fmla="*/ 61847 h 142720"/>
                <a:gd name="connsiteX26" fmla="*/ 16029 w 100687"/>
                <a:gd name="connsiteY26" fmla="*/ 127438 h 142720"/>
                <a:gd name="connsiteX27" fmla="*/ 322 w 100687"/>
                <a:gd name="connsiteY27" fmla="*/ 136548 h 142720"/>
                <a:gd name="connsiteX28" fmla="*/ 322 w 100687"/>
                <a:gd name="connsiteY28" fmla="*/ 142823 h 142720"/>
                <a:gd name="connsiteX29" fmla="*/ 22675 w 100687"/>
                <a:gd name="connsiteY29" fmla="*/ 142216 h 142720"/>
                <a:gd name="connsiteX30" fmla="*/ 45027 w 100687"/>
                <a:gd name="connsiteY30" fmla="*/ 142823 h 142720"/>
                <a:gd name="connsiteX31" fmla="*/ 45027 w 100687"/>
                <a:gd name="connsiteY31" fmla="*/ 136548 h 142720"/>
                <a:gd name="connsiteX32" fmla="*/ 29320 w 100687"/>
                <a:gd name="connsiteY32" fmla="*/ 127438 h 142720"/>
                <a:gd name="connsiteX33" fmla="*/ 29320 w 100687"/>
                <a:gd name="connsiteY33" fmla="*/ 61847 h 142720"/>
                <a:gd name="connsiteX34" fmla="*/ 61137 w 100687"/>
                <a:gd name="connsiteY34" fmla="*/ 61847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0687" h="142720">
                  <a:moveTo>
                    <a:pt x="61137" y="61847"/>
                  </a:moveTo>
                  <a:cubicBezTo>
                    <a:pt x="70401" y="61847"/>
                    <a:pt x="71810" y="64479"/>
                    <a:pt x="71810" y="72779"/>
                  </a:cubicBezTo>
                  <a:lnTo>
                    <a:pt x="71810" y="127438"/>
                  </a:lnTo>
                  <a:cubicBezTo>
                    <a:pt x="71810" y="136548"/>
                    <a:pt x="69595" y="136548"/>
                    <a:pt x="56103" y="136548"/>
                  </a:cubicBezTo>
                  <a:lnTo>
                    <a:pt x="56103" y="142823"/>
                  </a:lnTo>
                  <a:cubicBezTo>
                    <a:pt x="62748" y="142621"/>
                    <a:pt x="73421" y="142216"/>
                    <a:pt x="78456" y="142216"/>
                  </a:cubicBezTo>
                  <a:cubicBezTo>
                    <a:pt x="83490" y="142216"/>
                    <a:pt x="93357" y="142621"/>
                    <a:pt x="100808" y="142823"/>
                  </a:cubicBezTo>
                  <a:lnTo>
                    <a:pt x="100808" y="136548"/>
                  </a:lnTo>
                  <a:cubicBezTo>
                    <a:pt x="87316" y="136548"/>
                    <a:pt x="85101" y="136548"/>
                    <a:pt x="85101" y="127438"/>
                  </a:cubicBezTo>
                  <a:lnTo>
                    <a:pt x="85101" y="53142"/>
                  </a:lnTo>
                  <a:lnTo>
                    <a:pt x="59728" y="54964"/>
                  </a:lnTo>
                  <a:cubicBezTo>
                    <a:pt x="56506" y="55167"/>
                    <a:pt x="56304" y="55369"/>
                    <a:pt x="56103" y="55369"/>
                  </a:cubicBezTo>
                  <a:cubicBezTo>
                    <a:pt x="55700" y="55571"/>
                    <a:pt x="55297" y="55571"/>
                    <a:pt x="52478" y="55571"/>
                  </a:cubicBezTo>
                  <a:lnTo>
                    <a:pt x="28716" y="55571"/>
                  </a:lnTo>
                  <a:lnTo>
                    <a:pt x="28716" y="32696"/>
                  </a:lnTo>
                  <a:cubicBezTo>
                    <a:pt x="28716" y="12654"/>
                    <a:pt x="46034" y="4556"/>
                    <a:pt x="58519" y="4556"/>
                  </a:cubicBezTo>
                  <a:cubicBezTo>
                    <a:pt x="64561" y="4556"/>
                    <a:pt x="71810" y="6581"/>
                    <a:pt x="75838" y="11237"/>
                  </a:cubicBezTo>
                  <a:cubicBezTo>
                    <a:pt x="67581" y="11642"/>
                    <a:pt x="66373" y="17310"/>
                    <a:pt x="66373" y="20549"/>
                  </a:cubicBezTo>
                  <a:cubicBezTo>
                    <a:pt x="66373" y="27230"/>
                    <a:pt x="71609" y="29861"/>
                    <a:pt x="75435" y="29861"/>
                  </a:cubicBezTo>
                  <a:cubicBezTo>
                    <a:pt x="80067" y="29861"/>
                    <a:pt x="84698" y="26622"/>
                    <a:pt x="84698" y="20549"/>
                  </a:cubicBezTo>
                  <a:cubicBezTo>
                    <a:pt x="84698" y="8605"/>
                    <a:pt x="73623" y="103"/>
                    <a:pt x="58721" y="103"/>
                  </a:cubicBezTo>
                  <a:cubicBezTo>
                    <a:pt x="39993" y="103"/>
                    <a:pt x="16029" y="10427"/>
                    <a:pt x="16029" y="32493"/>
                  </a:cubicBezTo>
                  <a:lnTo>
                    <a:pt x="16029" y="55571"/>
                  </a:lnTo>
                  <a:lnTo>
                    <a:pt x="121" y="55571"/>
                  </a:lnTo>
                  <a:lnTo>
                    <a:pt x="121" y="61847"/>
                  </a:lnTo>
                  <a:lnTo>
                    <a:pt x="16029" y="61847"/>
                  </a:lnTo>
                  <a:lnTo>
                    <a:pt x="16029" y="127438"/>
                  </a:lnTo>
                  <a:cubicBezTo>
                    <a:pt x="16029" y="136548"/>
                    <a:pt x="13814" y="136548"/>
                    <a:pt x="322" y="136548"/>
                  </a:cubicBezTo>
                  <a:lnTo>
                    <a:pt x="322" y="142823"/>
                  </a:lnTo>
                  <a:cubicBezTo>
                    <a:pt x="6967" y="142621"/>
                    <a:pt x="17640" y="142216"/>
                    <a:pt x="22675" y="142216"/>
                  </a:cubicBezTo>
                  <a:cubicBezTo>
                    <a:pt x="27709" y="142216"/>
                    <a:pt x="37576" y="142621"/>
                    <a:pt x="45027" y="142823"/>
                  </a:cubicBezTo>
                  <a:lnTo>
                    <a:pt x="45027" y="136548"/>
                  </a:lnTo>
                  <a:cubicBezTo>
                    <a:pt x="31535" y="136548"/>
                    <a:pt x="29320" y="136548"/>
                    <a:pt x="29320" y="127438"/>
                  </a:cubicBezTo>
                  <a:lnTo>
                    <a:pt x="29320" y="61847"/>
                  </a:lnTo>
                  <a:lnTo>
                    <a:pt x="61137" y="6184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2" name="Freeform 771">
              <a:extLst>
                <a:ext uri="{FF2B5EF4-FFF2-40B4-BE49-F238E27FC236}">
                  <a16:creationId xmlns:a16="http://schemas.microsoft.com/office/drawing/2014/main" id="{898AE11E-6FBD-5DD8-61FD-E30C2F548E31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821844" y="4394747"/>
              <a:ext cx="76724" cy="92920"/>
            </a:xfrm>
            <a:custGeom>
              <a:avLst/>
              <a:gdLst>
                <a:gd name="connsiteX0" fmla="*/ 16840 w 76724"/>
                <a:gd name="connsiteY0" fmla="*/ 46664 h 92920"/>
                <a:gd name="connsiteX1" fmla="*/ 44026 w 76724"/>
                <a:gd name="connsiteY1" fmla="*/ 5164 h 92920"/>
                <a:gd name="connsiteX2" fmla="*/ 65573 w 76724"/>
                <a:gd name="connsiteY2" fmla="*/ 12654 h 92920"/>
                <a:gd name="connsiteX3" fmla="*/ 56108 w 76724"/>
                <a:gd name="connsiteY3" fmla="*/ 21966 h 92920"/>
                <a:gd name="connsiteX4" fmla="*/ 65372 w 76724"/>
                <a:gd name="connsiteY4" fmla="*/ 31279 h 92920"/>
                <a:gd name="connsiteX5" fmla="*/ 74635 w 76724"/>
                <a:gd name="connsiteY5" fmla="*/ 21764 h 92920"/>
                <a:gd name="connsiteX6" fmla="*/ 43825 w 76724"/>
                <a:gd name="connsiteY6" fmla="*/ 103 h 92920"/>
                <a:gd name="connsiteX7" fmla="*/ 126 w 76724"/>
                <a:gd name="connsiteY7" fmla="*/ 47069 h 92920"/>
                <a:gd name="connsiteX8" fmla="*/ 43422 w 76724"/>
                <a:gd name="connsiteY8" fmla="*/ 93023 h 92920"/>
                <a:gd name="connsiteX9" fmla="*/ 76850 w 76724"/>
                <a:gd name="connsiteY9" fmla="*/ 66706 h 92920"/>
                <a:gd name="connsiteX10" fmla="*/ 74232 w 76724"/>
                <a:gd name="connsiteY10" fmla="*/ 64681 h 92920"/>
                <a:gd name="connsiteX11" fmla="*/ 71614 w 76724"/>
                <a:gd name="connsiteY11" fmla="*/ 66706 h 92920"/>
                <a:gd name="connsiteX12" fmla="*/ 45234 w 76724"/>
                <a:gd name="connsiteY12" fmla="*/ 87962 h 92920"/>
                <a:gd name="connsiteX13" fmla="*/ 16840 w 76724"/>
                <a:gd name="connsiteY13" fmla="*/ 46664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724" h="92920">
                  <a:moveTo>
                    <a:pt x="16840" y="46664"/>
                  </a:moveTo>
                  <a:cubicBezTo>
                    <a:pt x="16840" y="13666"/>
                    <a:pt x="33353" y="5164"/>
                    <a:pt x="44026" y="5164"/>
                  </a:cubicBezTo>
                  <a:cubicBezTo>
                    <a:pt x="45838" y="5164"/>
                    <a:pt x="58525" y="5366"/>
                    <a:pt x="65573" y="12654"/>
                  </a:cubicBezTo>
                  <a:cubicBezTo>
                    <a:pt x="57317" y="13261"/>
                    <a:pt x="56108" y="19334"/>
                    <a:pt x="56108" y="21966"/>
                  </a:cubicBezTo>
                  <a:cubicBezTo>
                    <a:pt x="56108" y="27230"/>
                    <a:pt x="59733" y="31279"/>
                    <a:pt x="65372" y="31279"/>
                  </a:cubicBezTo>
                  <a:cubicBezTo>
                    <a:pt x="70607" y="31279"/>
                    <a:pt x="74635" y="27837"/>
                    <a:pt x="74635" y="21764"/>
                  </a:cubicBezTo>
                  <a:cubicBezTo>
                    <a:pt x="74635" y="7998"/>
                    <a:pt x="59330" y="103"/>
                    <a:pt x="43825" y="103"/>
                  </a:cubicBezTo>
                  <a:cubicBezTo>
                    <a:pt x="18653" y="103"/>
                    <a:pt x="126" y="21966"/>
                    <a:pt x="126" y="47069"/>
                  </a:cubicBezTo>
                  <a:cubicBezTo>
                    <a:pt x="126" y="72981"/>
                    <a:pt x="20062" y="93023"/>
                    <a:pt x="43422" y="93023"/>
                  </a:cubicBezTo>
                  <a:cubicBezTo>
                    <a:pt x="70406" y="93023"/>
                    <a:pt x="76850" y="68730"/>
                    <a:pt x="76850" y="66706"/>
                  </a:cubicBezTo>
                  <a:cubicBezTo>
                    <a:pt x="76850" y="64681"/>
                    <a:pt x="74836" y="64681"/>
                    <a:pt x="74232" y="64681"/>
                  </a:cubicBezTo>
                  <a:cubicBezTo>
                    <a:pt x="72420" y="64681"/>
                    <a:pt x="72017" y="65491"/>
                    <a:pt x="71614" y="66706"/>
                  </a:cubicBezTo>
                  <a:cubicBezTo>
                    <a:pt x="65774" y="85533"/>
                    <a:pt x="52685" y="87962"/>
                    <a:pt x="45234" y="87962"/>
                  </a:cubicBezTo>
                  <a:cubicBezTo>
                    <a:pt x="34561" y="87962"/>
                    <a:pt x="16840" y="79257"/>
                    <a:pt x="16840" y="46664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DAC953E4-4228-783C-6E8D-97F0D5431B6A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6912956" y="4394747"/>
              <a:ext cx="90820" cy="92920"/>
            </a:xfrm>
            <a:custGeom>
              <a:avLst/>
              <a:gdLst>
                <a:gd name="connsiteX0" fmla="*/ 58731 w 90820"/>
                <a:gd name="connsiteY0" fmla="*/ 75411 h 92920"/>
                <a:gd name="connsiteX1" fmla="*/ 74438 w 90820"/>
                <a:gd name="connsiteY1" fmla="*/ 92011 h 92920"/>
                <a:gd name="connsiteX2" fmla="*/ 90951 w 90820"/>
                <a:gd name="connsiteY2" fmla="*/ 72779 h 92920"/>
                <a:gd name="connsiteX3" fmla="*/ 90951 w 90820"/>
                <a:gd name="connsiteY3" fmla="*/ 61442 h 92920"/>
                <a:gd name="connsiteX4" fmla="*/ 85916 w 90820"/>
                <a:gd name="connsiteY4" fmla="*/ 61442 h 92920"/>
                <a:gd name="connsiteX5" fmla="*/ 85916 w 90820"/>
                <a:gd name="connsiteY5" fmla="*/ 72779 h 92920"/>
                <a:gd name="connsiteX6" fmla="*/ 78667 w 90820"/>
                <a:gd name="connsiteY6" fmla="*/ 85735 h 92920"/>
                <a:gd name="connsiteX7" fmla="*/ 71216 w 90820"/>
                <a:gd name="connsiteY7" fmla="*/ 75613 h 92920"/>
                <a:gd name="connsiteX8" fmla="*/ 71216 w 90820"/>
                <a:gd name="connsiteY8" fmla="*/ 35125 h 92920"/>
                <a:gd name="connsiteX9" fmla="*/ 63966 w 90820"/>
                <a:gd name="connsiteY9" fmla="*/ 11237 h 92920"/>
                <a:gd name="connsiteX10" fmla="*/ 36378 w 90820"/>
                <a:gd name="connsiteY10" fmla="*/ 103 h 92920"/>
                <a:gd name="connsiteX11" fmla="*/ 5970 w 90820"/>
                <a:gd name="connsiteY11" fmla="*/ 22978 h 92920"/>
                <a:gd name="connsiteX12" fmla="*/ 15234 w 90820"/>
                <a:gd name="connsiteY12" fmla="*/ 32493 h 92920"/>
                <a:gd name="connsiteX13" fmla="*/ 24497 w 90820"/>
                <a:gd name="connsiteY13" fmla="*/ 23181 h 92920"/>
                <a:gd name="connsiteX14" fmla="*/ 14227 w 90820"/>
                <a:gd name="connsiteY14" fmla="*/ 13869 h 92920"/>
                <a:gd name="connsiteX15" fmla="*/ 35975 w 90820"/>
                <a:gd name="connsiteY15" fmla="*/ 4556 h 92920"/>
                <a:gd name="connsiteX16" fmla="*/ 57321 w 90820"/>
                <a:gd name="connsiteY16" fmla="*/ 30469 h 92920"/>
                <a:gd name="connsiteX17" fmla="*/ 57321 w 90820"/>
                <a:gd name="connsiteY17" fmla="*/ 37959 h 92920"/>
                <a:gd name="connsiteX18" fmla="*/ 20268 w 90820"/>
                <a:gd name="connsiteY18" fmla="*/ 45247 h 92920"/>
                <a:gd name="connsiteX19" fmla="*/ 130 w 90820"/>
                <a:gd name="connsiteY19" fmla="*/ 71564 h 92920"/>
                <a:gd name="connsiteX20" fmla="*/ 32351 w 90820"/>
                <a:gd name="connsiteY20" fmla="*/ 93023 h 92920"/>
                <a:gd name="connsiteX21" fmla="*/ 58731 w 90820"/>
                <a:gd name="connsiteY21" fmla="*/ 75411 h 92920"/>
                <a:gd name="connsiteX22" fmla="*/ 57321 w 90820"/>
                <a:gd name="connsiteY22" fmla="*/ 42210 h 92920"/>
                <a:gd name="connsiteX23" fmla="*/ 57321 w 90820"/>
                <a:gd name="connsiteY23" fmla="*/ 62454 h 92920"/>
                <a:gd name="connsiteX24" fmla="*/ 33760 w 90820"/>
                <a:gd name="connsiteY24" fmla="*/ 88569 h 92920"/>
                <a:gd name="connsiteX25" fmla="*/ 15636 w 90820"/>
                <a:gd name="connsiteY25" fmla="*/ 71362 h 92920"/>
                <a:gd name="connsiteX26" fmla="*/ 57321 w 90820"/>
                <a:gd name="connsiteY26" fmla="*/ 422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31" y="75411"/>
                  </a:moveTo>
                  <a:cubicBezTo>
                    <a:pt x="59536" y="83508"/>
                    <a:pt x="64973" y="92011"/>
                    <a:pt x="74438" y="92011"/>
                  </a:cubicBezTo>
                  <a:cubicBezTo>
                    <a:pt x="78667" y="92011"/>
                    <a:pt x="90951" y="89177"/>
                    <a:pt x="90951" y="72779"/>
                  </a:cubicBezTo>
                  <a:lnTo>
                    <a:pt x="90951" y="61442"/>
                  </a:lnTo>
                  <a:lnTo>
                    <a:pt x="85916" y="61442"/>
                  </a:lnTo>
                  <a:lnTo>
                    <a:pt x="85916" y="72779"/>
                  </a:lnTo>
                  <a:cubicBezTo>
                    <a:pt x="85916" y="84520"/>
                    <a:pt x="80882" y="85735"/>
                    <a:pt x="78667" y="85735"/>
                  </a:cubicBezTo>
                  <a:cubicBezTo>
                    <a:pt x="72021" y="85735"/>
                    <a:pt x="71216" y="76625"/>
                    <a:pt x="71216" y="75613"/>
                  </a:cubicBezTo>
                  <a:lnTo>
                    <a:pt x="71216" y="35125"/>
                  </a:lnTo>
                  <a:cubicBezTo>
                    <a:pt x="71216" y="26622"/>
                    <a:pt x="71216" y="18727"/>
                    <a:pt x="63966" y="11237"/>
                  </a:cubicBezTo>
                  <a:cubicBezTo>
                    <a:pt x="56113" y="3342"/>
                    <a:pt x="46044" y="103"/>
                    <a:pt x="36378" y="103"/>
                  </a:cubicBezTo>
                  <a:cubicBezTo>
                    <a:pt x="19865" y="103"/>
                    <a:pt x="5970" y="9617"/>
                    <a:pt x="5970" y="22978"/>
                  </a:cubicBezTo>
                  <a:cubicBezTo>
                    <a:pt x="5970" y="29052"/>
                    <a:pt x="9998" y="32493"/>
                    <a:pt x="15234" y="32493"/>
                  </a:cubicBezTo>
                  <a:cubicBezTo>
                    <a:pt x="20872" y="32493"/>
                    <a:pt x="24497" y="28444"/>
                    <a:pt x="24497" y="23181"/>
                  </a:cubicBezTo>
                  <a:cubicBezTo>
                    <a:pt x="24497" y="20752"/>
                    <a:pt x="23490" y="14071"/>
                    <a:pt x="14227" y="13869"/>
                  </a:cubicBezTo>
                  <a:cubicBezTo>
                    <a:pt x="19664" y="6783"/>
                    <a:pt x="29531" y="4556"/>
                    <a:pt x="35975" y="4556"/>
                  </a:cubicBezTo>
                  <a:cubicBezTo>
                    <a:pt x="45843" y="4556"/>
                    <a:pt x="57321" y="12452"/>
                    <a:pt x="57321" y="30469"/>
                  </a:cubicBezTo>
                  <a:lnTo>
                    <a:pt x="57321" y="37959"/>
                  </a:lnTo>
                  <a:cubicBezTo>
                    <a:pt x="47051" y="38566"/>
                    <a:pt x="32955" y="39174"/>
                    <a:pt x="20268" y="45247"/>
                  </a:cubicBezTo>
                  <a:cubicBezTo>
                    <a:pt x="5165" y="52130"/>
                    <a:pt x="130" y="62657"/>
                    <a:pt x="130" y="71564"/>
                  </a:cubicBezTo>
                  <a:cubicBezTo>
                    <a:pt x="130" y="87962"/>
                    <a:pt x="19664" y="93023"/>
                    <a:pt x="32351" y="93023"/>
                  </a:cubicBezTo>
                  <a:cubicBezTo>
                    <a:pt x="45641" y="93023"/>
                    <a:pt x="54905" y="84925"/>
                    <a:pt x="58731" y="75411"/>
                  </a:cubicBezTo>
                  <a:close/>
                  <a:moveTo>
                    <a:pt x="57321" y="42210"/>
                  </a:moveTo>
                  <a:lnTo>
                    <a:pt x="57321" y="62454"/>
                  </a:lnTo>
                  <a:cubicBezTo>
                    <a:pt x="57321" y="81686"/>
                    <a:pt x="42822" y="88569"/>
                    <a:pt x="33760" y="88569"/>
                  </a:cubicBezTo>
                  <a:cubicBezTo>
                    <a:pt x="23893" y="88569"/>
                    <a:pt x="15636" y="81484"/>
                    <a:pt x="15636" y="71362"/>
                  </a:cubicBezTo>
                  <a:cubicBezTo>
                    <a:pt x="15636" y="60228"/>
                    <a:pt x="24094" y="43425"/>
                    <a:pt x="57321" y="422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4" name="Freeform 773">
              <a:extLst>
                <a:ext uri="{FF2B5EF4-FFF2-40B4-BE49-F238E27FC236}">
                  <a16:creationId xmlns:a16="http://schemas.microsoft.com/office/drawing/2014/main" id="{A683D3A8-63F9-DCC5-76CF-BC03E68BC870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011831" y="4344946"/>
              <a:ext cx="44705" cy="140493"/>
            </a:xfrm>
            <a:custGeom>
              <a:avLst/>
              <a:gdLst>
                <a:gd name="connsiteX0" fmla="*/ 29134 w 44705"/>
                <a:gd name="connsiteY0" fmla="*/ 103 h 140493"/>
                <a:gd name="connsiteX1" fmla="*/ 135 w 44705"/>
                <a:gd name="connsiteY1" fmla="*/ 2329 h 140493"/>
                <a:gd name="connsiteX2" fmla="*/ 135 w 44705"/>
                <a:gd name="connsiteY2" fmla="*/ 8605 h 140493"/>
                <a:gd name="connsiteX3" fmla="*/ 15843 w 44705"/>
                <a:gd name="connsiteY3" fmla="*/ 19942 h 140493"/>
                <a:gd name="connsiteX4" fmla="*/ 15843 w 44705"/>
                <a:gd name="connsiteY4" fmla="*/ 125211 h 140493"/>
                <a:gd name="connsiteX5" fmla="*/ 135 w 44705"/>
                <a:gd name="connsiteY5" fmla="*/ 134321 h 140493"/>
                <a:gd name="connsiteX6" fmla="*/ 135 w 44705"/>
                <a:gd name="connsiteY6" fmla="*/ 140597 h 140493"/>
                <a:gd name="connsiteX7" fmla="*/ 22488 w 44705"/>
                <a:gd name="connsiteY7" fmla="*/ 139989 h 140493"/>
                <a:gd name="connsiteX8" fmla="*/ 44841 w 44705"/>
                <a:gd name="connsiteY8" fmla="*/ 140597 h 140493"/>
                <a:gd name="connsiteX9" fmla="*/ 44841 w 44705"/>
                <a:gd name="connsiteY9" fmla="*/ 134321 h 140493"/>
                <a:gd name="connsiteX10" fmla="*/ 29134 w 44705"/>
                <a:gd name="connsiteY10" fmla="*/ 125211 h 140493"/>
                <a:gd name="connsiteX11" fmla="*/ 29134 w 44705"/>
                <a:gd name="connsiteY11" fmla="*/ 103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34" y="103"/>
                  </a:moveTo>
                  <a:lnTo>
                    <a:pt x="135" y="2329"/>
                  </a:lnTo>
                  <a:lnTo>
                    <a:pt x="135" y="8605"/>
                  </a:lnTo>
                  <a:cubicBezTo>
                    <a:pt x="14232" y="8605"/>
                    <a:pt x="15843" y="10022"/>
                    <a:pt x="15843" y="19942"/>
                  </a:cubicBezTo>
                  <a:lnTo>
                    <a:pt x="15843" y="125211"/>
                  </a:lnTo>
                  <a:cubicBezTo>
                    <a:pt x="15843" y="134321"/>
                    <a:pt x="13628" y="134321"/>
                    <a:pt x="135" y="134321"/>
                  </a:cubicBezTo>
                  <a:lnTo>
                    <a:pt x="135" y="140597"/>
                  </a:lnTo>
                  <a:cubicBezTo>
                    <a:pt x="6781" y="140394"/>
                    <a:pt x="17454" y="139989"/>
                    <a:pt x="22488" y="139989"/>
                  </a:cubicBezTo>
                  <a:cubicBezTo>
                    <a:pt x="27523" y="139989"/>
                    <a:pt x="37390" y="140394"/>
                    <a:pt x="44841" y="140597"/>
                  </a:cubicBezTo>
                  <a:lnTo>
                    <a:pt x="44841" y="134321"/>
                  </a:lnTo>
                  <a:cubicBezTo>
                    <a:pt x="31349" y="134321"/>
                    <a:pt x="29134" y="134321"/>
                    <a:pt x="29134" y="125211"/>
                  </a:cubicBezTo>
                  <a:lnTo>
                    <a:pt x="29134" y="10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5" name="Freeform 774">
              <a:extLst>
                <a:ext uri="{FF2B5EF4-FFF2-40B4-BE49-F238E27FC236}">
                  <a16:creationId xmlns:a16="http://schemas.microsoft.com/office/drawing/2014/main" id="{FCE3C6D3-80CD-FBD9-5034-E3E2771B5BE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7134693" y="4395961"/>
              <a:ext cx="101291" cy="89478"/>
            </a:xfrm>
            <a:custGeom>
              <a:avLst/>
              <a:gdLst>
                <a:gd name="connsiteX0" fmla="*/ 15849 w 101291"/>
                <a:gd name="connsiteY0" fmla="*/ 19942 h 89478"/>
                <a:gd name="connsiteX1" fmla="*/ 15849 w 101291"/>
                <a:gd name="connsiteY1" fmla="*/ 74196 h 89478"/>
                <a:gd name="connsiteX2" fmla="*/ 142 w 101291"/>
                <a:gd name="connsiteY2" fmla="*/ 83306 h 89478"/>
                <a:gd name="connsiteX3" fmla="*/ 142 w 101291"/>
                <a:gd name="connsiteY3" fmla="*/ 89581 h 89478"/>
                <a:gd name="connsiteX4" fmla="*/ 22897 w 101291"/>
                <a:gd name="connsiteY4" fmla="*/ 88974 h 89478"/>
                <a:gd name="connsiteX5" fmla="*/ 45451 w 101291"/>
                <a:gd name="connsiteY5" fmla="*/ 89581 h 89478"/>
                <a:gd name="connsiteX6" fmla="*/ 45451 w 101291"/>
                <a:gd name="connsiteY6" fmla="*/ 83306 h 89478"/>
                <a:gd name="connsiteX7" fmla="*/ 29744 w 101291"/>
                <a:gd name="connsiteY7" fmla="*/ 74196 h 89478"/>
                <a:gd name="connsiteX8" fmla="*/ 29744 w 101291"/>
                <a:gd name="connsiteY8" fmla="*/ 36947 h 89478"/>
                <a:gd name="connsiteX9" fmla="*/ 56929 w 101291"/>
                <a:gd name="connsiteY9" fmla="*/ 4556 h 89478"/>
                <a:gd name="connsiteX10" fmla="*/ 71831 w 101291"/>
                <a:gd name="connsiteY10" fmla="*/ 27027 h 89478"/>
                <a:gd name="connsiteX11" fmla="*/ 71831 w 101291"/>
                <a:gd name="connsiteY11" fmla="*/ 74196 h 89478"/>
                <a:gd name="connsiteX12" fmla="*/ 56124 w 101291"/>
                <a:gd name="connsiteY12" fmla="*/ 83306 h 89478"/>
                <a:gd name="connsiteX13" fmla="*/ 56124 w 101291"/>
                <a:gd name="connsiteY13" fmla="*/ 89581 h 89478"/>
                <a:gd name="connsiteX14" fmla="*/ 78879 w 101291"/>
                <a:gd name="connsiteY14" fmla="*/ 88974 h 89478"/>
                <a:gd name="connsiteX15" fmla="*/ 101433 w 101291"/>
                <a:gd name="connsiteY15" fmla="*/ 89581 h 89478"/>
                <a:gd name="connsiteX16" fmla="*/ 101433 w 101291"/>
                <a:gd name="connsiteY16" fmla="*/ 83306 h 89478"/>
                <a:gd name="connsiteX17" fmla="*/ 85726 w 101291"/>
                <a:gd name="connsiteY17" fmla="*/ 77233 h 89478"/>
                <a:gd name="connsiteX18" fmla="*/ 85726 w 101291"/>
                <a:gd name="connsiteY18" fmla="*/ 38566 h 89478"/>
                <a:gd name="connsiteX19" fmla="*/ 79483 w 101291"/>
                <a:gd name="connsiteY19" fmla="*/ 7593 h 89478"/>
                <a:gd name="connsiteX20" fmla="*/ 58339 w 101291"/>
                <a:gd name="connsiteY20" fmla="*/ 103 h 89478"/>
                <a:gd name="connsiteX21" fmla="*/ 28535 w 101291"/>
                <a:gd name="connsiteY21" fmla="*/ 21359 h 89478"/>
                <a:gd name="connsiteX22" fmla="*/ 28535 w 101291"/>
                <a:gd name="connsiteY22" fmla="*/ 103 h 89478"/>
                <a:gd name="connsiteX23" fmla="*/ 142 w 101291"/>
                <a:gd name="connsiteY23" fmla="*/ 2329 h 89478"/>
                <a:gd name="connsiteX24" fmla="*/ 142 w 101291"/>
                <a:gd name="connsiteY24" fmla="*/ 8605 h 89478"/>
                <a:gd name="connsiteX25" fmla="*/ 15849 w 101291"/>
                <a:gd name="connsiteY25" fmla="*/ 1994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49" y="19942"/>
                  </a:moveTo>
                  <a:lnTo>
                    <a:pt x="15849" y="74196"/>
                  </a:lnTo>
                  <a:cubicBezTo>
                    <a:pt x="15849" y="83306"/>
                    <a:pt x="13634" y="83306"/>
                    <a:pt x="142" y="83306"/>
                  </a:cubicBezTo>
                  <a:lnTo>
                    <a:pt x="142" y="89581"/>
                  </a:lnTo>
                  <a:cubicBezTo>
                    <a:pt x="7190" y="89379"/>
                    <a:pt x="17460" y="88974"/>
                    <a:pt x="22897" y="88974"/>
                  </a:cubicBezTo>
                  <a:cubicBezTo>
                    <a:pt x="28133" y="88974"/>
                    <a:pt x="38604" y="89379"/>
                    <a:pt x="45451" y="89581"/>
                  </a:cubicBezTo>
                  <a:lnTo>
                    <a:pt x="45451" y="83306"/>
                  </a:lnTo>
                  <a:cubicBezTo>
                    <a:pt x="31959" y="83306"/>
                    <a:pt x="29744" y="83306"/>
                    <a:pt x="29744" y="74196"/>
                  </a:cubicBezTo>
                  <a:lnTo>
                    <a:pt x="29744" y="36947"/>
                  </a:lnTo>
                  <a:cubicBezTo>
                    <a:pt x="29744" y="15893"/>
                    <a:pt x="44041" y="4556"/>
                    <a:pt x="56929" y="4556"/>
                  </a:cubicBezTo>
                  <a:cubicBezTo>
                    <a:pt x="69616" y="4556"/>
                    <a:pt x="71831" y="15488"/>
                    <a:pt x="71831" y="27027"/>
                  </a:cubicBezTo>
                  <a:lnTo>
                    <a:pt x="71831" y="74196"/>
                  </a:lnTo>
                  <a:cubicBezTo>
                    <a:pt x="71831" y="83306"/>
                    <a:pt x="69616" y="83306"/>
                    <a:pt x="56124" y="83306"/>
                  </a:cubicBezTo>
                  <a:lnTo>
                    <a:pt x="56124" y="89581"/>
                  </a:lnTo>
                  <a:cubicBezTo>
                    <a:pt x="63172" y="89379"/>
                    <a:pt x="73442" y="88974"/>
                    <a:pt x="78879" y="88974"/>
                  </a:cubicBezTo>
                  <a:cubicBezTo>
                    <a:pt x="84115" y="88974"/>
                    <a:pt x="94587" y="89379"/>
                    <a:pt x="101433" y="89581"/>
                  </a:cubicBezTo>
                  <a:lnTo>
                    <a:pt x="101433" y="83306"/>
                  </a:lnTo>
                  <a:cubicBezTo>
                    <a:pt x="90962" y="83306"/>
                    <a:pt x="85927" y="83306"/>
                    <a:pt x="85726" y="77233"/>
                  </a:cubicBezTo>
                  <a:lnTo>
                    <a:pt x="85726" y="38566"/>
                  </a:lnTo>
                  <a:cubicBezTo>
                    <a:pt x="85726" y="21156"/>
                    <a:pt x="85726" y="14881"/>
                    <a:pt x="79483" y="7593"/>
                  </a:cubicBezTo>
                  <a:cubicBezTo>
                    <a:pt x="76664" y="4151"/>
                    <a:pt x="70019" y="103"/>
                    <a:pt x="58339" y="103"/>
                  </a:cubicBezTo>
                  <a:cubicBezTo>
                    <a:pt x="43639" y="103"/>
                    <a:pt x="34174" y="8808"/>
                    <a:pt x="28535" y="21359"/>
                  </a:cubicBezTo>
                  <a:lnTo>
                    <a:pt x="28535" y="103"/>
                  </a:lnTo>
                  <a:lnTo>
                    <a:pt x="142" y="2329"/>
                  </a:lnTo>
                  <a:lnTo>
                    <a:pt x="142" y="8605"/>
                  </a:lnTo>
                  <a:cubicBezTo>
                    <a:pt x="14238" y="8605"/>
                    <a:pt x="15849" y="10022"/>
                    <a:pt x="15849" y="1994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759B45E1-602B-D602-F698-69EFE16B3B58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7245763" y="4394747"/>
              <a:ext cx="77932" cy="92920"/>
            </a:xfrm>
            <a:custGeom>
              <a:avLst/>
              <a:gdLst>
                <a:gd name="connsiteX0" fmla="*/ 17063 w 77932"/>
                <a:gd name="connsiteY0" fmla="*/ 39781 h 92920"/>
                <a:gd name="connsiteX1" fmla="*/ 42033 w 77932"/>
                <a:gd name="connsiteY1" fmla="*/ 4556 h 92920"/>
                <a:gd name="connsiteX2" fmla="*/ 64789 w 77932"/>
                <a:gd name="connsiteY2" fmla="*/ 39781 h 92920"/>
                <a:gd name="connsiteX3" fmla="*/ 17063 w 77932"/>
                <a:gd name="connsiteY3" fmla="*/ 39781 h 92920"/>
                <a:gd name="connsiteX4" fmla="*/ 16861 w 77932"/>
                <a:gd name="connsiteY4" fmla="*/ 44032 h 92920"/>
                <a:gd name="connsiteX5" fmla="*/ 73045 w 77932"/>
                <a:gd name="connsiteY5" fmla="*/ 44032 h 92920"/>
                <a:gd name="connsiteX6" fmla="*/ 78079 w 77932"/>
                <a:gd name="connsiteY6" fmla="*/ 39781 h 92920"/>
                <a:gd name="connsiteX7" fmla="*/ 42033 w 77932"/>
                <a:gd name="connsiteY7" fmla="*/ 103 h 92920"/>
                <a:gd name="connsiteX8" fmla="*/ 147 w 77932"/>
                <a:gd name="connsiteY8" fmla="*/ 46259 h 92920"/>
                <a:gd name="connsiteX9" fmla="*/ 44450 w 77932"/>
                <a:gd name="connsiteY9" fmla="*/ 93023 h 92920"/>
                <a:gd name="connsiteX10" fmla="*/ 78079 w 77932"/>
                <a:gd name="connsiteY10" fmla="*/ 66706 h 92920"/>
                <a:gd name="connsiteX11" fmla="*/ 75461 w 77932"/>
                <a:gd name="connsiteY11" fmla="*/ 64276 h 92920"/>
                <a:gd name="connsiteX12" fmla="*/ 72844 w 77932"/>
                <a:gd name="connsiteY12" fmla="*/ 67111 h 92920"/>
                <a:gd name="connsiteX13" fmla="*/ 45658 w 77932"/>
                <a:gd name="connsiteY13" fmla="*/ 87962 h 92920"/>
                <a:gd name="connsiteX14" fmla="*/ 22902 w 77932"/>
                <a:gd name="connsiteY14" fmla="*/ 74398 h 92920"/>
                <a:gd name="connsiteX15" fmla="*/ 16861 w 77932"/>
                <a:gd name="connsiteY15" fmla="*/ 440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63" y="39781"/>
                  </a:moveTo>
                  <a:cubicBezTo>
                    <a:pt x="18271" y="9617"/>
                    <a:pt x="35186" y="4556"/>
                    <a:pt x="42033" y="4556"/>
                  </a:cubicBezTo>
                  <a:cubicBezTo>
                    <a:pt x="62775" y="4556"/>
                    <a:pt x="64789" y="31886"/>
                    <a:pt x="64789" y="39781"/>
                  </a:cubicBezTo>
                  <a:lnTo>
                    <a:pt x="17063" y="39781"/>
                  </a:lnTo>
                  <a:close/>
                  <a:moveTo>
                    <a:pt x="16861" y="44032"/>
                  </a:moveTo>
                  <a:lnTo>
                    <a:pt x="73045" y="44032"/>
                  </a:lnTo>
                  <a:cubicBezTo>
                    <a:pt x="77475" y="44032"/>
                    <a:pt x="78079" y="44032"/>
                    <a:pt x="78079" y="39781"/>
                  </a:cubicBezTo>
                  <a:cubicBezTo>
                    <a:pt x="78079" y="19739"/>
                    <a:pt x="67205" y="103"/>
                    <a:pt x="42033" y="103"/>
                  </a:cubicBezTo>
                  <a:cubicBezTo>
                    <a:pt x="18674" y="103"/>
                    <a:pt x="147" y="20954"/>
                    <a:pt x="147" y="46259"/>
                  </a:cubicBezTo>
                  <a:cubicBezTo>
                    <a:pt x="147" y="73386"/>
                    <a:pt x="21291" y="93023"/>
                    <a:pt x="44450" y="93023"/>
                  </a:cubicBezTo>
                  <a:cubicBezTo>
                    <a:pt x="69017" y="93023"/>
                    <a:pt x="78079" y="70552"/>
                    <a:pt x="78079" y="66706"/>
                  </a:cubicBezTo>
                  <a:cubicBezTo>
                    <a:pt x="78079" y="64681"/>
                    <a:pt x="76468" y="64276"/>
                    <a:pt x="75461" y="64276"/>
                  </a:cubicBezTo>
                  <a:cubicBezTo>
                    <a:pt x="73649" y="64276"/>
                    <a:pt x="73246" y="65491"/>
                    <a:pt x="72844" y="67111"/>
                  </a:cubicBezTo>
                  <a:cubicBezTo>
                    <a:pt x="65795" y="87962"/>
                    <a:pt x="47672" y="87962"/>
                    <a:pt x="45658" y="87962"/>
                  </a:cubicBezTo>
                  <a:cubicBezTo>
                    <a:pt x="35589" y="87962"/>
                    <a:pt x="27534" y="81889"/>
                    <a:pt x="22902" y="74398"/>
                  </a:cubicBezTo>
                  <a:cubicBezTo>
                    <a:pt x="16861" y="64681"/>
                    <a:pt x="16861" y="51320"/>
                    <a:pt x="16861" y="440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7" name="Freeform 776">
              <a:extLst>
                <a:ext uri="{FF2B5EF4-FFF2-40B4-BE49-F238E27FC236}">
                  <a16:creationId xmlns:a16="http://schemas.microsoft.com/office/drawing/2014/main" id="{593EF075-7E61-E801-E3E5-EE57BFFF757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7336069" y="4395961"/>
              <a:ext cx="101291" cy="91705"/>
            </a:xfrm>
            <a:custGeom>
              <a:avLst/>
              <a:gdLst>
                <a:gd name="connsiteX0" fmla="*/ 72445 w 101291"/>
                <a:gd name="connsiteY0" fmla="*/ 73589 h 91705"/>
                <a:gd name="connsiteX1" fmla="*/ 72445 w 101291"/>
                <a:gd name="connsiteY1" fmla="*/ 91808 h 91705"/>
                <a:gd name="connsiteX2" fmla="*/ 101443 w 101291"/>
                <a:gd name="connsiteY2" fmla="*/ 89581 h 91705"/>
                <a:gd name="connsiteX3" fmla="*/ 101443 w 101291"/>
                <a:gd name="connsiteY3" fmla="*/ 83306 h 91705"/>
                <a:gd name="connsiteX4" fmla="*/ 85736 w 101291"/>
                <a:gd name="connsiteY4" fmla="*/ 71969 h 91705"/>
                <a:gd name="connsiteX5" fmla="*/ 85736 w 101291"/>
                <a:gd name="connsiteY5" fmla="*/ 103 h 91705"/>
                <a:gd name="connsiteX6" fmla="*/ 56134 w 101291"/>
                <a:gd name="connsiteY6" fmla="*/ 2329 h 91705"/>
                <a:gd name="connsiteX7" fmla="*/ 56134 w 101291"/>
                <a:gd name="connsiteY7" fmla="*/ 8605 h 91705"/>
                <a:gd name="connsiteX8" fmla="*/ 71841 w 101291"/>
                <a:gd name="connsiteY8" fmla="*/ 19942 h 91705"/>
                <a:gd name="connsiteX9" fmla="*/ 71841 w 101291"/>
                <a:gd name="connsiteY9" fmla="*/ 55976 h 91705"/>
                <a:gd name="connsiteX10" fmla="*/ 47475 w 101291"/>
                <a:gd name="connsiteY10" fmla="*/ 87355 h 91705"/>
                <a:gd name="connsiteX11" fmla="*/ 29754 w 101291"/>
                <a:gd name="connsiteY11" fmla="*/ 67313 h 91705"/>
                <a:gd name="connsiteX12" fmla="*/ 29754 w 101291"/>
                <a:gd name="connsiteY12" fmla="*/ 103 h 91705"/>
                <a:gd name="connsiteX13" fmla="*/ 152 w 101291"/>
                <a:gd name="connsiteY13" fmla="*/ 2329 h 91705"/>
                <a:gd name="connsiteX14" fmla="*/ 152 w 101291"/>
                <a:gd name="connsiteY14" fmla="*/ 8605 h 91705"/>
                <a:gd name="connsiteX15" fmla="*/ 15859 w 101291"/>
                <a:gd name="connsiteY15" fmla="*/ 27230 h 91705"/>
                <a:gd name="connsiteX16" fmla="*/ 15859 w 101291"/>
                <a:gd name="connsiteY16" fmla="*/ 57596 h 91705"/>
                <a:gd name="connsiteX17" fmla="*/ 46468 w 101291"/>
                <a:gd name="connsiteY17" fmla="*/ 91808 h 91705"/>
                <a:gd name="connsiteX18" fmla="*/ 72445 w 101291"/>
                <a:gd name="connsiteY18" fmla="*/ 73589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445" y="73589"/>
                  </a:moveTo>
                  <a:lnTo>
                    <a:pt x="72445" y="91808"/>
                  </a:lnTo>
                  <a:lnTo>
                    <a:pt x="101443" y="89581"/>
                  </a:lnTo>
                  <a:lnTo>
                    <a:pt x="101443" y="83306"/>
                  </a:lnTo>
                  <a:cubicBezTo>
                    <a:pt x="87347" y="83306"/>
                    <a:pt x="85736" y="81889"/>
                    <a:pt x="85736" y="71969"/>
                  </a:cubicBezTo>
                  <a:lnTo>
                    <a:pt x="85736" y="103"/>
                  </a:lnTo>
                  <a:lnTo>
                    <a:pt x="56134" y="2329"/>
                  </a:lnTo>
                  <a:lnTo>
                    <a:pt x="56134" y="8605"/>
                  </a:lnTo>
                  <a:cubicBezTo>
                    <a:pt x="70230" y="8605"/>
                    <a:pt x="71841" y="10022"/>
                    <a:pt x="71841" y="19942"/>
                  </a:cubicBezTo>
                  <a:lnTo>
                    <a:pt x="71841" y="55976"/>
                  </a:lnTo>
                  <a:cubicBezTo>
                    <a:pt x="71841" y="73589"/>
                    <a:pt x="62175" y="87355"/>
                    <a:pt x="47475" y="87355"/>
                  </a:cubicBezTo>
                  <a:cubicBezTo>
                    <a:pt x="30559" y="87355"/>
                    <a:pt x="29754" y="77840"/>
                    <a:pt x="29754" y="67313"/>
                  </a:cubicBezTo>
                  <a:lnTo>
                    <a:pt x="29754" y="103"/>
                  </a:lnTo>
                  <a:lnTo>
                    <a:pt x="152" y="2329"/>
                  </a:lnTo>
                  <a:lnTo>
                    <a:pt x="152" y="8605"/>
                  </a:lnTo>
                  <a:cubicBezTo>
                    <a:pt x="15859" y="8605"/>
                    <a:pt x="15859" y="9212"/>
                    <a:pt x="15859" y="27230"/>
                  </a:cubicBezTo>
                  <a:lnTo>
                    <a:pt x="15859" y="57596"/>
                  </a:lnTo>
                  <a:cubicBezTo>
                    <a:pt x="15859" y="73386"/>
                    <a:pt x="15859" y="91808"/>
                    <a:pt x="46468" y="91808"/>
                  </a:cubicBezTo>
                  <a:cubicBezTo>
                    <a:pt x="57745" y="91808"/>
                    <a:pt x="66605" y="86140"/>
                    <a:pt x="72445" y="73589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433BD00E-CF6B-B86E-341A-5B4B583411F2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447139" y="4395961"/>
              <a:ext cx="67662" cy="89478"/>
            </a:xfrm>
            <a:custGeom>
              <a:avLst/>
              <a:gdLst>
                <a:gd name="connsiteX0" fmla="*/ 28148 w 67662"/>
                <a:gd name="connsiteY0" fmla="*/ 22371 h 89478"/>
                <a:gd name="connsiteX1" fmla="*/ 28148 w 67662"/>
                <a:gd name="connsiteY1" fmla="*/ 103 h 89478"/>
                <a:gd name="connsiteX2" fmla="*/ 157 w 67662"/>
                <a:gd name="connsiteY2" fmla="*/ 2329 h 89478"/>
                <a:gd name="connsiteX3" fmla="*/ 157 w 67662"/>
                <a:gd name="connsiteY3" fmla="*/ 8605 h 89478"/>
                <a:gd name="connsiteX4" fmla="*/ 15864 w 67662"/>
                <a:gd name="connsiteY4" fmla="*/ 19942 h 89478"/>
                <a:gd name="connsiteX5" fmla="*/ 15864 w 67662"/>
                <a:gd name="connsiteY5" fmla="*/ 74196 h 89478"/>
                <a:gd name="connsiteX6" fmla="*/ 157 w 67662"/>
                <a:gd name="connsiteY6" fmla="*/ 83306 h 89478"/>
                <a:gd name="connsiteX7" fmla="*/ 157 w 67662"/>
                <a:gd name="connsiteY7" fmla="*/ 89581 h 89478"/>
                <a:gd name="connsiteX8" fmla="*/ 23114 w 67662"/>
                <a:gd name="connsiteY8" fmla="*/ 88974 h 89478"/>
                <a:gd name="connsiteX9" fmla="*/ 48689 w 67662"/>
                <a:gd name="connsiteY9" fmla="*/ 89581 h 89478"/>
                <a:gd name="connsiteX10" fmla="*/ 48689 w 67662"/>
                <a:gd name="connsiteY10" fmla="*/ 83306 h 89478"/>
                <a:gd name="connsiteX11" fmla="*/ 44460 w 67662"/>
                <a:gd name="connsiteY11" fmla="*/ 83306 h 89478"/>
                <a:gd name="connsiteX12" fmla="*/ 29155 w 67662"/>
                <a:gd name="connsiteY12" fmla="*/ 73791 h 89478"/>
                <a:gd name="connsiteX13" fmla="*/ 29155 w 67662"/>
                <a:gd name="connsiteY13" fmla="*/ 42615 h 89478"/>
                <a:gd name="connsiteX14" fmla="*/ 52917 w 67662"/>
                <a:gd name="connsiteY14" fmla="*/ 4556 h 89478"/>
                <a:gd name="connsiteX15" fmla="*/ 55133 w 67662"/>
                <a:gd name="connsiteY15" fmla="*/ 4759 h 89478"/>
                <a:gd name="connsiteX16" fmla="*/ 50501 w 67662"/>
                <a:gd name="connsiteY16" fmla="*/ 12654 h 89478"/>
                <a:gd name="connsiteX17" fmla="*/ 59160 w 67662"/>
                <a:gd name="connsiteY17" fmla="*/ 21359 h 89478"/>
                <a:gd name="connsiteX18" fmla="*/ 67819 w 67662"/>
                <a:gd name="connsiteY18" fmla="*/ 12452 h 89478"/>
                <a:gd name="connsiteX19" fmla="*/ 52917 w 67662"/>
                <a:gd name="connsiteY19" fmla="*/ 103 h 89478"/>
                <a:gd name="connsiteX20" fmla="*/ 28148 w 67662"/>
                <a:gd name="connsiteY20" fmla="*/ 223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48" y="22371"/>
                  </a:moveTo>
                  <a:lnTo>
                    <a:pt x="28148" y="103"/>
                  </a:lnTo>
                  <a:lnTo>
                    <a:pt x="157" y="2329"/>
                  </a:lnTo>
                  <a:lnTo>
                    <a:pt x="157" y="8605"/>
                  </a:lnTo>
                  <a:cubicBezTo>
                    <a:pt x="14253" y="8605"/>
                    <a:pt x="15864" y="10022"/>
                    <a:pt x="15864" y="19942"/>
                  </a:cubicBezTo>
                  <a:lnTo>
                    <a:pt x="15864" y="74196"/>
                  </a:lnTo>
                  <a:cubicBezTo>
                    <a:pt x="15864" y="83306"/>
                    <a:pt x="13649" y="83306"/>
                    <a:pt x="157" y="83306"/>
                  </a:cubicBezTo>
                  <a:lnTo>
                    <a:pt x="157" y="89581"/>
                  </a:lnTo>
                  <a:cubicBezTo>
                    <a:pt x="8011" y="89379"/>
                    <a:pt x="17475" y="88974"/>
                    <a:pt x="23114" y="88974"/>
                  </a:cubicBezTo>
                  <a:cubicBezTo>
                    <a:pt x="31169" y="88974"/>
                    <a:pt x="40634" y="88974"/>
                    <a:pt x="48689" y="89581"/>
                  </a:cubicBezTo>
                  <a:lnTo>
                    <a:pt x="48689" y="83306"/>
                  </a:lnTo>
                  <a:lnTo>
                    <a:pt x="44460" y="83306"/>
                  </a:lnTo>
                  <a:cubicBezTo>
                    <a:pt x="29558" y="83306"/>
                    <a:pt x="29155" y="81079"/>
                    <a:pt x="29155" y="73791"/>
                  </a:cubicBezTo>
                  <a:lnTo>
                    <a:pt x="29155" y="42615"/>
                  </a:lnTo>
                  <a:cubicBezTo>
                    <a:pt x="29155" y="22574"/>
                    <a:pt x="37613" y="4556"/>
                    <a:pt x="52917" y="4556"/>
                  </a:cubicBezTo>
                  <a:cubicBezTo>
                    <a:pt x="54327" y="4556"/>
                    <a:pt x="54730" y="4556"/>
                    <a:pt x="55133" y="4759"/>
                  </a:cubicBezTo>
                  <a:cubicBezTo>
                    <a:pt x="54528" y="4961"/>
                    <a:pt x="50501" y="7390"/>
                    <a:pt x="50501" y="12654"/>
                  </a:cubicBezTo>
                  <a:cubicBezTo>
                    <a:pt x="50501" y="18322"/>
                    <a:pt x="54730" y="21359"/>
                    <a:pt x="59160" y="21359"/>
                  </a:cubicBezTo>
                  <a:cubicBezTo>
                    <a:pt x="62785" y="21359"/>
                    <a:pt x="67819" y="18930"/>
                    <a:pt x="67819" y="12452"/>
                  </a:cubicBezTo>
                  <a:cubicBezTo>
                    <a:pt x="67819" y="5973"/>
                    <a:pt x="61577" y="103"/>
                    <a:pt x="52917" y="103"/>
                  </a:cubicBezTo>
                  <a:cubicBezTo>
                    <a:pt x="38217" y="103"/>
                    <a:pt x="30967" y="13666"/>
                    <a:pt x="28148" y="223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79" name="Freeform 778">
              <a:extLst>
                <a:ext uri="{FF2B5EF4-FFF2-40B4-BE49-F238E27FC236}">
                  <a16:creationId xmlns:a16="http://schemas.microsoft.com/office/drawing/2014/main" id="{34272FD8-9A55-E131-2841-BE3C0A70C97C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7528830" y="4394747"/>
              <a:ext cx="90820" cy="92920"/>
            </a:xfrm>
            <a:custGeom>
              <a:avLst/>
              <a:gdLst>
                <a:gd name="connsiteX0" fmla="*/ 58761 w 90820"/>
                <a:gd name="connsiteY0" fmla="*/ 75411 h 92920"/>
                <a:gd name="connsiteX1" fmla="*/ 74468 w 90820"/>
                <a:gd name="connsiteY1" fmla="*/ 92011 h 92920"/>
                <a:gd name="connsiteX2" fmla="*/ 90981 w 90820"/>
                <a:gd name="connsiteY2" fmla="*/ 72779 h 92920"/>
                <a:gd name="connsiteX3" fmla="*/ 90981 w 90820"/>
                <a:gd name="connsiteY3" fmla="*/ 61442 h 92920"/>
                <a:gd name="connsiteX4" fmla="*/ 85947 w 90820"/>
                <a:gd name="connsiteY4" fmla="*/ 61442 h 92920"/>
                <a:gd name="connsiteX5" fmla="*/ 85947 w 90820"/>
                <a:gd name="connsiteY5" fmla="*/ 72779 h 92920"/>
                <a:gd name="connsiteX6" fmla="*/ 78697 w 90820"/>
                <a:gd name="connsiteY6" fmla="*/ 85735 h 92920"/>
                <a:gd name="connsiteX7" fmla="*/ 71246 w 90820"/>
                <a:gd name="connsiteY7" fmla="*/ 75613 h 92920"/>
                <a:gd name="connsiteX8" fmla="*/ 71246 w 90820"/>
                <a:gd name="connsiteY8" fmla="*/ 35125 h 92920"/>
                <a:gd name="connsiteX9" fmla="*/ 63997 w 90820"/>
                <a:gd name="connsiteY9" fmla="*/ 11237 h 92920"/>
                <a:gd name="connsiteX10" fmla="*/ 36409 w 90820"/>
                <a:gd name="connsiteY10" fmla="*/ 103 h 92920"/>
                <a:gd name="connsiteX11" fmla="*/ 6001 w 90820"/>
                <a:gd name="connsiteY11" fmla="*/ 22978 h 92920"/>
                <a:gd name="connsiteX12" fmla="*/ 15264 w 90820"/>
                <a:gd name="connsiteY12" fmla="*/ 32493 h 92920"/>
                <a:gd name="connsiteX13" fmla="*/ 24527 w 90820"/>
                <a:gd name="connsiteY13" fmla="*/ 23181 h 92920"/>
                <a:gd name="connsiteX14" fmla="*/ 14257 w 90820"/>
                <a:gd name="connsiteY14" fmla="*/ 13869 h 92920"/>
                <a:gd name="connsiteX15" fmla="*/ 36006 w 90820"/>
                <a:gd name="connsiteY15" fmla="*/ 4556 h 92920"/>
                <a:gd name="connsiteX16" fmla="*/ 57352 w 90820"/>
                <a:gd name="connsiteY16" fmla="*/ 30469 h 92920"/>
                <a:gd name="connsiteX17" fmla="*/ 57352 w 90820"/>
                <a:gd name="connsiteY17" fmla="*/ 37959 h 92920"/>
                <a:gd name="connsiteX18" fmla="*/ 20298 w 90820"/>
                <a:gd name="connsiteY18" fmla="*/ 45247 h 92920"/>
                <a:gd name="connsiteX19" fmla="*/ 161 w 90820"/>
                <a:gd name="connsiteY19" fmla="*/ 71564 h 92920"/>
                <a:gd name="connsiteX20" fmla="*/ 32381 w 90820"/>
                <a:gd name="connsiteY20" fmla="*/ 93023 h 92920"/>
                <a:gd name="connsiteX21" fmla="*/ 58761 w 90820"/>
                <a:gd name="connsiteY21" fmla="*/ 75411 h 92920"/>
                <a:gd name="connsiteX22" fmla="*/ 57352 w 90820"/>
                <a:gd name="connsiteY22" fmla="*/ 42210 h 92920"/>
                <a:gd name="connsiteX23" fmla="*/ 57352 w 90820"/>
                <a:gd name="connsiteY23" fmla="*/ 62454 h 92920"/>
                <a:gd name="connsiteX24" fmla="*/ 33791 w 90820"/>
                <a:gd name="connsiteY24" fmla="*/ 88569 h 92920"/>
                <a:gd name="connsiteX25" fmla="*/ 15667 w 90820"/>
                <a:gd name="connsiteY25" fmla="*/ 71362 h 92920"/>
                <a:gd name="connsiteX26" fmla="*/ 57352 w 90820"/>
                <a:gd name="connsiteY26" fmla="*/ 422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61" y="75411"/>
                  </a:moveTo>
                  <a:cubicBezTo>
                    <a:pt x="59567" y="83508"/>
                    <a:pt x="65004" y="92011"/>
                    <a:pt x="74468" y="92011"/>
                  </a:cubicBezTo>
                  <a:cubicBezTo>
                    <a:pt x="78697" y="92011"/>
                    <a:pt x="90981" y="89177"/>
                    <a:pt x="90981" y="72779"/>
                  </a:cubicBezTo>
                  <a:lnTo>
                    <a:pt x="90981" y="61442"/>
                  </a:lnTo>
                  <a:lnTo>
                    <a:pt x="85947" y="61442"/>
                  </a:lnTo>
                  <a:lnTo>
                    <a:pt x="85947" y="72779"/>
                  </a:lnTo>
                  <a:cubicBezTo>
                    <a:pt x="85947" y="84520"/>
                    <a:pt x="80912" y="85735"/>
                    <a:pt x="78697" y="85735"/>
                  </a:cubicBezTo>
                  <a:cubicBezTo>
                    <a:pt x="72052" y="85735"/>
                    <a:pt x="71246" y="76625"/>
                    <a:pt x="71246" y="75613"/>
                  </a:cubicBezTo>
                  <a:lnTo>
                    <a:pt x="71246" y="35125"/>
                  </a:lnTo>
                  <a:cubicBezTo>
                    <a:pt x="71246" y="26622"/>
                    <a:pt x="71246" y="18727"/>
                    <a:pt x="63997" y="11237"/>
                  </a:cubicBezTo>
                  <a:cubicBezTo>
                    <a:pt x="56143" y="3342"/>
                    <a:pt x="46075" y="103"/>
                    <a:pt x="36409" y="103"/>
                  </a:cubicBezTo>
                  <a:cubicBezTo>
                    <a:pt x="19896" y="103"/>
                    <a:pt x="6001" y="9617"/>
                    <a:pt x="6001" y="22978"/>
                  </a:cubicBezTo>
                  <a:cubicBezTo>
                    <a:pt x="6001" y="29052"/>
                    <a:pt x="10028" y="32493"/>
                    <a:pt x="15264" y="32493"/>
                  </a:cubicBezTo>
                  <a:cubicBezTo>
                    <a:pt x="20903" y="32493"/>
                    <a:pt x="24527" y="28444"/>
                    <a:pt x="24527" y="23181"/>
                  </a:cubicBezTo>
                  <a:cubicBezTo>
                    <a:pt x="24527" y="20752"/>
                    <a:pt x="23520" y="14071"/>
                    <a:pt x="14257" y="13869"/>
                  </a:cubicBezTo>
                  <a:cubicBezTo>
                    <a:pt x="19694" y="6783"/>
                    <a:pt x="29562" y="4556"/>
                    <a:pt x="36006" y="4556"/>
                  </a:cubicBezTo>
                  <a:cubicBezTo>
                    <a:pt x="45873" y="4556"/>
                    <a:pt x="57352" y="12452"/>
                    <a:pt x="57352" y="30469"/>
                  </a:cubicBezTo>
                  <a:lnTo>
                    <a:pt x="57352" y="37959"/>
                  </a:lnTo>
                  <a:cubicBezTo>
                    <a:pt x="47081" y="38566"/>
                    <a:pt x="32985" y="39174"/>
                    <a:pt x="20298" y="45247"/>
                  </a:cubicBezTo>
                  <a:cubicBezTo>
                    <a:pt x="5195" y="52130"/>
                    <a:pt x="161" y="62657"/>
                    <a:pt x="161" y="71564"/>
                  </a:cubicBezTo>
                  <a:cubicBezTo>
                    <a:pt x="161" y="87962"/>
                    <a:pt x="19694" y="93023"/>
                    <a:pt x="32381" y="93023"/>
                  </a:cubicBezTo>
                  <a:cubicBezTo>
                    <a:pt x="45672" y="93023"/>
                    <a:pt x="54935" y="84925"/>
                    <a:pt x="58761" y="75411"/>
                  </a:cubicBezTo>
                  <a:close/>
                  <a:moveTo>
                    <a:pt x="57352" y="42210"/>
                  </a:moveTo>
                  <a:lnTo>
                    <a:pt x="57352" y="62454"/>
                  </a:lnTo>
                  <a:cubicBezTo>
                    <a:pt x="57352" y="81686"/>
                    <a:pt x="42853" y="88569"/>
                    <a:pt x="33791" y="88569"/>
                  </a:cubicBezTo>
                  <a:cubicBezTo>
                    <a:pt x="23923" y="88569"/>
                    <a:pt x="15667" y="81484"/>
                    <a:pt x="15667" y="71362"/>
                  </a:cubicBezTo>
                  <a:cubicBezTo>
                    <a:pt x="15667" y="60228"/>
                    <a:pt x="24125" y="43425"/>
                    <a:pt x="57352" y="422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B8572C97-A30A-722A-194E-F0DA70861799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627706" y="4344946"/>
              <a:ext cx="44705" cy="140493"/>
            </a:xfrm>
            <a:custGeom>
              <a:avLst/>
              <a:gdLst>
                <a:gd name="connsiteX0" fmla="*/ 29164 w 44705"/>
                <a:gd name="connsiteY0" fmla="*/ 103 h 140493"/>
                <a:gd name="connsiteX1" fmla="*/ 166 w 44705"/>
                <a:gd name="connsiteY1" fmla="*/ 2329 h 140493"/>
                <a:gd name="connsiteX2" fmla="*/ 166 w 44705"/>
                <a:gd name="connsiteY2" fmla="*/ 8605 h 140493"/>
                <a:gd name="connsiteX3" fmla="*/ 15873 w 44705"/>
                <a:gd name="connsiteY3" fmla="*/ 19942 h 140493"/>
                <a:gd name="connsiteX4" fmla="*/ 15873 w 44705"/>
                <a:gd name="connsiteY4" fmla="*/ 125211 h 140493"/>
                <a:gd name="connsiteX5" fmla="*/ 166 w 44705"/>
                <a:gd name="connsiteY5" fmla="*/ 134321 h 140493"/>
                <a:gd name="connsiteX6" fmla="*/ 166 w 44705"/>
                <a:gd name="connsiteY6" fmla="*/ 140597 h 140493"/>
                <a:gd name="connsiteX7" fmla="*/ 22519 w 44705"/>
                <a:gd name="connsiteY7" fmla="*/ 139989 h 140493"/>
                <a:gd name="connsiteX8" fmla="*/ 44871 w 44705"/>
                <a:gd name="connsiteY8" fmla="*/ 140597 h 140493"/>
                <a:gd name="connsiteX9" fmla="*/ 44871 w 44705"/>
                <a:gd name="connsiteY9" fmla="*/ 134321 h 140493"/>
                <a:gd name="connsiteX10" fmla="*/ 29164 w 44705"/>
                <a:gd name="connsiteY10" fmla="*/ 125211 h 140493"/>
                <a:gd name="connsiteX11" fmla="*/ 29164 w 44705"/>
                <a:gd name="connsiteY11" fmla="*/ 103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64" y="103"/>
                  </a:moveTo>
                  <a:lnTo>
                    <a:pt x="166" y="2329"/>
                  </a:lnTo>
                  <a:lnTo>
                    <a:pt x="166" y="8605"/>
                  </a:lnTo>
                  <a:cubicBezTo>
                    <a:pt x="14262" y="8605"/>
                    <a:pt x="15873" y="10022"/>
                    <a:pt x="15873" y="19942"/>
                  </a:cubicBezTo>
                  <a:lnTo>
                    <a:pt x="15873" y="125211"/>
                  </a:lnTo>
                  <a:cubicBezTo>
                    <a:pt x="15873" y="134321"/>
                    <a:pt x="13658" y="134321"/>
                    <a:pt x="166" y="134321"/>
                  </a:cubicBezTo>
                  <a:lnTo>
                    <a:pt x="166" y="140597"/>
                  </a:lnTo>
                  <a:cubicBezTo>
                    <a:pt x="6811" y="140394"/>
                    <a:pt x="17484" y="139989"/>
                    <a:pt x="22519" y="139989"/>
                  </a:cubicBezTo>
                  <a:cubicBezTo>
                    <a:pt x="27553" y="139989"/>
                    <a:pt x="37420" y="140394"/>
                    <a:pt x="44871" y="140597"/>
                  </a:cubicBezTo>
                  <a:lnTo>
                    <a:pt x="44871" y="134321"/>
                  </a:lnTo>
                  <a:cubicBezTo>
                    <a:pt x="31379" y="134321"/>
                    <a:pt x="29164" y="134321"/>
                    <a:pt x="29164" y="125211"/>
                  </a:cubicBezTo>
                  <a:lnTo>
                    <a:pt x="29164" y="10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1" name="Freeform 780">
              <a:extLst>
                <a:ext uri="{FF2B5EF4-FFF2-40B4-BE49-F238E27FC236}">
                  <a16:creationId xmlns:a16="http://schemas.microsoft.com/office/drawing/2014/main" id="{B03574BF-B332-23D5-5BBB-3AA699D067BE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750567" y="4395961"/>
              <a:ext cx="101291" cy="89478"/>
            </a:xfrm>
            <a:custGeom>
              <a:avLst/>
              <a:gdLst>
                <a:gd name="connsiteX0" fmla="*/ 15879 w 101291"/>
                <a:gd name="connsiteY0" fmla="*/ 19942 h 89478"/>
                <a:gd name="connsiteX1" fmla="*/ 15879 w 101291"/>
                <a:gd name="connsiteY1" fmla="*/ 74196 h 89478"/>
                <a:gd name="connsiteX2" fmla="*/ 172 w 101291"/>
                <a:gd name="connsiteY2" fmla="*/ 83306 h 89478"/>
                <a:gd name="connsiteX3" fmla="*/ 172 w 101291"/>
                <a:gd name="connsiteY3" fmla="*/ 89581 h 89478"/>
                <a:gd name="connsiteX4" fmla="*/ 22927 w 101291"/>
                <a:gd name="connsiteY4" fmla="*/ 88974 h 89478"/>
                <a:gd name="connsiteX5" fmla="*/ 45481 w 101291"/>
                <a:gd name="connsiteY5" fmla="*/ 89581 h 89478"/>
                <a:gd name="connsiteX6" fmla="*/ 45481 w 101291"/>
                <a:gd name="connsiteY6" fmla="*/ 83306 h 89478"/>
                <a:gd name="connsiteX7" fmla="*/ 29774 w 101291"/>
                <a:gd name="connsiteY7" fmla="*/ 74196 h 89478"/>
                <a:gd name="connsiteX8" fmla="*/ 29774 w 101291"/>
                <a:gd name="connsiteY8" fmla="*/ 36947 h 89478"/>
                <a:gd name="connsiteX9" fmla="*/ 56960 w 101291"/>
                <a:gd name="connsiteY9" fmla="*/ 4556 h 89478"/>
                <a:gd name="connsiteX10" fmla="*/ 71862 w 101291"/>
                <a:gd name="connsiteY10" fmla="*/ 27027 h 89478"/>
                <a:gd name="connsiteX11" fmla="*/ 71862 w 101291"/>
                <a:gd name="connsiteY11" fmla="*/ 74196 h 89478"/>
                <a:gd name="connsiteX12" fmla="*/ 56154 w 101291"/>
                <a:gd name="connsiteY12" fmla="*/ 83306 h 89478"/>
                <a:gd name="connsiteX13" fmla="*/ 56154 w 101291"/>
                <a:gd name="connsiteY13" fmla="*/ 89581 h 89478"/>
                <a:gd name="connsiteX14" fmla="*/ 78910 w 101291"/>
                <a:gd name="connsiteY14" fmla="*/ 88974 h 89478"/>
                <a:gd name="connsiteX15" fmla="*/ 101464 w 101291"/>
                <a:gd name="connsiteY15" fmla="*/ 89581 h 89478"/>
                <a:gd name="connsiteX16" fmla="*/ 101464 w 101291"/>
                <a:gd name="connsiteY16" fmla="*/ 83306 h 89478"/>
                <a:gd name="connsiteX17" fmla="*/ 85757 w 101291"/>
                <a:gd name="connsiteY17" fmla="*/ 77233 h 89478"/>
                <a:gd name="connsiteX18" fmla="*/ 85757 w 101291"/>
                <a:gd name="connsiteY18" fmla="*/ 38566 h 89478"/>
                <a:gd name="connsiteX19" fmla="*/ 79514 w 101291"/>
                <a:gd name="connsiteY19" fmla="*/ 7593 h 89478"/>
                <a:gd name="connsiteX20" fmla="*/ 58369 w 101291"/>
                <a:gd name="connsiteY20" fmla="*/ 103 h 89478"/>
                <a:gd name="connsiteX21" fmla="*/ 28566 w 101291"/>
                <a:gd name="connsiteY21" fmla="*/ 21359 h 89478"/>
                <a:gd name="connsiteX22" fmla="*/ 28566 w 101291"/>
                <a:gd name="connsiteY22" fmla="*/ 103 h 89478"/>
                <a:gd name="connsiteX23" fmla="*/ 172 w 101291"/>
                <a:gd name="connsiteY23" fmla="*/ 2329 h 89478"/>
                <a:gd name="connsiteX24" fmla="*/ 172 w 101291"/>
                <a:gd name="connsiteY24" fmla="*/ 8605 h 89478"/>
                <a:gd name="connsiteX25" fmla="*/ 15879 w 101291"/>
                <a:gd name="connsiteY25" fmla="*/ 1994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79" y="19942"/>
                  </a:moveTo>
                  <a:lnTo>
                    <a:pt x="15879" y="74196"/>
                  </a:lnTo>
                  <a:cubicBezTo>
                    <a:pt x="15879" y="83306"/>
                    <a:pt x="13664" y="83306"/>
                    <a:pt x="172" y="83306"/>
                  </a:cubicBezTo>
                  <a:lnTo>
                    <a:pt x="172" y="89581"/>
                  </a:lnTo>
                  <a:cubicBezTo>
                    <a:pt x="7220" y="89379"/>
                    <a:pt x="17490" y="88974"/>
                    <a:pt x="22927" y="88974"/>
                  </a:cubicBezTo>
                  <a:cubicBezTo>
                    <a:pt x="28163" y="88974"/>
                    <a:pt x="38635" y="89379"/>
                    <a:pt x="45481" y="89581"/>
                  </a:cubicBezTo>
                  <a:lnTo>
                    <a:pt x="45481" y="83306"/>
                  </a:lnTo>
                  <a:cubicBezTo>
                    <a:pt x="31989" y="83306"/>
                    <a:pt x="29774" y="83306"/>
                    <a:pt x="29774" y="74196"/>
                  </a:cubicBezTo>
                  <a:lnTo>
                    <a:pt x="29774" y="36947"/>
                  </a:lnTo>
                  <a:cubicBezTo>
                    <a:pt x="29774" y="15893"/>
                    <a:pt x="44072" y="4556"/>
                    <a:pt x="56960" y="4556"/>
                  </a:cubicBezTo>
                  <a:cubicBezTo>
                    <a:pt x="69647" y="4556"/>
                    <a:pt x="71862" y="15488"/>
                    <a:pt x="71862" y="27027"/>
                  </a:cubicBezTo>
                  <a:lnTo>
                    <a:pt x="71862" y="74196"/>
                  </a:lnTo>
                  <a:cubicBezTo>
                    <a:pt x="71862" y="83306"/>
                    <a:pt x="69647" y="83306"/>
                    <a:pt x="56154" y="83306"/>
                  </a:cubicBezTo>
                  <a:lnTo>
                    <a:pt x="56154" y="89581"/>
                  </a:lnTo>
                  <a:cubicBezTo>
                    <a:pt x="63203" y="89379"/>
                    <a:pt x="73473" y="88974"/>
                    <a:pt x="78910" y="88974"/>
                  </a:cubicBezTo>
                  <a:cubicBezTo>
                    <a:pt x="84146" y="88974"/>
                    <a:pt x="94617" y="89379"/>
                    <a:pt x="101464" y="89581"/>
                  </a:cubicBezTo>
                  <a:lnTo>
                    <a:pt x="101464" y="83306"/>
                  </a:lnTo>
                  <a:cubicBezTo>
                    <a:pt x="90992" y="83306"/>
                    <a:pt x="85958" y="83306"/>
                    <a:pt x="85757" y="77233"/>
                  </a:cubicBezTo>
                  <a:lnTo>
                    <a:pt x="85757" y="38566"/>
                  </a:lnTo>
                  <a:cubicBezTo>
                    <a:pt x="85757" y="21156"/>
                    <a:pt x="85757" y="14881"/>
                    <a:pt x="79514" y="7593"/>
                  </a:cubicBezTo>
                  <a:cubicBezTo>
                    <a:pt x="76695" y="4151"/>
                    <a:pt x="70049" y="103"/>
                    <a:pt x="58369" y="103"/>
                  </a:cubicBezTo>
                  <a:cubicBezTo>
                    <a:pt x="43669" y="103"/>
                    <a:pt x="34204" y="8808"/>
                    <a:pt x="28566" y="21359"/>
                  </a:cubicBezTo>
                  <a:lnTo>
                    <a:pt x="28566" y="103"/>
                  </a:lnTo>
                  <a:lnTo>
                    <a:pt x="172" y="2329"/>
                  </a:lnTo>
                  <a:lnTo>
                    <a:pt x="172" y="8605"/>
                  </a:lnTo>
                  <a:cubicBezTo>
                    <a:pt x="14268" y="8605"/>
                    <a:pt x="15879" y="10022"/>
                    <a:pt x="15879" y="1994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2" name="Freeform 781">
              <a:extLst>
                <a:ext uri="{FF2B5EF4-FFF2-40B4-BE49-F238E27FC236}">
                  <a16:creationId xmlns:a16="http://schemas.microsoft.com/office/drawing/2014/main" id="{D8A58B6E-26BD-AE6C-5209-68B1810D5BFA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861637" y="4394747"/>
              <a:ext cx="77932" cy="92920"/>
            </a:xfrm>
            <a:custGeom>
              <a:avLst/>
              <a:gdLst>
                <a:gd name="connsiteX0" fmla="*/ 17093 w 77932"/>
                <a:gd name="connsiteY0" fmla="*/ 39781 h 92920"/>
                <a:gd name="connsiteX1" fmla="*/ 42064 w 77932"/>
                <a:gd name="connsiteY1" fmla="*/ 4556 h 92920"/>
                <a:gd name="connsiteX2" fmla="*/ 64819 w 77932"/>
                <a:gd name="connsiteY2" fmla="*/ 39781 h 92920"/>
                <a:gd name="connsiteX3" fmla="*/ 17093 w 77932"/>
                <a:gd name="connsiteY3" fmla="*/ 39781 h 92920"/>
                <a:gd name="connsiteX4" fmla="*/ 16892 w 77932"/>
                <a:gd name="connsiteY4" fmla="*/ 44032 h 92920"/>
                <a:gd name="connsiteX5" fmla="*/ 73075 w 77932"/>
                <a:gd name="connsiteY5" fmla="*/ 44032 h 92920"/>
                <a:gd name="connsiteX6" fmla="*/ 78110 w 77932"/>
                <a:gd name="connsiteY6" fmla="*/ 39781 h 92920"/>
                <a:gd name="connsiteX7" fmla="*/ 42064 w 77932"/>
                <a:gd name="connsiteY7" fmla="*/ 103 h 92920"/>
                <a:gd name="connsiteX8" fmla="*/ 178 w 77932"/>
                <a:gd name="connsiteY8" fmla="*/ 46259 h 92920"/>
                <a:gd name="connsiteX9" fmla="*/ 44480 w 77932"/>
                <a:gd name="connsiteY9" fmla="*/ 93023 h 92920"/>
                <a:gd name="connsiteX10" fmla="*/ 78110 w 77932"/>
                <a:gd name="connsiteY10" fmla="*/ 66706 h 92920"/>
                <a:gd name="connsiteX11" fmla="*/ 75492 w 77932"/>
                <a:gd name="connsiteY11" fmla="*/ 64276 h 92920"/>
                <a:gd name="connsiteX12" fmla="*/ 72874 w 77932"/>
                <a:gd name="connsiteY12" fmla="*/ 67111 h 92920"/>
                <a:gd name="connsiteX13" fmla="*/ 45688 w 77932"/>
                <a:gd name="connsiteY13" fmla="*/ 87962 h 92920"/>
                <a:gd name="connsiteX14" fmla="*/ 22933 w 77932"/>
                <a:gd name="connsiteY14" fmla="*/ 74398 h 92920"/>
                <a:gd name="connsiteX15" fmla="*/ 16892 w 77932"/>
                <a:gd name="connsiteY15" fmla="*/ 440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93" y="39781"/>
                  </a:moveTo>
                  <a:cubicBezTo>
                    <a:pt x="18301" y="9617"/>
                    <a:pt x="35217" y="4556"/>
                    <a:pt x="42064" y="4556"/>
                  </a:cubicBezTo>
                  <a:cubicBezTo>
                    <a:pt x="62805" y="4556"/>
                    <a:pt x="64819" y="31886"/>
                    <a:pt x="64819" y="39781"/>
                  </a:cubicBezTo>
                  <a:lnTo>
                    <a:pt x="17093" y="39781"/>
                  </a:lnTo>
                  <a:close/>
                  <a:moveTo>
                    <a:pt x="16892" y="44032"/>
                  </a:moveTo>
                  <a:lnTo>
                    <a:pt x="73075" y="44032"/>
                  </a:lnTo>
                  <a:cubicBezTo>
                    <a:pt x="77506" y="44032"/>
                    <a:pt x="78110" y="44032"/>
                    <a:pt x="78110" y="39781"/>
                  </a:cubicBezTo>
                  <a:cubicBezTo>
                    <a:pt x="78110" y="19739"/>
                    <a:pt x="67236" y="103"/>
                    <a:pt x="42064" y="103"/>
                  </a:cubicBezTo>
                  <a:cubicBezTo>
                    <a:pt x="18704" y="103"/>
                    <a:pt x="178" y="20954"/>
                    <a:pt x="178" y="46259"/>
                  </a:cubicBezTo>
                  <a:cubicBezTo>
                    <a:pt x="178" y="73386"/>
                    <a:pt x="21322" y="93023"/>
                    <a:pt x="44480" y="93023"/>
                  </a:cubicBezTo>
                  <a:cubicBezTo>
                    <a:pt x="69048" y="93023"/>
                    <a:pt x="78110" y="70552"/>
                    <a:pt x="78110" y="66706"/>
                  </a:cubicBezTo>
                  <a:cubicBezTo>
                    <a:pt x="78110" y="64681"/>
                    <a:pt x="76499" y="64276"/>
                    <a:pt x="75492" y="64276"/>
                  </a:cubicBezTo>
                  <a:cubicBezTo>
                    <a:pt x="73680" y="64276"/>
                    <a:pt x="73277" y="65491"/>
                    <a:pt x="72874" y="67111"/>
                  </a:cubicBezTo>
                  <a:cubicBezTo>
                    <a:pt x="65826" y="87962"/>
                    <a:pt x="47702" y="87962"/>
                    <a:pt x="45688" y="87962"/>
                  </a:cubicBezTo>
                  <a:cubicBezTo>
                    <a:pt x="35620" y="87962"/>
                    <a:pt x="27565" y="81889"/>
                    <a:pt x="22933" y="74398"/>
                  </a:cubicBezTo>
                  <a:cubicBezTo>
                    <a:pt x="16892" y="64681"/>
                    <a:pt x="16892" y="51320"/>
                    <a:pt x="16892" y="440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F98A9812-A6F3-B1DB-9988-F9F36E561D6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949325" y="4360939"/>
              <a:ext cx="63030" cy="126727"/>
            </a:xfrm>
            <a:custGeom>
              <a:avLst/>
              <a:gdLst>
                <a:gd name="connsiteX0" fmla="*/ 31194 w 63030"/>
                <a:gd name="connsiteY0" fmla="*/ 43627 h 126727"/>
                <a:gd name="connsiteX1" fmla="*/ 59990 w 63030"/>
                <a:gd name="connsiteY1" fmla="*/ 43627 h 126727"/>
                <a:gd name="connsiteX2" fmla="*/ 59990 w 63030"/>
                <a:gd name="connsiteY2" fmla="*/ 37352 h 126727"/>
                <a:gd name="connsiteX3" fmla="*/ 31194 w 63030"/>
                <a:gd name="connsiteY3" fmla="*/ 37352 h 126727"/>
                <a:gd name="connsiteX4" fmla="*/ 31194 w 63030"/>
                <a:gd name="connsiteY4" fmla="*/ 103 h 126727"/>
                <a:gd name="connsiteX5" fmla="*/ 26159 w 63030"/>
                <a:gd name="connsiteY5" fmla="*/ 103 h 126727"/>
                <a:gd name="connsiteX6" fmla="*/ 182 w 63030"/>
                <a:gd name="connsiteY6" fmla="*/ 39174 h 126727"/>
                <a:gd name="connsiteX7" fmla="*/ 182 w 63030"/>
                <a:gd name="connsiteY7" fmla="*/ 43627 h 126727"/>
                <a:gd name="connsiteX8" fmla="*/ 17299 w 63030"/>
                <a:gd name="connsiteY8" fmla="*/ 43627 h 126727"/>
                <a:gd name="connsiteX9" fmla="*/ 17299 w 63030"/>
                <a:gd name="connsiteY9" fmla="*/ 99501 h 126727"/>
                <a:gd name="connsiteX10" fmla="*/ 43276 w 63030"/>
                <a:gd name="connsiteY10" fmla="*/ 126831 h 126727"/>
                <a:gd name="connsiteX11" fmla="*/ 63212 w 63030"/>
                <a:gd name="connsiteY11" fmla="*/ 99501 h 126727"/>
                <a:gd name="connsiteX12" fmla="*/ 63212 w 63030"/>
                <a:gd name="connsiteY12" fmla="*/ 87962 h 126727"/>
                <a:gd name="connsiteX13" fmla="*/ 58178 w 63030"/>
                <a:gd name="connsiteY13" fmla="*/ 87962 h 126727"/>
                <a:gd name="connsiteX14" fmla="*/ 58178 w 63030"/>
                <a:gd name="connsiteY14" fmla="*/ 99096 h 126727"/>
                <a:gd name="connsiteX15" fmla="*/ 44686 w 63030"/>
                <a:gd name="connsiteY15" fmla="*/ 121770 h 126727"/>
                <a:gd name="connsiteX16" fmla="*/ 31194 w 63030"/>
                <a:gd name="connsiteY16" fmla="*/ 99906 h 126727"/>
                <a:gd name="connsiteX17" fmla="*/ 31194 w 63030"/>
                <a:gd name="connsiteY17" fmla="*/ 436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94" y="43627"/>
                  </a:moveTo>
                  <a:lnTo>
                    <a:pt x="59990" y="43627"/>
                  </a:lnTo>
                  <a:lnTo>
                    <a:pt x="59990" y="37352"/>
                  </a:lnTo>
                  <a:lnTo>
                    <a:pt x="31194" y="37352"/>
                  </a:lnTo>
                  <a:lnTo>
                    <a:pt x="31194" y="103"/>
                  </a:lnTo>
                  <a:lnTo>
                    <a:pt x="26159" y="103"/>
                  </a:lnTo>
                  <a:cubicBezTo>
                    <a:pt x="25958" y="16703"/>
                    <a:pt x="19917" y="38364"/>
                    <a:pt x="182" y="39174"/>
                  </a:cubicBezTo>
                  <a:lnTo>
                    <a:pt x="182" y="43627"/>
                  </a:lnTo>
                  <a:lnTo>
                    <a:pt x="17299" y="43627"/>
                  </a:lnTo>
                  <a:lnTo>
                    <a:pt x="17299" y="99501"/>
                  </a:lnTo>
                  <a:cubicBezTo>
                    <a:pt x="17299" y="124401"/>
                    <a:pt x="36027" y="126831"/>
                    <a:pt x="43276" y="126831"/>
                  </a:cubicBezTo>
                  <a:cubicBezTo>
                    <a:pt x="57574" y="126831"/>
                    <a:pt x="63212" y="112457"/>
                    <a:pt x="63212" y="99501"/>
                  </a:cubicBezTo>
                  <a:lnTo>
                    <a:pt x="63212" y="87962"/>
                  </a:lnTo>
                  <a:lnTo>
                    <a:pt x="58178" y="87962"/>
                  </a:lnTo>
                  <a:lnTo>
                    <a:pt x="58178" y="99096"/>
                  </a:lnTo>
                  <a:cubicBezTo>
                    <a:pt x="58178" y="114077"/>
                    <a:pt x="52137" y="121770"/>
                    <a:pt x="44686" y="121770"/>
                  </a:cubicBezTo>
                  <a:cubicBezTo>
                    <a:pt x="31194" y="121770"/>
                    <a:pt x="31194" y="103347"/>
                    <a:pt x="31194" y="99906"/>
                  </a:cubicBezTo>
                  <a:lnTo>
                    <a:pt x="31194" y="436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4" name="Freeform 783">
              <a:extLst>
                <a:ext uri="{FF2B5EF4-FFF2-40B4-BE49-F238E27FC236}">
                  <a16:creationId xmlns:a16="http://schemas.microsoft.com/office/drawing/2014/main" id="{66B2BCF6-049C-C1FF-FAA3-BE9966E16873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8021843" y="4398188"/>
              <a:ext cx="137942" cy="89478"/>
            </a:xfrm>
            <a:custGeom>
              <a:avLst/>
              <a:gdLst>
                <a:gd name="connsiteX0" fmla="*/ 121212 w 137942"/>
                <a:gd name="connsiteY0" fmla="*/ 19335 h 89478"/>
                <a:gd name="connsiteX1" fmla="*/ 138128 w 137942"/>
                <a:gd name="connsiteY1" fmla="*/ 6378 h 89478"/>
                <a:gd name="connsiteX2" fmla="*/ 138128 w 137942"/>
                <a:gd name="connsiteY2" fmla="*/ 103 h 89478"/>
                <a:gd name="connsiteX3" fmla="*/ 123427 w 137942"/>
                <a:gd name="connsiteY3" fmla="*/ 710 h 89478"/>
                <a:gd name="connsiteX4" fmla="*/ 104699 w 137942"/>
                <a:gd name="connsiteY4" fmla="*/ 103 h 89478"/>
                <a:gd name="connsiteX5" fmla="*/ 104699 w 137942"/>
                <a:gd name="connsiteY5" fmla="*/ 6378 h 89478"/>
                <a:gd name="connsiteX6" fmla="*/ 116379 w 137942"/>
                <a:gd name="connsiteY6" fmla="*/ 16095 h 89478"/>
                <a:gd name="connsiteX7" fmla="*/ 115372 w 137942"/>
                <a:gd name="connsiteY7" fmla="*/ 20347 h 89478"/>
                <a:gd name="connsiteX8" fmla="*/ 97047 w 137942"/>
                <a:gd name="connsiteY8" fmla="*/ 72172 h 89478"/>
                <a:gd name="connsiteX9" fmla="*/ 77111 w 137942"/>
                <a:gd name="connsiteY9" fmla="*/ 15691 h 89478"/>
                <a:gd name="connsiteX10" fmla="*/ 76104 w 137942"/>
                <a:gd name="connsiteY10" fmla="*/ 11844 h 89478"/>
                <a:gd name="connsiteX11" fmla="*/ 87985 w 137942"/>
                <a:gd name="connsiteY11" fmla="*/ 6378 h 89478"/>
                <a:gd name="connsiteX12" fmla="*/ 87985 w 137942"/>
                <a:gd name="connsiteY12" fmla="*/ 103 h 89478"/>
                <a:gd name="connsiteX13" fmla="*/ 67042 w 137942"/>
                <a:gd name="connsiteY13" fmla="*/ 710 h 89478"/>
                <a:gd name="connsiteX14" fmla="*/ 49120 w 137942"/>
                <a:gd name="connsiteY14" fmla="*/ 103 h 89478"/>
                <a:gd name="connsiteX15" fmla="*/ 49120 w 137942"/>
                <a:gd name="connsiteY15" fmla="*/ 6378 h 89478"/>
                <a:gd name="connsiteX16" fmla="*/ 61806 w 137942"/>
                <a:gd name="connsiteY16" fmla="*/ 9415 h 89478"/>
                <a:gd name="connsiteX17" fmla="*/ 66438 w 137942"/>
                <a:gd name="connsiteY17" fmla="*/ 20549 h 89478"/>
                <a:gd name="connsiteX18" fmla="*/ 49120 w 137942"/>
                <a:gd name="connsiteY18" fmla="*/ 69540 h 89478"/>
                <a:gd name="connsiteX19" fmla="*/ 29989 w 137942"/>
                <a:gd name="connsiteY19" fmla="*/ 15488 h 89478"/>
                <a:gd name="connsiteX20" fmla="*/ 28982 w 137942"/>
                <a:gd name="connsiteY20" fmla="*/ 11844 h 89478"/>
                <a:gd name="connsiteX21" fmla="*/ 40863 w 137942"/>
                <a:gd name="connsiteY21" fmla="*/ 6378 h 89478"/>
                <a:gd name="connsiteX22" fmla="*/ 40863 w 137942"/>
                <a:gd name="connsiteY22" fmla="*/ 103 h 89478"/>
                <a:gd name="connsiteX23" fmla="*/ 18913 w 137942"/>
                <a:gd name="connsiteY23" fmla="*/ 710 h 89478"/>
                <a:gd name="connsiteX24" fmla="*/ 186 w 137942"/>
                <a:gd name="connsiteY24" fmla="*/ 103 h 89478"/>
                <a:gd name="connsiteX25" fmla="*/ 186 w 137942"/>
                <a:gd name="connsiteY25" fmla="*/ 6378 h 89478"/>
                <a:gd name="connsiteX26" fmla="*/ 15087 w 137942"/>
                <a:gd name="connsiteY26" fmla="*/ 13464 h 89478"/>
                <a:gd name="connsiteX27" fmla="*/ 40461 w 137942"/>
                <a:gd name="connsiteY27" fmla="*/ 85128 h 89478"/>
                <a:gd name="connsiteX28" fmla="*/ 44690 w 137942"/>
                <a:gd name="connsiteY28" fmla="*/ 89581 h 89478"/>
                <a:gd name="connsiteX29" fmla="*/ 48717 w 137942"/>
                <a:gd name="connsiteY29" fmla="*/ 85533 h 89478"/>
                <a:gd name="connsiteX30" fmla="*/ 69056 w 137942"/>
                <a:gd name="connsiteY30" fmla="*/ 28242 h 89478"/>
                <a:gd name="connsiteX31" fmla="*/ 89596 w 137942"/>
                <a:gd name="connsiteY31" fmla="*/ 85735 h 89478"/>
                <a:gd name="connsiteX32" fmla="*/ 93624 w 137942"/>
                <a:gd name="connsiteY32" fmla="*/ 89581 h 89478"/>
                <a:gd name="connsiteX33" fmla="*/ 97651 w 137942"/>
                <a:gd name="connsiteY33" fmla="*/ 85735 h 89478"/>
                <a:gd name="connsiteX34" fmla="*/ 121212 w 137942"/>
                <a:gd name="connsiteY34" fmla="*/ 19335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37942" h="89478">
                  <a:moveTo>
                    <a:pt x="121212" y="19335"/>
                  </a:moveTo>
                  <a:cubicBezTo>
                    <a:pt x="124837" y="9212"/>
                    <a:pt x="131080" y="6581"/>
                    <a:pt x="138128" y="6378"/>
                  </a:cubicBezTo>
                  <a:lnTo>
                    <a:pt x="138128" y="103"/>
                  </a:lnTo>
                  <a:cubicBezTo>
                    <a:pt x="133697" y="507"/>
                    <a:pt x="127858" y="710"/>
                    <a:pt x="123427" y="710"/>
                  </a:cubicBezTo>
                  <a:cubicBezTo>
                    <a:pt x="117587" y="710"/>
                    <a:pt x="108526" y="305"/>
                    <a:pt x="104699" y="103"/>
                  </a:cubicBezTo>
                  <a:lnTo>
                    <a:pt x="104699" y="6378"/>
                  </a:lnTo>
                  <a:cubicBezTo>
                    <a:pt x="111949" y="6581"/>
                    <a:pt x="116379" y="10225"/>
                    <a:pt x="116379" y="16095"/>
                  </a:cubicBezTo>
                  <a:cubicBezTo>
                    <a:pt x="116379" y="17310"/>
                    <a:pt x="116379" y="17715"/>
                    <a:pt x="115372" y="20347"/>
                  </a:cubicBezTo>
                  <a:lnTo>
                    <a:pt x="97047" y="72172"/>
                  </a:lnTo>
                  <a:lnTo>
                    <a:pt x="77111" y="15691"/>
                  </a:lnTo>
                  <a:cubicBezTo>
                    <a:pt x="76305" y="13261"/>
                    <a:pt x="76104" y="12856"/>
                    <a:pt x="76104" y="11844"/>
                  </a:cubicBezTo>
                  <a:cubicBezTo>
                    <a:pt x="76104" y="6378"/>
                    <a:pt x="83958" y="6378"/>
                    <a:pt x="87985" y="6378"/>
                  </a:cubicBezTo>
                  <a:lnTo>
                    <a:pt x="87985" y="103"/>
                  </a:lnTo>
                  <a:cubicBezTo>
                    <a:pt x="82145" y="305"/>
                    <a:pt x="71875" y="710"/>
                    <a:pt x="67042" y="710"/>
                  </a:cubicBezTo>
                  <a:cubicBezTo>
                    <a:pt x="61001" y="710"/>
                    <a:pt x="55161" y="507"/>
                    <a:pt x="49120" y="103"/>
                  </a:cubicBezTo>
                  <a:lnTo>
                    <a:pt x="49120" y="6378"/>
                  </a:lnTo>
                  <a:cubicBezTo>
                    <a:pt x="56571" y="6378"/>
                    <a:pt x="59793" y="6783"/>
                    <a:pt x="61806" y="9415"/>
                  </a:cubicBezTo>
                  <a:cubicBezTo>
                    <a:pt x="62813" y="10630"/>
                    <a:pt x="65028" y="16703"/>
                    <a:pt x="66438" y="20549"/>
                  </a:cubicBezTo>
                  <a:lnTo>
                    <a:pt x="49120" y="69540"/>
                  </a:lnTo>
                  <a:lnTo>
                    <a:pt x="29989" y="15488"/>
                  </a:lnTo>
                  <a:cubicBezTo>
                    <a:pt x="28982" y="13059"/>
                    <a:pt x="28982" y="12654"/>
                    <a:pt x="28982" y="11844"/>
                  </a:cubicBezTo>
                  <a:cubicBezTo>
                    <a:pt x="28982" y="6378"/>
                    <a:pt x="36836" y="6378"/>
                    <a:pt x="40863" y="6378"/>
                  </a:cubicBezTo>
                  <a:lnTo>
                    <a:pt x="40863" y="103"/>
                  </a:lnTo>
                  <a:cubicBezTo>
                    <a:pt x="34822" y="305"/>
                    <a:pt x="23545" y="710"/>
                    <a:pt x="18913" y="710"/>
                  </a:cubicBezTo>
                  <a:cubicBezTo>
                    <a:pt x="18108" y="710"/>
                    <a:pt x="7435" y="507"/>
                    <a:pt x="186" y="103"/>
                  </a:cubicBezTo>
                  <a:lnTo>
                    <a:pt x="186" y="6378"/>
                  </a:lnTo>
                  <a:cubicBezTo>
                    <a:pt x="10254" y="6378"/>
                    <a:pt x="12671" y="6986"/>
                    <a:pt x="15087" y="13464"/>
                  </a:cubicBezTo>
                  <a:lnTo>
                    <a:pt x="40461" y="85128"/>
                  </a:lnTo>
                  <a:cubicBezTo>
                    <a:pt x="41468" y="87962"/>
                    <a:pt x="42072" y="89581"/>
                    <a:pt x="44690" y="89581"/>
                  </a:cubicBezTo>
                  <a:cubicBezTo>
                    <a:pt x="47307" y="89581"/>
                    <a:pt x="47710" y="88367"/>
                    <a:pt x="48717" y="85533"/>
                  </a:cubicBezTo>
                  <a:lnTo>
                    <a:pt x="69056" y="28242"/>
                  </a:lnTo>
                  <a:lnTo>
                    <a:pt x="89596" y="85735"/>
                  </a:lnTo>
                  <a:cubicBezTo>
                    <a:pt x="90402" y="87962"/>
                    <a:pt x="91006" y="89581"/>
                    <a:pt x="93624" y="89581"/>
                  </a:cubicBezTo>
                  <a:cubicBezTo>
                    <a:pt x="96242" y="89581"/>
                    <a:pt x="96846" y="87760"/>
                    <a:pt x="97651" y="85735"/>
                  </a:cubicBezTo>
                  <a:lnTo>
                    <a:pt x="121212" y="1933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E79627A7-7BBA-E4E7-073C-9C7660E55BCD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163701" y="4394747"/>
              <a:ext cx="89209" cy="92920"/>
            </a:xfrm>
            <a:custGeom>
              <a:avLst/>
              <a:gdLst>
                <a:gd name="connsiteX0" fmla="*/ 89402 w 89209"/>
                <a:gd name="connsiteY0" fmla="*/ 47474 h 92920"/>
                <a:gd name="connsiteX1" fmla="*/ 44898 w 89209"/>
                <a:gd name="connsiteY1" fmla="*/ 103 h 92920"/>
                <a:gd name="connsiteX2" fmla="*/ 192 w 89209"/>
                <a:gd name="connsiteY2" fmla="*/ 47474 h 92920"/>
                <a:gd name="connsiteX3" fmla="*/ 44696 w 89209"/>
                <a:gd name="connsiteY3" fmla="*/ 93023 h 92920"/>
                <a:gd name="connsiteX4" fmla="*/ 89402 w 89209"/>
                <a:gd name="connsiteY4" fmla="*/ 47474 h 92920"/>
                <a:gd name="connsiteX5" fmla="*/ 44898 w 89209"/>
                <a:gd name="connsiteY5" fmla="*/ 87962 h 92920"/>
                <a:gd name="connsiteX6" fmla="*/ 21941 w 89209"/>
                <a:gd name="connsiteY6" fmla="*/ 74398 h 92920"/>
                <a:gd name="connsiteX7" fmla="*/ 16907 w 89209"/>
                <a:gd name="connsiteY7" fmla="*/ 45854 h 92920"/>
                <a:gd name="connsiteX8" fmla="*/ 21740 w 89209"/>
                <a:gd name="connsiteY8" fmla="*/ 18120 h 92920"/>
                <a:gd name="connsiteX9" fmla="*/ 44696 w 89209"/>
                <a:gd name="connsiteY9" fmla="*/ 4556 h 92920"/>
                <a:gd name="connsiteX10" fmla="*/ 67452 w 89209"/>
                <a:gd name="connsiteY10" fmla="*/ 17715 h 92920"/>
                <a:gd name="connsiteX11" fmla="*/ 72688 w 89209"/>
                <a:gd name="connsiteY11" fmla="*/ 45854 h 92920"/>
                <a:gd name="connsiteX12" fmla="*/ 68257 w 89209"/>
                <a:gd name="connsiteY12" fmla="*/ 72981 h 92920"/>
                <a:gd name="connsiteX13" fmla="*/ 44898 w 89209"/>
                <a:gd name="connsiteY13" fmla="*/ 8796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402" y="47474"/>
                  </a:moveTo>
                  <a:cubicBezTo>
                    <a:pt x="89402" y="21561"/>
                    <a:pt x="69264" y="103"/>
                    <a:pt x="44898" y="103"/>
                  </a:cubicBezTo>
                  <a:cubicBezTo>
                    <a:pt x="19726" y="103"/>
                    <a:pt x="192" y="22169"/>
                    <a:pt x="192" y="47474"/>
                  </a:cubicBezTo>
                  <a:cubicBezTo>
                    <a:pt x="192" y="73589"/>
                    <a:pt x="21136" y="93023"/>
                    <a:pt x="44696" y="93023"/>
                  </a:cubicBezTo>
                  <a:cubicBezTo>
                    <a:pt x="69063" y="93023"/>
                    <a:pt x="89402" y="73184"/>
                    <a:pt x="89402" y="47474"/>
                  </a:cubicBezTo>
                  <a:close/>
                  <a:moveTo>
                    <a:pt x="44898" y="87962"/>
                  </a:moveTo>
                  <a:cubicBezTo>
                    <a:pt x="36239" y="87962"/>
                    <a:pt x="27378" y="83711"/>
                    <a:pt x="21941" y="74398"/>
                  </a:cubicBezTo>
                  <a:cubicBezTo>
                    <a:pt x="16907" y="65491"/>
                    <a:pt x="16907" y="53142"/>
                    <a:pt x="16907" y="45854"/>
                  </a:cubicBezTo>
                  <a:cubicBezTo>
                    <a:pt x="16907" y="37959"/>
                    <a:pt x="16907" y="27027"/>
                    <a:pt x="21740" y="18120"/>
                  </a:cubicBezTo>
                  <a:cubicBezTo>
                    <a:pt x="27177" y="8808"/>
                    <a:pt x="36641" y="4556"/>
                    <a:pt x="44696" y="4556"/>
                  </a:cubicBezTo>
                  <a:cubicBezTo>
                    <a:pt x="53557" y="4556"/>
                    <a:pt x="62216" y="9010"/>
                    <a:pt x="67452" y="17715"/>
                  </a:cubicBezTo>
                  <a:cubicBezTo>
                    <a:pt x="72688" y="26420"/>
                    <a:pt x="72688" y="38162"/>
                    <a:pt x="72688" y="45854"/>
                  </a:cubicBezTo>
                  <a:cubicBezTo>
                    <a:pt x="72688" y="53142"/>
                    <a:pt x="72688" y="64074"/>
                    <a:pt x="68257" y="72981"/>
                  </a:cubicBezTo>
                  <a:cubicBezTo>
                    <a:pt x="63827" y="82091"/>
                    <a:pt x="54967" y="87962"/>
                    <a:pt x="44898" y="8796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6" name="Freeform 785">
              <a:extLst>
                <a:ext uri="{FF2B5EF4-FFF2-40B4-BE49-F238E27FC236}">
                  <a16:creationId xmlns:a16="http://schemas.microsoft.com/office/drawing/2014/main" id="{390FB9FC-432E-37EB-C7BB-EFB656B5BA3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264389" y="4395961"/>
              <a:ext cx="67662" cy="89478"/>
            </a:xfrm>
            <a:custGeom>
              <a:avLst/>
              <a:gdLst>
                <a:gd name="connsiteX0" fmla="*/ 28189 w 67662"/>
                <a:gd name="connsiteY0" fmla="*/ 22371 h 89478"/>
                <a:gd name="connsiteX1" fmla="*/ 28189 w 67662"/>
                <a:gd name="connsiteY1" fmla="*/ 103 h 89478"/>
                <a:gd name="connsiteX2" fmla="*/ 197 w 67662"/>
                <a:gd name="connsiteY2" fmla="*/ 2329 h 89478"/>
                <a:gd name="connsiteX3" fmla="*/ 197 w 67662"/>
                <a:gd name="connsiteY3" fmla="*/ 8605 h 89478"/>
                <a:gd name="connsiteX4" fmla="*/ 15905 w 67662"/>
                <a:gd name="connsiteY4" fmla="*/ 19942 h 89478"/>
                <a:gd name="connsiteX5" fmla="*/ 15905 w 67662"/>
                <a:gd name="connsiteY5" fmla="*/ 74196 h 89478"/>
                <a:gd name="connsiteX6" fmla="*/ 197 w 67662"/>
                <a:gd name="connsiteY6" fmla="*/ 83306 h 89478"/>
                <a:gd name="connsiteX7" fmla="*/ 197 w 67662"/>
                <a:gd name="connsiteY7" fmla="*/ 89581 h 89478"/>
                <a:gd name="connsiteX8" fmla="*/ 23154 w 67662"/>
                <a:gd name="connsiteY8" fmla="*/ 88974 h 89478"/>
                <a:gd name="connsiteX9" fmla="*/ 48729 w 67662"/>
                <a:gd name="connsiteY9" fmla="*/ 89581 h 89478"/>
                <a:gd name="connsiteX10" fmla="*/ 48729 w 67662"/>
                <a:gd name="connsiteY10" fmla="*/ 83306 h 89478"/>
                <a:gd name="connsiteX11" fmla="*/ 44500 w 67662"/>
                <a:gd name="connsiteY11" fmla="*/ 83306 h 89478"/>
                <a:gd name="connsiteX12" fmla="*/ 29196 w 67662"/>
                <a:gd name="connsiteY12" fmla="*/ 73791 h 89478"/>
                <a:gd name="connsiteX13" fmla="*/ 29196 w 67662"/>
                <a:gd name="connsiteY13" fmla="*/ 42615 h 89478"/>
                <a:gd name="connsiteX14" fmla="*/ 52958 w 67662"/>
                <a:gd name="connsiteY14" fmla="*/ 4556 h 89478"/>
                <a:gd name="connsiteX15" fmla="*/ 55173 w 67662"/>
                <a:gd name="connsiteY15" fmla="*/ 4759 h 89478"/>
                <a:gd name="connsiteX16" fmla="*/ 50541 w 67662"/>
                <a:gd name="connsiteY16" fmla="*/ 12654 h 89478"/>
                <a:gd name="connsiteX17" fmla="*/ 59200 w 67662"/>
                <a:gd name="connsiteY17" fmla="*/ 21359 h 89478"/>
                <a:gd name="connsiteX18" fmla="*/ 67860 w 67662"/>
                <a:gd name="connsiteY18" fmla="*/ 12452 h 89478"/>
                <a:gd name="connsiteX19" fmla="*/ 52958 w 67662"/>
                <a:gd name="connsiteY19" fmla="*/ 103 h 89478"/>
                <a:gd name="connsiteX20" fmla="*/ 28189 w 67662"/>
                <a:gd name="connsiteY20" fmla="*/ 223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89" y="22371"/>
                  </a:moveTo>
                  <a:lnTo>
                    <a:pt x="28189" y="103"/>
                  </a:lnTo>
                  <a:lnTo>
                    <a:pt x="197" y="2329"/>
                  </a:lnTo>
                  <a:lnTo>
                    <a:pt x="197" y="8605"/>
                  </a:lnTo>
                  <a:cubicBezTo>
                    <a:pt x="14294" y="8605"/>
                    <a:pt x="15905" y="10022"/>
                    <a:pt x="15905" y="19942"/>
                  </a:cubicBezTo>
                  <a:lnTo>
                    <a:pt x="15905" y="74196"/>
                  </a:lnTo>
                  <a:cubicBezTo>
                    <a:pt x="15905" y="83306"/>
                    <a:pt x="13690" y="83306"/>
                    <a:pt x="197" y="83306"/>
                  </a:cubicBezTo>
                  <a:lnTo>
                    <a:pt x="197" y="89581"/>
                  </a:lnTo>
                  <a:cubicBezTo>
                    <a:pt x="8051" y="89379"/>
                    <a:pt x="17516" y="88974"/>
                    <a:pt x="23154" y="88974"/>
                  </a:cubicBezTo>
                  <a:cubicBezTo>
                    <a:pt x="31209" y="88974"/>
                    <a:pt x="40674" y="88974"/>
                    <a:pt x="48729" y="89581"/>
                  </a:cubicBezTo>
                  <a:lnTo>
                    <a:pt x="48729" y="83306"/>
                  </a:lnTo>
                  <a:lnTo>
                    <a:pt x="44500" y="83306"/>
                  </a:lnTo>
                  <a:cubicBezTo>
                    <a:pt x="29598" y="83306"/>
                    <a:pt x="29196" y="81079"/>
                    <a:pt x="29196" y="73791"/>
                  </a:cubicBezTo>
                  <a:lnTo>
                    <a:pt x="29196" y="42615"/>
                  </a:lnTo>
                  <a:cubicBezTo>
                    <a:pt x="29196" y="22574"/>
                    <a:pt x="37653" y="4556"/>
                    <a:pt x="52958" y="4556"/>
                  </a:cubicBezTo>
                  <a:cubicBezTo>
                    <a:pt x="54367" y="4556"/>
                    <a:pt x="54770" y="4556"/>
                    <a:pt x="55173" y="4759"/>
                  </a:cubicBezTo>
                  <a:cubicBezTo>
                    <a:pt x="54569" y="4961"/>
                    <a:pt x="50541" y="7390"/>
                    <a:pt x="50541" y="12654"/>
                  </a:cubicBezTo>
                  <a:cubicBezTo>
                    <a:pt x="50541" y="18322"/>
                    <a:pt x="54770" y="21359"/>
                    <a:pt x="59200" y="21359"/>
                  </a:cubicBezTo>
                  <a:cubicBezTo>
                    <a:pt x="62825" y="21359"/>
                    <a:pt x="67860" y="18930"/>
                    <a:pt x="67860" y="12452"/>
                  </a:cubicBezTo>
                  <a:cubicBezTo>
                    <a:pt x="67860" y="5973"/>
                    <a:pt x="61617" y="103"/>
                    <a:pt x="52958" y="103"/>
                  </a:cubicBezTo>
                  <a:cubicBezTo>
                    <a:pt x="38257" y="103"/>
                    <a:pt x="31008" y="13666"/>
                    <a:pt x="28189" y="223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0A33CBEA-F18E-F50C-8210-894953D3A3E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343261" y="4344946"/>
              <a:ext cx="97264" cy="140493"/>
            </a:xfrm>
            <a:custGeom>
              <a:avLst/>
              <a:gdLst>
                <a:gd name="connsiteX0" fmla="*/ 15909 w 97264"/>
                <a:gd name="connsiteY0" fmla="*/ 125211 h 140493"/>
                <a:gd name="connsiteX1" fmla="*/ 201 w 97264"/>
                <a:gd name="connsiteY1" fmla="*/ 134321 h 140493"/>
                <a:gd name="connsiteX2" fmla="*/ 201 w 97264"/>
                <a:gd name="connsiteY2" fmla="*/ 140597 h 140493"/>
                <a:gd name="connsiteX3" fmla="*/ 22151 w 97264"/>
                <a:gd name="connsiteY3" fmla="*/ 139989 h 140493"/>
                <a:gd name="connsiteX4" fmla="*/ 44303 w 97264"/>
                <a:gd name="connsiteY4" fmla="*/ 140597 h 140493"/>
                <a:gd name="connsiteX5" fmla="*/ 44303 w 97264"/>
                <a:gd name="connsiteY5" fmla="*/ 134321 h 140493"/>
                <a:gd name="connsiteX6" fmla="*/ 28595 w 97264"/>
                <a:gd name="connsiteY6" fmla="*/ 125211 h 140493"/>
                <a:gd name="connsiteX7" fmla="*/ 28595 w 97264"/>
                <a:gd name="connsiteY7" fmla="*/ 104360 h 140493"/>
                <a:gd name="connsiteX8" fmla="*/ 41483 w 97264"/>
                <a:gd name="connsiteY8" fmla="*/ 93225 h 140493"/>
                <a:gd name="connsiteX9" fmla="*/ 65447 w 97264"/>
                <a:gd name="connsiteY9" fmla="*/ 129665 h 140493"/>
                <a:gd name="connsiteX10" fmla="*/ 58197 w 97264"/>
                <a:gd name="connsiteY10" fmla="*/ 134321 h 140493"/>
                <a:gd name="connsiteX11" fmla="*/ 58197 w 97264"/>
                <a:gd name="connsiteY11" fmla="*/ 140597 h 140493"/>
                <a:gd name="connsiteX12" fmla="*/ 79946 w 97264"/>
                <a:gd name="connsiteY12" fmla="*/ 139989 h 140493"/>
                <a:gd name="connsiteX13" fmla="*/ 97466 w 97264"/>
                <a:gd name="connsiteY13" fmla="*/ 140597 h 140493"/>
                <a:gd name="connsiteX14" fmla="*/ 97466 w 97264"/>
                <a:gd name="connsiteY14" fmla="*/ 134321 h 140493"/>
                <a:gd name="connsiteX15" fmla="*/ 77932 w 97264"/>
                <a:gd name="connsiteY15" fmla="*/ 123592 h 140493"/>
                <a:gd name="connsiteX16" fmla="*/ 52358 w 97264"/>
                <a:gd name="connsiteY16" fmla="*/ 87355 h 140493"/>
                <a:gd name="connsiteX17" fmla="*/ 51149 w 97264"/>
                <a:gd name="connsiteY17" fmla="*/ 85128 h 140493"/>
                <a:gd name="connsiteX18" fmla="*/ 67461 w 97264"/>
                <a:gd name="connsiteY18" fmla="*/ 70552 h 140493"/>
                <a:gd name="connsiteX19" fmla="*/ 92834 w 97264"/>
                <a:gd name="connsiteY19" fmla="*/ 59620 h 140493"/>
                <a:gd name="connsiteX20" fmla="*/ 92834 w 97264"/>
                <a:gd name="connsiteY20" fmla="*/ 53345 h 140493"/>
                <a:gd name="connsiteX21" fmla="*/ 78738 w 97264"/>
                <a:gd name="connsiteY21" fmla="*/ 53952 h 140493"/>
                <a:gd name="connsiteX22" fmla="*/ 56184 w 97264"/>
                <a:gd name="connsiteY22" fmla="*/ 53345 h 140493"/>
                <a:gd name="connsiteX23" fmla="*/ 56184 w 97264"/>
                <a:gd name="connsiteY23" fmla="*/ 59620 h 140493"/>
                <a:gd name="connsiteX24" fmla="*/ 62024 w 97264"/>
                <a:gd name="connsiteY24" fmla="*/ 64681 h 140493"/>
                <a:gd name="connsiteX25" fmla="*/ 57593 w 97264"/>
                <a:gd name="connsiteY25" fmla="*/ 72576 h 140493"/>
                <a:gd name="connsiteX26" fmla="*/ 29199 w 97264"/>
                <a:gd name="connsiteY26" fmla="*/ 97274 h 140493"/>
                <a:gd name="connsiteX27" fmla="*/ 29199 w 97264"/>
                <a:gd name="connsiteY27" fmla="*/ 103 h 140493"/>
                <a:gd name="connsiteX28" fmla="*/ 201 w 97264"/>
                <a:gd name="connsiteY28" fmla="*/ 2329 h 140493"/>
                <a:gd name="connsiteX29" fmla="*/ 201 w 97264"/>
                <a:gd name="connsiteY29" fmla="*/ 8605 h 140493"/>
                <a:gd name="connsiteX30" fmla="*/ 15909 w 97264"/>
                <a:gd name="connsiteY30" fmla="*/ 19942 h 140493"/>
                <a:gd name="connsiteX31" fmla="*/ 15909 w 97264"/>
                <a:gd name="connsiteY31" fmla="*/ 12521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7264" h="140493">
                  <a:moveTo>
                    <a:pt x="15909" y="125211"/>
                  </a:moveTo>
                  <a:cubicBezTo>
                    <a:pt x="15909" y="134321"/>
                    <a:pt x="13694" y="134321"/>
                    <a:pt x="201" y="134321"/>
                  </a:cubicBezTo>
                  <a:lnTo>
                    <a:pt x="201" y="140597"/>
                  </a:lnTo>
                  <a:cubicBezTo>
                    <a:pt x="6847" y="140394"/>
                    <a:pt x="16311" y="139989"/>
                    <a:pt x="22151" y="139989"/>
                  </a:cubicBezTo>
                  <a:cubicBezTo>
                    <a:pt x="28193" y="139989"/>
                    <a:pt x="36248" y="140192"/>
                    <a:pt x="44303" y="140597"/>
                  </a:cubicBezTo>
                  <a:lnTo>
                    <a:pt x="44303" y="134321"/>
                  </a:lnTo>
                  <a:cubicBezTo>
                    <a:pt x="30810" y="134321"/>
                    <a:pt x="28595" y="134321"/>
                    <a:pt x="28595" y="125211"/>
                  </a:cubicBezTo>
                  <a:lnTo>
                    <a:pt x="28595" y="104360"/>
                  </a:lnTo>
                  <a:lnTo>
                    <a:pt x="41483" y="93225"/>
                  </a:lnTo>
                  <a:cubicBezTo>
                    <a:pt x="56989" y="114684"/>
                    <a:pt x="65447" y="126021"/>
                    <a:pt x="65447" y="129665"/>
                  </a:cubicBezTo>
                  <a:cubicBezTo>
                    <a:pt x="65447" y="133511"/>
                    <a:pt x="62024" y="134321"/>
                    <a:pt x="58197" y="134321"/>
                  </a:cubicBezTo>
                  <a:lnTo>
                    <a:pt x="58197" y="140597"/>
                  </a:lnTo>
                  <a:cubicBezTo>
                    <a:pt x="63836" y="140394"/>
                    <a:pt x="75717" y="139989"/>
                    <a:pt x="79946" y="139989"/>
                  </a:cubicBezTo>
                  <a:cubicBezTo>
                    <a:pt x="85786" y="139989"/>
                    <a:pt x="91626" y="140192"/>
                    <a:pt x="97466" y="140597"/>
                  </a:cubicBezTo>
                  <a:lnTo>
                    <a:pt x="97466" y="134321"/>
                  </a:lnTo>
                  <a:cubicBezTo>
                    <a:pt x="90015" y="134321"/>
                    <a:pt x="85585" y="134321"/>
                    <a:pt x="77932" y="123592"/>
                  </a:cubicBezTo>
                  <a:lnTo>
                    <a:pt x="52358" y="87355"/>
                  </a:lnTo>
                  <a:cubicBezTo>
                    <a:pt x="52156" y="86950"/>
                    <a:pt x="51149" y="85735"/>
                    <a:pt x="51149" y="85128"/>
                  </a:cubicBezTo>
                  <a:cubicBezTo>
                    <a:pt x="51149" y="84318"/>
                    <a:pt x="65447" y="72172"/>
                    <a:pt x="67461" y="70552"/>
                  </a:cubicBezTo>
                  <a:cubicBezTo>
                    <a:pt x="80147" y="60228"/>
                    <a:pt x="88605" y="59823"/>
                    <a:pt x="92834" y="59620"/>
                  </a:cubicBezTo>
                  <a:lnTo>
                    <a:pt x="92834" y="53345"/>
                  </a:lnTo>
                  <a:cubicBezTo>
                    <a:pt x="86994" y="53952"/>
                    <a:pt x="84376" y="53952"/>
                    <a:pt x="78738" y="53952"/>
                  </a:cubicBezTo>
                  <a:cubicBezTo>
                    <a:pt x="71488" y="53952"/>
                    <a:pt x="59003" y="53547"/>
                    <a:pt x="56184" y="53345"/>
                  </a:cubicBezTo>
                  <a:lnTo>
                    <a:pt x="56184" y="59620"/>
                  </a:lnTo>
                  <a:cubicBezTo>
                    <a:pt x="60010" y="59823"/>
                    <a:pt x="62024" y="62050"/>
                    <a:pt x="62024" y="64681"/>
                  </a:cubicBezTo>
                  <a:cubicBezTo>
                    <a:pt x="62024" y="68730"/>
                    <a:pt x="59204" y="71159"/>
                    <a:pt x="57593" y="72576"/>
                  </a:cubicBezTo>
                  <a:lnTo>
                    <a:pt x="29199" y="97274"/>
                  </a:lnTo>
                  <a:lnTo>
                    <a:pt x="29199" y="103"/>
                  </a:lnTo>
                  <a:lnTo>
                    <a:pt x="201" y="2329"/>
                  </a:lnTo>
                  <a:lnTo>
                    <a:pt x="201" y="8605"/>
                  </a:lnTo>
                  <a:cubicBezTo>
                    <a:pt x="14298" y="8605"/>
                    <a:pt x="15909" y="10022"/>
                    <a:pt x="15909" y="19942"/>
                  </a:cubicBezTo>
                  <a:lnTo>
                    <a:pt x="15909" y="12521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8" name="Freeform 787">
              <a:extLst>
                <a:ext uri="{FF2B5EF4-FFF2-40B4-BE49-F238E27FC236}">
                  <a16:creationId xmlns:a16="http://schemas.microsoft.com/office/drawing/2014/main" id="{90EC153B-AE4F-2306-52A5-2466C18A7DA1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8530966" y="4333610"/>
              <a:ext cx="46719" cy="202440"/>
            </a:xfrm>
            <a:custGeom>
              <a:avLst/>
              <a:gdLst>
                <a:gd name="connsiteX0" fmla="*/ 46929 w 46719"/>
                <a:gd name="connsiteY0" fmla="*/ 200519 h 202440"/>
                <a:gd name="connsiteX1" fmla="*/ 43506 w 46719"/>
                <a:gd name="connsiteY1" fmla="*/ 196065 h 202440"/>
                <a:gd name="connsiteX2" fmla="*/ 11890 w 46719"/>
                <a:gd name="connsiteY2" fmla="*/ 101323 h 202440"/>
                <a:gd name="connsiteX3" fmla="*/ 44311 w 46719"/>
                <a:gd name="connsiteY3" fmla="*/ 5569 h 202440"/>
                <a:gd name="connsiteX4" fmla="*/ 46929 w 46719"/>
                <a:gd name="connsiteY4" fmla="*/ 2127 h 202440"/>
                <a:gd name="connsiteX5" fmla="*/ 44915 w 46719"/>
                <a:gd name="connsiteY5" fmla="*/ 103 h 202440"/>
                <a:gd name="connsiteX6" fmla="*/ 12897 w 46719"/>
                <a:gd name="connsiteY6" fmla="*/ 39579 h 202440"/>
                <a:gd name="connsiteX7" fmla="*/ 210 w 46719"/>
                <a:gd name="connsiteY7" fmla="*/ 101323 h 202440"/>
                <a:gd name="connsiteX8" fmla="*/ 13501 w 46719"/>
                <a:gd name="connsiteY8" fmla="*/ 164485 h 202440"/>
                <a:gd name="connsiteX9" fmla="*/ 44915 w 46719"/>
                <a:gd name="connsiteY9" fmla="*/ 202543 h 202440"/>
                <a:gd name="connsiteX10" fmla="*/ 46929 w 46719"/>
                <a:gd name="connsiteY10" fmla="*/ 200519 h 2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719" h="202440">
                  <a:moveTo>
                    <a:pt x="46929" y="200519"/>
                  </a:moveTo>
                  <a:cubicBezTo>
                    <a:pt x="46929" y="199912"/>
                    <a:pt x="46929" y="199507"/>
                    <a:pt x="43506" y="196065"/>
                  </a:cubicBezTo>
                  <a:cubicBezTo>
                    <a:pt x="18334" y="170558"/>
                    <a:pt x="11890" y="132296"/>
                    <a:pt x="11890" y="101323"/>
                  </a:cubicBezTo>
                  <a:cubicBezTo>
                    <a:pt x="11890" y="66098"/>
                    <a:pt x="19542" y="30874"/>
                    <a:pt x="44311" y="5569"/>
                  </a:cubicBezTo>
                  <a:cubicBezTo>
                    <a:pt x="46929" y="3139"/>
                    <a:pt x="46929" y="2734"/>
                    <a:pt x="46929" y="2127"/>
                  </a:cubicBezTo>
                  <a:cubicBezTo>
                    <a:pt x="46929" y="710"/>
                    <a:pt x="46124" y="103"/>
                    <a:pt x="44915" y="103"/>
                  </a:cubicBezTo>
                  <a:cubicBezTo>
                    <a:pt x="42902" y="103"/>
                    <a:pt x="24778" y="13869"/>
                    <a:pt x="12897" y="39579"/>
                  </a:cubicBezTo>
                  <a:cubicBezTo>
                    <a:pt x="2626" y="61847"/>
                    <a:pt x="210" y="84318"/>
                    <a:pt x="210" y="101323"/>
                  </a:cubicBezTo>
                  <a:cubicBezTo>
                    <a:pt x="210" y="117113"/>
                    <a:pt x="2425" y="141609"/>
                    <a:pt x="13501" y="164485"/>
                  </a:cubicBezTo>
                  <a:cubicBezTo>
                    <a:pt x="25583" y="189385"/>
                    <a:pt x="42902" y="202543"/>
                    <a:pt x="44915" y="202543"/>
                  </a:cubicBezTo>
                  <a:cubicBezTo>
                    <a:pt x="46124" y="202543"/>
                    <a:pt x="46929" y="201936"/>
                    <a:pt x="46929" y="200519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8824379A-8972-F563-40C3-04BEB7962F6E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595787" y="4340493"/>
              <a:ext cx="137942" cy="144947"/>
            </a:xfrm>
            <a:custGeom>
              <a:avLst/>
              <a:gdLst>
                <a:gd name="connsiteX0" fmla="*/ 73917 w 137942"/>
                <a:gd name="connsiteY0" fmla="*/ 4151 h 144947"/>
                <a:gd name="connsiteX1" fmla="*/ 69286 w 137942"/>
                <a:gd name="connsiteY1" fmla="*/ 103 h 144947"/>
                <a:gd name="connsiteX2" fmla="*/ 64453 w 137942"/>
                <a:gd name="connsiteY2" fmla="*/ 4151 h 144947"/>
                <a:gd name="connsiteX3" fmla="*/ 22768 w 137942"/>
                <a:gd name="connsiteY3" fmla="*/ 125211 h 144947"/>
                <a:gd name="connsiteX4" fmla="*/ 214 w 137942"/>
                <a:gd name="connsiteY4" fmla="*/ 138775 h 144947"/>
                <a:gd name="connsiteX5" fmla="*/ 214 w 137942"/>
                <a:gd name="connsiteY5" fmla="*/ 145050 h 144947"/>
                <a:gd name="connsiteX6" fmla="*/ 20754 w 137942"/>
                <a:gd name="connsiteY6" fmla="*/ 144443 h 144947"/>
                <a:gd name="connsiteX7" fmla="*/ 43912 w 137942"/>
                <a:gd name="connsiteY7" fmla="*/ 145050 h 144947"/>
                <a:gd name="connsiteX8" fmla="*/ 43912 w 137942"/>
                <a:gd name="connsiteY8" fmla="*/ 138775 h 144947"/>
                <a:gd name="connsiteX9" fmla="*/ 28809 w 137942"/>
                <a:gd name="connsiteY9" fmla="*/ 128450 h 144947"/>
                <a:gd name="connsiteX10" fmla="*/ 29212 w 137942"/>
                <a:gd name="connsiteY10" fmla="*/ 125414 h 144947"/>
                <a:gd name="connsiteX11" fmla="*/ 38475 w 137942"/>
                <a:gd name="connsiteY11" fmla="*/ 98894 h 144947"/>
                <a:gd name="connsiteX12" fmla="*/ 88215 w 137942"/>
                <a:gd name="connsiteY12" fmla="*/ 98894 h 144947"/>
                <a:gd name="connsiteX13" fmla="*/ 98888 w 137942"/>
                <a:gd name="connsiteY13" fmla="*/ 129867 h 144947"/>
                <a:gd name="connsiteX14" fmla="*/ 99492 w 137942"/>
                <a:gd name="connsiteY14" fmla="*/ 132701 h 144947"/>
                <a:gd name="connsiteX15" fmla="*/ 82778 w 137942"/>
                <a:gd name="connsiteY15" fmla="*/ 138775 h 144947"/>
                <a:gd name="connsiteX16" fmla="*/ 82778 w 137942"/>
                <a:gd name="connsiteY16" fmla="*/ 145050 h 144947"/>
                <a:gd name="connsiteX17" fmla="*/ 111776 w 137942"/>
                <a:gd name="connsiteY17" fmla="*/ 144443 h 144947"/>
                <a:gd name="connsiteX18" fmla="*/ 138156 w 137942"/>
                <a:gd name="connsiteY18" fmla="*/ 145050 h 144947"/>
                <a:gd name="connsiteX19" fmla="*/ 138156 w 137942"/>
                <a:gd name="connsiteY19" fmla="*/ 138775 h 144947"/>
                <a:gd name="connsiteX20" fmla="*/ 134531 w 137942"/>
                <a:gd name="connsiteY20" fmla="*/ 138775 h 144947"/>
                <a:gd name="connsiteX21" fmla="*/ 117414 w 137942"/>
                <a:gd name="connsiteY21" fmla="*/ 130677 h 144947"/>
                <a:gd name="connsiteX22" fmla="*/ 73917 w 137942"/>
                <a:gd name="connsiteY22" fmla="*/ 4151 h 144947"/>
                <a:gd name="connsiteX23" fmla="*/ 63244 w 137942"/>
                <a:gd name="connsiteY23" fmla="*/ 26825 h 144947"/>
                <a:gd name="connsiteX24" fmla="*/ 86000 w 137942"/>
                <a:gd name="connsiteY24" fmla="*/ 92618 h 144947"/>
                <a:gd name="connsiteX25" fmla="*/ 40690 w 137942"/>
                <a:gd name="connsiteY25" fmla="*/ 92618 h 144947"/>
                <a:gd name="connsiteX26" fmla="*/ 63244 w 137942"/>
                <a:gd name="connsiteY26" fmla="*/ 26825 h 14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7942" h="144947">
                  <a:moveTo>
                    <a:pt x="73917" y="4151"/>
                  </a:moveTo>
                  <a:cubicBezTo>
                    <a:pt x="72910" y="1520"/>
                    <a:pt x="72508" y="103"/>
                    <a:pt x="69286" y="103"/>
                  </a:cubicBezTo>
                  <a:cubicBezTo>
                    <a:pt x="66064" y="103"/>
                    <a:pt x="65459" y="1317"/>
                    <a:pt x="64453" y="4151"/>
                  </a:cubicBezTo>
                  <a:lnTo>
                    <a:pt x="22768" y="125211"/>
                  </a:lnTo>
                  <a:cubicBezTo>
                    <a:pt x="19143" y="135536"/>
                    <a:pt x="11088" y="138572"/>
                    <a:pt x="214" y="138775"/>
                  </a:cubicBezTo>
                  <a:lnTo>
                    <a:pt x="214" y="145050"/>
                  </a:lnTo>
                  <a:cubicBezTo>
                    <a:pt x="4845" y="144848"/>
                    <a:pt x="13505" y="144443"/>
                    <a:pt x="20754" y="144443"/>
                  </a:cubicBezTo>
                  <a:cubicBezTo>
                    <a:pt x="26997" y="144443"/>
                    <a:pt x="37468" y="144848"/>
                    <a:pt x="43912" y="145050"/>
                  </a:cubicBezTo>
                  <a:lnTo>
                    <a:pt x="43912" y="138775"/>
                  </a:lnTo>
                  <a:cubicBezTo>
                    <a:pt x="33844" y="138775"/>
                    <a:pt x="28809" y="133714"/>
                    <a:pt x="28809" y="128450"/>
                  </a:cubicBezTo>
                  <a:cubicBezTo>
                    <a:pt x="28809" y="127843"/>
                    <a:pt x="29011" y="125818"/>
                    <a:pt x="29212" y="125414"/>
                  </a:cubicBezTo>
                  <a:lnTo>
                    <a:pt x="38475" y="98894"/>
                  </a:lnTo>
                  <a:lnTo>
                    <a:pt x="88215" y="98894"/>
                  </a:lnTo>
                  <a:lnTo>
                    <a:pt x="98888" y="129867"/>
                  </a:lnTo>
                  <a:cubicBezTo>
                    <a:pt x="99089" y="130677"/>
                    <a:pt x="99492" y="131892"/>
                    <a:pt x="99492" y="132701"/>
                  </a:cubicBezTo>
                  <a:cubicBezTo>
                    <a:pt x="99492" y="138775"/>
                    <a:pt x="88215" y="138775"/>
                    <a:pt x="82778" y="138775"/>
                  </a:cubicBezTo>
                  <a:lnTo>
                    <a:pt x="82778" y="145050"/>
                  </a:lnTo>
                  <a:cubicBezTo>
                    <a:pt x="90027" y="144443"/>
                    <a:pt x="104124" y="144443"/>
                    <a:pt x="111776" y="144443"/>
                  </a:cubicBezTo>
                  <a:cubicBezTo>
                    <a:pt x="120435" y="144443"/>
                    <a:pt x="129698" y="144645"/>
                    <a:pt x="138156" y="145050"/>
                  </a:cubicBezTo>
                  <a:lnTo>
                    <a:pt x="138156" y="138775"/>
                  </a:lnTo>
                  <a:lnTo>
                    <a:pt x="134531" y="138775"/>
                  </a:lnTo>
                  <a:cubicBezTo>
                    <a:pt x="122449" y="138775"/>
                    <a:pt x="119629" y="137358"/>
                    <a:pt x="117414" y="130677"/>
                  </a:cubicBezTo>
                  <a:lnTo>
                    <a:pt x="73917" y="4151"/>
                  </a:lnTo>
                  <a:close/>
                  <a:moveTo>
                    <a:pt x="63244" y="26825"/>
                  </a:moveTo>
                  <a:lnTo>
                    <a:pt x="86000" y="92618"/>
                  </a:lnTo>
                  <a:lnTo>
                    <a:pt x="40690" y="92618"/>
                  </a:lnTo>
                  <a:lnTo>
                    <a:pt x="63244" y="2682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0" name="Freeform 789">
              <a:extLst>
                <a:ext uri="{FF2B5EF4-FFF2-40B4-BE49-F238E27FC236}">
                  <a16:creationId xmlns:a16="http://schemas.microsoft.com/office/drawing/2014/main" id="{C2C03439-678E-9E86-23A2-BE2CED5C63AA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8747020" y="4347173"/>
              <a:ext cx="137539" cy="138267"/>
            </a:xfrm>
            <a:custGeom>
              <a:avLst/>
              <a:gdLst>
                <a:gd name="connsiteX0" fmla="*/ 40295 w 137539"/>
                <a:gd name="connsiteY0" fmla="*/ 2734 h 138267"/>
                <a:gd name="connsiteX1" fmla="*/ 34455 w 137539"/>
                <a:gd name="connsiteY1" fmla="*/ 103 h 138267"/>
                <a:gd name="connsiteX2" fmla="*/ 221 w 137539"/>
                <a:gd name="connsiteY2" fmla="*/ 103 h 138267"/>
                <a:gd name="connsiteX3" fmla="*/ 221 w 137539"/>
                <a:gd name="connsiteY3" fmla="*/ 6378 h 138267"/>
                <a:gd name="connsiteX4" fmla="*/ 6061 w 137539"/>
                <a:gd name="connsiteY4" fmla="*/ 6378 h 138267"/>
                <a:gd name="connsiteX5" fmla="*/ 16130 w 137539"/>
                <a:gd name="connsiteY5" fmla="*/ 6783 h 138267"/>
                <a:gd name="connsiteX6" fmla="*/ 20963 w 137539"/>
                <a:gd name="connsiteY6" fmla="*/ 11439 h 138267"/>
                <a:gd name="connsiteX7" fmla="*/ 20963 w 137539"/>
                <a:gd name="connsiteY7" fmla="*/ 117113 h 138267"/>
                <a:gd name="connsiteX8" fmla="*/ 221 w 137539"/>
                <a:gd name="connsiteY8" fmla="*/ 132094 h 138267"/>
                <a:gd name="connsiteX9" fmla="*/ 221 w 137539"/>
                <a:gd name="connsiteY9" fmla="*/ 138370 h 138267"/>
                <a:gd name="connsiteX10" fmla="*/ 23782 w 137539"/>
                <a:gd name="connsiteY10" fmla="*/ 137762 h 138267"/>
                <a:gd name="connsiteX11" fmla="*/ 47343 w 137539"/>
                <a:gd name="connsiteY11" fmla="*/ 138370 h 138267"/>
                <a:gd name="connsiteX12" fmla="*/ 47343 w 137539"/>
                <a:gd name="connsiteY12" fmla="*/ 132094 h 138267"/>
                <a:gd name="connsiteX13" fmla="*/ 26601 w 137539"/>
                <a:gd name="connsiteY13" fmla="*/ 117113 h 138267"/>
                <a:gd name="connsiteX14" fmla="*/ 26601 w 137539"/>
                <a:gd name="connsiteY14" fmla="*/ 11844 h 138267"/>
                <a:gd name="connsiteX15" fmla="*/ 28615 w 137539"/>
                <a:gd name="connsiteY15" fmla="*/ 14273 h 138267"/>
                <a:gd name="connsiteX16" fmla="*/ 110776 w 137539"/>
                <a:gd name="connsiteY16" fmla="*/ 135738 h 138267"/>
                <a:gd name="connsiteX17" fmla="*/ 114200 w 137539"/>
                <a:gd name="connsiteY17" fmla="*/ 138370 h 138267"/>
                <a:gd name="connsiteX18" fmla="*/ 117019 w 137539"/>
                <a:gd name="connsiteY18" fmla="*/ 133106 h 138267"/>
                <a:gd name="connsiteX19" fmla="*/ 117019 w 137539"/>
                <a:gd name="connsiteY19" fmla="*/ 21359 h 138267"/>
                <a:gd name="connsiteX20" fmla="*/ 137761 w 137539"/>
                <a:gd name="connsiteY20" fmla="*/ 6378 h 138267"/>
                <a:gd name="connsiteX21" fmla="*/ 137761 w 137539"/>
                <a:gd name="connsiteY21" fmla="*/ 103 h 138267"/>
                <a:gd name="connsiteX22" fmla="*/ 114200 w 137539"/>
                <a:gd name="connsiteY22" fmla="*/ 710 h 138267"/>
                <a:gd name="connsiteX23" fmla="*/ 90639 w 137539"/>
                <a:gd name="connsiteY23" fmla="*/ 103 h 138267"/>
                <a:gd name="connsiteX24" fmla="*/ 90639 w 137539"/>
                <a:gd name="connsiteY24" fmla="*/ 6378 h 138267"/>
                <a:gd name="connsiteX25" fmla="*/ 111381 w 137539"/>
                <a:gd name="connsiteY25" fmla="*/ 21359 h 138267"/>
                <a:gd name="connsiteX26" fmla="*/ 111381 w 137539"/>
                <a:gd name="connsiteY26" fmla="*/ 107801 h 138267"/>
                <a:gd name="connsiteX27" fmla="*/ 40295 w 137539"/>
                <a:gd name="connsiteY27" fmla="*/ 2734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7539" h="138267">
                  <a:moveTo>
                    <a:pt x="40295" y="2734"/>
                  </a:moveTo>
                  <a:cubicBezTo>
                    <a:pt x="38483" y="305"/>
                    <a:pt x="38281" y="103"/>
                    <a:pt x="34455" y="103"/>
                  </a:cubicBezTo>
                  <a:lnTo>
                    <a:pt x="221" y="103"/>
                  </a:lnTo>
                  <a:lnTo>
                    <a:pt x="221" y="6378"/>
                  </a:lnTo>
                  <a:lnTo>
                    <a:pt x="6061" y="6378"/>
                  </a:lnTo>
                  <a:cubicBezTo>
                    <a:pt x="9082" y="6378"/>
                    <a:pt x="13109" y="6581"/>
                    <a:pt x="16130" y="6783"/>
                  </a:cubicBezTo>
                  <a:cubicBezTo>
                    <a:pt x="20762" y="7390"/>
                    <a:pt x="20963" y="7593"/>
                    <a:pt x="20963" y="11439"/>
                  </a:cubicBezTo>
                  <a:lnTo>
                    <a:pt x="20963" y="117113"/>
                  </a:lnTo>
                  <a:cubicBezTo>
                    <a:pt x="20963" y="122579"/>
                    <a:pt x="20963" y="132094"/>
                    <a:pt x="221" y="132094"/>
                  </a:cubicBezTo>
                  <a:lnTo>
                    <a:pt x="221" y="138370"/>
                  </a:lnTo>
                  <a:cubicBezTo>
                    <a:pt x="7269" y="138167"/>
                    <a:pt x="17137" y="137762"/>
                    <a:pt x="23782" y="137762"/>
                  </a:cubicBezTo>
                  <a:cubicBezTo>
                    <a:pt x="30428" y="137762"/>
                    <a:pt x="40295" y="138167"/>
                    <a:pt x="47343" y="138370"/>
                  </a:cubicBezTo>
                  <a:lnTo>
                    <a:pt x="47343" y="132094"/>
                  </a:lnTo>
                  <a:cubicBezTo>
                    <a:pt x="26601" y="132094"/>
                    <a:pt x="26601" y="122579"/>
                    <a:pt x="26601" y="117113"/>
                  </a:cubicBezTo>
                  <a:lnTo>
                    <a:pt x="26601" y="11844"/>
                  </a:lnTo>
                  <a:cubicBezTo>
                    <a:pt x="27608" y="12856"/>
                    <a:pt x="27810" y="13059"/>
                    <a:pt x="28615" y="14273"/>
                  </a:cubicBezTo>
                  <a:lnTo>
                    <a:pt x="110776" y="135738"/>
                  </a:lnTo>
                  <a:cubicBezTo>
                    <a:pt x="112589" y="138167"/>
                    <a:pt x="112790" y="138370"/>
                    <a:pt x="114200" y="138370"/>
                  </a:cubicBezTo>
                  <a:cubicBezTo>
                    <a:pt x="117019" y="138370"/>
                    <a:pt x="117019" y="136953"/>
                    <a:pt x="117019" y="133106"/>
                  </a:cubicBezTo>
                  <a:lnTo>
                    <a:pt x="117019" y="21359"/>
                  </a:lnTo>
                  <a:cubicBezTo>
                    <a:pt x="117019" y="15893"/>
                    <a:pt x="117019" y="6378"/>
                    <a:pt x="137761" y="6378"/>
                  </a:cubicBezTo>
                  <a:lnTo>
                    <a:pt x="137761" y="103"/>
                  </a:lnTo>
                  <a:cubicBezTo>
                    <a:pt x="130713" y="305"/>
                    <a:pt x="120845" y="710"/>
                    <a:pt x="114200" y="710"/>
                  </a:cubicBezTo>
                  <a:cubicBezTo>
                    <a:pt x="107554" y="710"/>
                    <a:pt x="97687" y="305"/>
                    <a:pt x="90639" y="103"/>
                  </a:cubicBezTo>
                  <a:lnTo>
                    <a:pt x="90639" y="6378"/>
                  </a:lnTo>
                  <a:cubicBezTo>
                    <a:pt x="111381" y="6378"/>
                    <a:pt x="111381" y="15893"/>
                    <a:pt x="111381" y="21359"/>
                  </a:cubicBezTo>
                  <a:lnTo>
                    <a:pt x="111381" y="107801"/>
                  </a:lnTo>
                  <a:lnTo>
                    <a:pt x="40295" y="273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0EFBCC53-5363-14F3-9D5A-22F99BBE0FC8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898052" y="4347173"/>
              <a:ext cx="137539" cy="138267"/>
            </a:xfrm>
            <a:custGeom>
              <a:avLst/>
              <a:gdLst>
                <a:gd name="connsiteX0" fmla="*/ 40302 w 137539"/>
                <a:gd name="connsiteY0" fmla="*/ 2734 h 138267"/>
                <a:gd name="connsiteX1" fmla="*/ 34463 w 137539"/>
                <a:gd name="connsiteY1" fmla="*/ 103 h 138267"/>
                <a:gd name="connsiteX2" fmla="*/ 229 w 137539"/>
                <a:gd name="connsiteY2" fmla="*/ 103 h 138267"/>
                <a:gd name="connsiteX3" fmla="*/ 229 w 137539"/>
                <a:gd name="connsiteY3" fmla="*/ 6378 h 138267"/>
                <a:gd name="connsiteX4" fmla="*/ 6069 w 137539"/>
                <a:gd name="connsiteY4" fmla="*/ 6378 h 138267"/>
                <a:gd name="connsiteX5" fmla="*/ 16137 w 137539"/>
                <a:gd name="connsiteY5" fmla="*/ 6783 h 138267"/>
                <a:gd name="connsiteX6" fmla="*/ 20970 w 137539"/>
                <a:gd name="connsiteY6" fmla="*/ 11439 h 138267"/>
                <a:gd name="connsiteX7" fmla="*/ 20970 w 137539"/>
                <a:gd name="connsiteY7" fmla="*/ 117113 h 138267"/>
                <a:gd name="connsiteX8" fmla="*/ 229 w 137539"/>
                <a:gd name="connsiteY8" fmla="*/ 132094 h 138267"/>
                <a:gd name="connsiteX9" fmla="*/ 229 w 137539"/>
                <a:gd name="connsiteY9" fmla="*/ 138370 h 138267"/>
                <a:gd name="connsiteX10" fmla="*/ 23790 w 137539"/>
                <a:gd name="connsiteY10" fmla="*/ 137762 h 138267"/>
                <a:gd name="connsiteX11" fmla="*/ 47351 w 137539"/>
                <a:gd name="connsiteY11" fmla="*/ 138370 h 138267"/>
                <a:gd name="connsiteX12" fmla="*/ 47351 w 137539"/>
                <a:gd name="connsiteY12" fmla="*/ 132094 h 138267"/>
                <a:gd name="connsiteX13" fmla="*/ 26609 w 137539"/>
                <a:gd name="connsiteY13" fmla="*/ 117113 h 138267"/>
                <a:gd name="connsiteX14" fmla="*/ 26609 w 137539"/>
                <a:gd name="connsiteY14" fmla="*/ 11844 h 138267"/>
                <a:gd name="connsiteX15" fmla="*/ 28623 w 137539"/>
                <a:gd name="connsiteY15" fmla="*/ 14273 h 138267"/>
                <a:gd name="connsiteX16" fmla="*/ 110784 w 137539"/>
                <a:gd name="connsiteY16" fmla="*/ 135738 h 138267"/>
                <a:gd name="connsiteX17" fmla="*/ 114207 w 137539"/>
                <a:gd name="connsiteY17" fmla="*/ 138370 h 138267"/>
                <a:gd name="connsiteX18" fmla="*/ 117026 w 137539"/>
                <a:gd name="connsiteY18" fmla="*/ 133106 h 138267"/>
                <a:gd name="connsiteX19" fmla="*/ 117026 w 137539"/>
                <a:gd name="connsiteY19" fmla="*/ 21359 h 138267"/>
                <a:gd name="connsiteX20" fmla="*/ 137768 w 137539"/>
                <a:gd name="connsiteY20" fmla="*/ 6378 h 138267"/>
                <a:gd name="connsiteX21" fmla="*/ 137768 w 137539"/>
                <a:gd name="connsiteY21" fmla="*/ 103 h 138267"/>
                <a:gd name="connsiteX22" fmla="*/ 114207 w 137539"/>
                <a:gd name="connsiteY22" fmla="*/ 710 h 138267"/>
                <a:gd name="connsiteX23" fmla="*/ 90646 w 137539"/>
                <a:gd name="connsiteY23" fmla="*/ 103 h 138267"/>
                <a:gd name="connsiteX24" fmla="*/ 90646 w 137539"/>
                <a:gd name="connsiteY24" fmla="*/ 6378 h 138267"/>
                <a:gd name="connsiteX25" fmla="*/ 111388 w 137539"/>
                <a:gd name="connsiteY25" fmla="*/ 21359 h 138267"/>
                <a:gd name="connsiteX26" fmla="*/ 111388 w 137539"/>
                <a:gd name="connsiteY26" fmla="*/ 107801 h 138267"/>
                <a:gd name="connsiteX27" fmla="*/ 40302 w 137539"/>
                <a:gd name="connsiteY27" fmla="*/ 2734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7539" h="138267">
                  <a:moveTo>
                    <a:pt x="40302" y="2734"/>
                  </a:moveTo>
                  <a:cubicBezTo>
                    <a:pt x="38490" y="305"/>
                    <a:pt x="38289" y="103"/>
                    <a:pt x="34463" y="103"/>
                  </a:cubicBezTo>
                  <a:lnTo>
                    <a:pt x="229" y="103"/>
                  </a:lnTo>
                  <a:lnTo>
                    <a:pt x="229" y="6378"/>
                  </a:lnTo>
                  <a:lnTo>
                    <a:pt x="6069" y="6378"/>
                  </a:lnTo>
                  <a:cubicBezTo>
                    <a:pt x="9089" y="6378"/>
                    <a:pt x="13117" y="6581"/>
                    <a:pt x="16137" y="6783"/>
                  </a:cubicBezTo>
                  <a:cubicBezTo>
                    <a:pt x="20769" y="7390"/>
                    <a:pt x="20970" y="7593"/>
                    <a:pt x="20970" y="11439"/>
                  </a:cubicBezTo>
                  <a:lnTo>
                    <a:pt x="20970" y="117113"/>
                  </a:lnTo>
                  <a:cubicBezTo>
                    <a:pt x="20970" y="122579"/>
                    <a:pt x="20970" y="132094"/>
                    <a:pt x="229" y="132094"/>
                  </a:cubicBezTo>
                  <a:lnTo>
                    <a:pt x="229" y="138370"/>
                  </a:lnTo>
                  <a:cubicBezTo>
                    <a:pt x="7277" y="138167"/>
                    <a:pt x="17144" y="137762"/>
                    <a:pt x="23790" y="137762"/>
                  </a:cubicBezTo>
                  <a:cubicBezTo>
                    <a:pt x="30435" y="137762"/>
                    <a:pt x="40302" y="138167"/>
                    <a:pt x="47351" y="138370"/>
                  </a:cubicBezTo>
                  <a:lnTo>
                    <a:pt x="47351" y="132094"/>
                  </a:lnTo>
                  <a:cubicBezTo>
                    <a:pt x="26609" y="132094"/>
                    <a:pt x="26609" y="122579"/>
                    <a:pt x="26609" y="117113"/>
                  </a:cubicBezTo>
                  <a:lnTo>
                    <a:pt x="26609" y="11844"/>
                  </a:lnTo>
                  <a:cubicBezTo>
                    <a:pt x="27616" y="12856"/>
                    <a:pt x="27817" y="13059"/>
                    <a:pt x="28623" y="14273"/>
                  </a:cubicBezTo>
                  <a:lnTo>
                    <a:pt x="110784" y="135738"/>
                  </a:lnTo>
                  <a:cubicBezTo>
                    <a:pt x="112596" y="138167"/>
                    <a:pt x="112798" y="138370"/>
                    <a:pt x="114207" y="138370"/>
                  </a:cubicBezTo>
                  <a:cubicBezTo>
                    <a:pt x="117026" y="138370"/>
                    <a:pt x="117026" y="136953"/>
                    <a:pt x="117026" y="133106"/>
                  </a:cubicBezTo>
                  <a:lnTo>
                    <a:pt x="117026" y="21359"/>
                  </a:lnTo>
                  <a:cubicBezTo>
                    <a:pt x="117026" y="15893"/>
                    <a:pt x="117026" y="6378"/>
                    <a:pt x="137768" y="6378"/>
                  </a:cubicBezTo>
                  <a:lnTo>
                    <a:pt x="137768" y="103"/>
                  </a:lnTo>
                  <a:cubicBezTo>
                    <a:pt x="130720" y="305"/>
                    <a:pt x="120853" y="710"/>
                    <a:pt x="114207" y="710"/>
                  </a:cubicBezTo>
                  <a:cubicBezTo>
                    <a:pt x="107562" y="710"/>
                    <a:pt x="97694" y="305"/>
                    <a:pt x="90646" y="103"/>
                  </a:cubicBezTo>
                  <a:lnTo>
                    <a:pt x="90646" y="6378"/>
                  </a:lnTo>
                  <a:cubicBezTo>
                    <a:pt x="111388" y="6378"/>
                    <a:pt x="111388" y="15893"/>
                    <a:pt x="111388" y="21359"/>
                  </a:cubicBezTo>
                  <a:lnTo>
                    <a:pt x="111388" y="107801"/>
                  </a:lnTo>
                  <a:lnTo>
                    <a:pt x="40302" y="273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2" name="Freeform 791">
              <a:extLst>
                <a:ext uri="{FF2B5EF4-FFF2-40B4-BE49-F238E27FC236}">
                  <a16:creationId xmlns:a16="http://schemas.microsoft.com/office/drawing/2014/main" id="{14B4EF8E-BF6A-517D-D928-328AF5C8E0C0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053917" y="4333610"/>
              <a:ext cx="46719" cy="202440"/>
            </a:xfrm>
            <a:custGeom>
              <a:avLst/>
              <a:gdLst>
                <a:gd name="connsiteX0" fmla="*/ 46955 w 46719"/>
                <a:gd name="connsiteY0" fmla="*/ 101323 h 202440"/>
                <a:gd name="connsiteX1" fmla="*/ 33665 w 46719"/>
                <a:gd name="connsiteY1" fmla="*/ 38161 h 202440"/>
                <a:gd name="connsiteX2" fmla="*/ 2250 w 46719"/>
                <a:gd name="connsiteY2" fmla="*/ 103 h 202440"/>
                <a:gd name="connsiteX3" fmla="*/ 236 w 46719"/>
                <a:gd name="connsiteY3" fmla="*/ 2127 h 202440"/>
                <a:gd name="connsiteX4" fmla="*/ 4062 w 46719"/>
                <a:gd name="connsiteY4" fmla="*/ 6783 h 202440"/>
                <a:gd name="connsiteX5" fmla="*/ 35276 w 46719"/>
                <a:gd name="connsiteY5" fmla="*/ 101323 h 202440"/>
                <a:gd name="connsiteX6" fmla="*/ 2854 w 46719"/>
                <a:gd name="connsiteY6" fmla="*/ 197078 h 202440"/>
                <a:gd name="connsiteX7" fmla="*/ 236 w 46719"/>
                <a:gd name="connsiteY7" fmla="*/ 200519 h 202440"/>
                <a:gd name="connsiteX8" fmla="*/ 2250 w 46719"/>
                <a:gd name="connsiteY8" fmla="*/ 202543 h 202440"/>
                <a:gd name="connsiteX9" fmla="*/ 34269 w 46719"/>
                <a:gd name="connsiteY9" fmla="*/ 163068 h 202440"/>
                <a:gd name="connsiteX10" fmla="*/ 46955 w 46719"/>
                <a:gd name="connsiteY10" fmla="*/ 101323 h 2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719" h="202440">
                  <a:moveTo>
                    <a:pt x="46955" y="101323"/>
                  </a:moveTo>
                  <a:cubicBezTo>
                    <a:pt x="46955" y="85533"/>
                    <a:pt x="44740" y="61037"/>
                    <a:pt x="33665" y="38161"/>
                  </a:cubicBezTo>
                  <a:cubicBezTo>
                    <a:pt x="21582" y="13261"/>
                    <a:pt x="4264" y="103"/>
                    <a:pt x="2250" y="103"/>
                  </a:cubicBezTo>
                  <a:cubicBezTo>
                    <a:pt x="1042" y="103"/>
                    <a:pt x="236" y="912"/>
                    <a:pt x="236" y="2127"/>
                  </a:cubicBezTo>
                  <a:cubicBezTo>
                    <a:pt x="236" y="2734"/>
                    <a:pt x="236" y="3139"/>
                    <a:pt x="4062" y="6783"/>
                  </a:cubicBezTo>
                  <a:cubicBezTo>
                    <a:pt x="23797" y="26825"/>
                    <a:pt x="35276" y="59013"/>
                    <a:pt x="35276" y="101323"/>
                  </a:cubicBezTo>
                  <a:cubicBezTo>
                    <a:pt x="35276" y="135940"/>
                    <a:pt x="27825" y="171570"/>
                    <a:pt x="2854" y="197078"/>
                  </a:cubicBezTo>
                  <a:cubicBezTo>
                    <a:pt x="236" y="199507"/>
                    <a:pt x="236" y="199912"/>
                    <a:pt x="236" y="200519"/>
                  </a:cubicBezTo>
                  <a:cubicBezTo>
                    <a:pt x="236" y="201734"/>
                    <a:pt x="1042" y="202543"/>
                    <a:pt x="2250" y="202543"/>
                  </a:cubicBezTo>
                  <a:cubicBezTo>
                    <a:pt x="4264" y="202543"/>
                    <a:pt x="22388" y="188777"/>
                    <a:pt x="34269" y="163068"/>
                  </a:cubicBezTo>
                  <a:cubicBezTo>
                    <a:pt x="44539" y="140799"/>
                    <a:pt x="46955" y="118328"/>
                    <a:pt x="46955" y="10132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84F916C3-1D8F-6DF1-96AB-336350749554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9194522" y="4350007"/>
              <a:ext cx="43094" cy="135432"/>
            </a:xfrm>
            <a:custGeom>
              <a:avLst/>
              <a:gdLst>
                <a:gd name="connsiteX0" fmla="*/ 29241 w 43094"/>
                <a:gd name="connsiteY0" fmla="*/ 46057 h 135432"/>
                <a:gd name="connsiteX1" fmla="*/ 1049 w 43094"/>
                <a:gd name="connsiteY1" fmla="*/ 48284 h 135432"/>
                <a:gd name="connsiteX2" fmla="*/ 1049 w 43094"/>
                <a:gd name="connsiteY2" fmla="*/ 54559 h 135432"/>
                <a:gd name="connsiteX3" fmla="*/ 15951 w 43094"/>
                <a:gd name="connsiteY3" fmla="*/ 65693 h 135432"/>
                <a:gd name="connsiteX4" fmla="*/ 15951 w 43094"/>
                <a:gd name="connsiteY4" fmla="*/ 120150 h 135432"/>
                <a:gd name="connsiteX5" fmla="*/ 243 w 43094"/>
                <a:gd name="connsiteY5" fmla="*/ 129260 h 135432"/>
                <a:gd name="connsiteX6" fmla="*/ 243 w 43094"/>
                <a:gd name="connsiteY6" fmla="*/ 135536 h 135432"/>
                <a:gd name="connsiteX7" fmla="*/ 22395 w 43094"/>
                <a:gd name="connsiteY7" fmla="*/ 134928 h 135432"/>
                <a:gd name="connsiteX8" fmla="*/ 43338 w 43094"/>
                <a:gd name="connsiteY8" fmla="*/ 135536 h 135432"/>
                <a:gd name="connsiteX9" fmla="*/ 43338 w 43094"/>
                <a:gd name="connsiteY9" fmla="*/ 129260 h 135432"/>
                <a:gd name="connsiteX10" fmla="*/ 29241 w 43094"/>
                <a:gd name="connsiteY10" fmla="*/ 120352 h 135432"/>
                <a:gd name="connsiteX11" fmla="*/ 29241 w 43094"/>
                <a:gd name="connsiteY11" fmla="*/ 46057 h 135432"/>
                <a:gd name="connsiteX12" fmla="*/ 30047 w 43094"/>
                <a:gd name="connsiteY12" fmla="*/ 10832 h 135432"/>
                <a:gd name="connsiteX13" fmla="*/ 19374 w 43094"/>
                <a:gd name="connsiteY13" fmla="*/ 103 h 135432"/>
                <a:gd name="connsiteX14" fmla="*/ 8701 w 43094"/>
                <a:gd name="connsiteY14" fmla="*/ 10832 h 135432"/>
                <a:gd name="connsiteX15" fmla="*/ 19374 w 43094"/>
                <a:gd name="connsiteY15" fmla="*/ 21561 h 135432"/>
                <a:gd name="connsiteX16" fmla="*/ 30047 w 43094"/>
                <a:gd name="connsiteY16" fmla="*/ 1083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241" y="46057"/>
                  </a:moveTo>
                  <a:lnTo>
                    <a:pt x="1049" y="48284"/>
                  </a:lnTo>
                  <a:lnTo>
                    <a:pt x="1049" y="54559"/>
                  </a:lnTo>
                  <a:cubicBezTo>
                    <a:pt x="14138" y="54559"/>
                    <a:pt x="15951" y="55774"/>
                    <a:pt x="15951" y="65693"/>
                  </a:cubicBezTo>
                  <a:lnTo>
                    <a:pt x="15951" y="120150"/>
                  </a:lnTo>
                  <a:cubicBezTo>
                    <a:pt x="15951" y="129260"/>
                    <a:pt x="13736" y="129260"/>
                    <a:pt x="243" y="129260"/>
                  </a:cubicBezTo>
                  <a:lnTo>
                    <a:pt x="243" y="135536"/>
                  </a:lnTo>
                  <a:cubicBezTo>
                    <a:pt x="6687" y="135333"/>
                    <a:pt x="17562" y="134928"/>
                    <a:pt x="22395" y="134928"/>
                  </a:cubicBezTo>
                  <a:cubicBezTo>
                    <a:pt x="29443" y="134928"/>
                    <a:pt x="36491" y="135333"/>
                    <a:pt x="43338" y="135536"/>
                  </a:cubicBezTo>
                  <a:lnTo>
                    <a:pt x="43338" y="129260"/>
                  </a:lnTo>
                  <a:cubicBezTo>
                    <a:pt x="30047" y="129260"/>
                    <a:pt x="29241" y="128248"/>
                    <a:pt x="29241" y="120352"/>
                  </a:cubicBezTo>
                  <a:lnTo>
                    <a:pt x="29241" y="46057"/>
                  </a:lnTo>
                  <a:close/>
                  <a:moveTo>
                    <a:pt x="30047" y="10832"/>
                  </a:moveTo>
                  <a:cubicBezTo>
                    <a:pt x="30047" y="4354"/>
                    <a:pt x="25013" y="103"/>
                    <a:pt x="19374" y="103"/>
                  </a:cubicBezTo>
                  <a:cubicBezTo>
                    <a:pt x="13131" y="103"/>
                    <a:pt x="8701" y="5569"/>
                    <a:pt x="8701" y="10832"/>
                  </a:cubicBezTo>
                  <a:cubicBezTo>
                    <a:pt x="8701" y="16298"/>
                    <a:pt x="13131" y="21561"/>
                    <a:pt x="19374" y="21561"/>
                  </a:cubicBezTo>
                  <a:cubicBezTo>
                    <a:pt x="25013" y="21561"/>
                    <a:pt x="30047" y="17310"/>
                    <a:pt x="30047" y="108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4" name="Freeform 793">
              <a:extLst>
                <a:ext uri="{FF2B5EF4-FFF2-40B4-BE49-F238E27FC236}">
                  <a16:creationId xmlns:a16="http://schemas.microsoft.com/office/drawing/2014/main" id="{DE558B91-9718-6C72-53DF-2BAE6D0B2279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9250258" y="4395961"/>
              <a:ext cx="101291" cy="89478"/>
            </a:xfrm>
            <a:custGeom>
              <a:avLst/>
              <a:gdLst>
                <a:gd name="connsiteX0" fmla="*/ 15953 w 101291"/>
                <a:gd name="connsiteY0" fmla="*/ 19942 h 89478"/>
                <a:gd name="connsiteX1" fmla="*/ 15953 w 101291"/>
                <a:gd name="connsiteY1" fmla="*/ 74196 h 89478"/>
                <a:gd name="connsiteX2" fmla="*/ 246 w 101291"/>
                <a:gd name="connsiteY2" fmla="*/ 83306 h 89478"/>
                <a:gd name="connsiteX3" fmla="*/ 246 w 101291"/>
                <a:gd name="connsiteY3" fmla="*/ 89581 h 89478"/>
                <a:gd name="connsiteX4" fmla="*/ 23002 w 101291"/>
                <a:gd name="connsiteY4" fmla="*/ 88974 h 89478"/>
                <a:gd name="connsiteX5" fmla="*/ 45556 w 101291"/>
                <a:gd name="connsiteY5" fmla="*/ 89581 h 89478"/>
                <a:gd name="connsiteX6" fmla="*/ 45556 w 101291"/>
                <a:gd name="connsiteY6" fmla="*/ 83306 h 89478"/>
                <a:gd name="connsiteX7" fmla="*/ 29848 w 101291"/>
                <a:gd name="connsiteY7" fmla="*/ 74196 h 89478"/>
                <a:gd name="connsiteX8" fmla="*/ 29848 w 101291"/>
                <a:gd name="connsiteY8" fmla="*/ 36947 h 89478"/>
                <a:gd name="connsiteX9" fmla="*/ 57034 w 101291"/>
                <a:gd name="connsiteY9" fmla="*/ 4556 h 89478"/>
                <a:gd name="connsiteX10" fmla="*/ 71936 w 101291"/>
                <a:gd name="connsiteY10" fmla="*/ 27027 h 89478"/>
                <a:gd name="connsiteX11" fmla="*/ 71936 w 101291"/>
                <a:gd name="connsiteY11" fmla="*/ 74196 h 89478"/>
                <a:gd name="connsiteX12" fmla="*/ 56229 w 101291"/>
                <a:gd name="connsiteY12" fmla="*/ 83306 h 89478"/>
                <a:gd name="connsiteX13" fmla="*/ 56229 w 101291"/>
                <a:gd name="connsiteY13" fmla="*/ 89581 h 89478"/>
                <a:gd name="connsiteX14" fmla="*/ 78984 w 101291"/>
                <a:gd name="connsiteY14" fmla="*/ 88974 h 89478"/>
                <a:gd name="connsiteX15" fmla="*/ 101538 w 101291"/>
                <a:gd name="connsiteY15" fmla="*/ 89581 h 89478"/>
                <a:gd name="connsiteX16" fmla="*/ 101538 w 101291"/>
                <a:gd name="connsiteY16" fmla="*/ 83306 h 89478"/>
                <a:gd name="connsiteX17" fmla="*/ 85831 w 101291"/>
                <a:gd name="connsiteY17" fmla="*/ 77233 h 89478"/>
                <a:gd name="connsiteX18" fmla="*/ 85831 w 101291"/>
                <a:gd name="connsiteY18" fmla="*/ 38566 h 89478"/>
                <a:gd name="connsiteX19" fmla="*/ 79588 w 101291"/>
                <a:gd name="connsiteY19" fmla="*/ 7593 h 89478"/>
                <a:gd name="connsiteX20" fmla="*/ 58444 w 101291"/>
                <a:gd name="connsiteY20" fmla="*/ 103 h 89478"/>
                <a:gd name="connsiteX21" fmla="*/ 28640 w 101291"/>
                <a:gd name="connsiteY21" fmla="*/ 21359 h 89478"/>
                <a:gd name="connsiteX22" fmla="*/ 28640 w 101291"/>
                <a:gd name="connsiteY22" fmla="*/ 103 h 89478"/>
                <a:gd name="connsiteX23" fmla="*/ 246 w 101291"/>
                <a:gd name="connsiteY23" fmla="*/ 2329 h 89478"/>
                <a:gd name="connsiteX24" fmla="*/ 246 w 101291"/>
                <a:gd name="connsiteY24" fmla="*/ 8605 h 89478"/>
                <a:gd name="connsiteX25" fmla="*/ 15953 w 101291"/>
                <a:gd name="connsiteY25" fmla="*/ 1994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953" y="19942"/>
                  </a:moveTo>
                  <a:lnTo>
                    <a:pt x="15953" y="74196"/>
                  </a:lnTo>
                  <a:cubicBezTo>
                    <a:pt x="15953" y="83306"/>
                    <a:pt x="13738" y="83306"/>
                    <a:pt x="246" y="83306"/>
                  </a:cubicBezTo>
                  <a:lnTo>
                    <a:pt x="246" y="89581"/>
                  </a:lnTo>
                  <a:cubicBezTo>
                    <a:pt x="7294" y="89379"/>
                    <a:pt x="17565" y="88974"/>
                    <a:pt x="23002" y="88974"/>
                  </a:cubicBezTo>
                  <a:cubicBezTo>
                    <a:pt x="28237" y="88974"/>
                    <a:pt x="38709" y="89379"/>
                    <a:pt x="45556" y="89581"/>
                  </a:cubicBezTo>
                  <a:lnTo>
                    <a:pt x="45556" y="83306"/>
                  </a:lnTo>
                  <a:cubicBezTo>
                    <a:pt x="32064" y="83306"/>
                    <a:pt x="29848" y="83306"/>
                    <a:pt x="29848" y="74196"/>
                  </a:cubicBezTo>
                  <a:lnTo>
                    <a:pt x="29848" y="36947"/>
                  </a:lnTo>
                  <a:cubicBezTo>
                    <a:pt x="29848" y="15893"/>
                    <a:pt x="44146" y="4556"/>
                    <a:pt x="57034" y="4556"/>
                  </a:cubicBezTo>
                  <a:cubicBezTo>
                    <a:pt x="69721" y="4556"/>
                    <a:pt x="71936" y="15488"/>
                    <a:pt x="71936" y="27027"/>
                  </a:cubicBezTo>
                  <a:lnTo>
                    <a:pt x="71936" y="74196"/>
                  </a:lnTo>
                  <a:cubicBezTo>
                    <a:pt x="71936" y="83306"/>
                    <a:pt x="69721" y="83306"/>
                    <a:pt x="56229" y="83306"/>
                  </a:cubicBezTo>
                  <a:lnTo>
                    <a:pt x="56229" y="89581"/>
                  </a:lnTo>
                  <a:cubicBezTo>
                    <a:pt x="63277" y="89379"/>
                    <a:pt x="73547" y="88974"/>
                    <a:pt x="78984" y="88974"/>
                  </a:cubicBezTo>
                  <a:cubicBezTo>
                    <a:pt x="84220" y="88974"/>
                    <a:pt x="94691" y="89379"/>
                    <a:pt x="101538" y="89581"/>
                  </a:cubicBezTo>
                  <a:lnTo>
                    <a:pt x="101538" y="83306"/>
                  </a:lnTo>
                  <a:cubicBezTo>
                    <a:pt x="91067" y="83306"/>
                    <a:pt x="86032" y="83306"/>
                    <a:pt x="85831" y="77233"/>
                  </a:cubicBezTo>
                  <a:lnTo>
                    <a:pt x="85831" y="38566"/>
                  </a:lnTo>
                  <a:cubicBezTo>
                    <a:pt x="85831" y="21156"/>
                    <a:pt x="85831" y="14881"/>
                    <a:pt x="79588" y="7593"/>
                  </a:cubicBezTo>
                  <a:cubicBezTo>
                    <a:pt x="76769" y="4151"/>
                    <a:pt x="70123" y="103"/>
                    <a:pt x="58444" y="103"/>
                  </a:cubicBezTo>
                  <a:cubicBezTo>
                    <a:pt x="43743" y="103"/>
                    <a:pt x="34279" y="8808"/>
                    <a:pt x="28640" y="21359"/>
                  </a:cubicBezTo>
                  <a:lnTo>
                    <a:pt x="28640" y="103"/>
                  </a:lnTo>
                  <a:lnTo>
                    <a:pt x="246" y="2329"/>
                  </a:lnTo>
                  <a:lnTo>
                    <a:pt x="246" y="8605"/>
                  </a:lnTo>
                  <a:cubicBezTo>
                    <a:pt x="14342" y="8605"/>
                    <a:pt x="15953" y="10022"/>
                    <a:pt x="15953" y="1994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5" name="Freeform 794">
              <a:extLst>
                <a:ext uri="{FF2B5EF4-FFF2-40B4-BE49-F238E27FC236}">
                  <a16:creationId xmlns:a16="http://schemas.microsoft.com/office/drawing/2014/main" id="{8134F58D-B2E4-F8C8-E1A2-1452566CC9E4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9361328" y="4395961"/>
              <a:ext cx="99278" cy="128752"/>
            </a:xfrm>
            <a:custGeom>
              <a:avLst/>
              <a:gdLst>
                <a:gd name="connsiteX0" fmla="*/ 29250 w 99278"/>
                <a:gd name="connsiteY0" fmla="*/ 13464 h 128752"/>
                <a:gd name="connsiteX1" fmla="*/ 29250 w 99278"/>
                <a:gd name="connsiteY1" fmla="*/ 103 h 128752"/>
                <a:gd name="connsiteX2" fmla="*/ 252 w 99278"/>
                <a:gd name="connsiteY2" fmla="*/ 2329 h 128752"/>
                <a:gd name="connsiteX3" fmla="*/ 252 w 99278"/>
                <a:gd name="connsiteY3" fmla="*/ 8605 h 128752"/>
                <a:gd name="connsiteX4" fmla="*/ 15959 w 99278"/>
                <a:gd name="connsiteY4" fmla="*/ 18727 h 128752"/>
                <a:gd name="connsiteX5" fmla="*/ 15959 w 99278"/>
                <a:gd name="connsiteY5" fmla="*/ 113470 h 128752"/>
                <a:gd name="connsiteX6" fmla="*/ 252 w 99278"/>
                <a:gd name="connsiteY6" fmla="*/ 122579 h 128752"/>
                <a:gd name="connsiteX7" fmla="*/ 252 w 99278"/>
                <a:gd name="connsiteY7" fmla="*/ 128855 h 128752"/>
                <a:gd name="connsiteX8" fmla="*/ 22806 w 99278"/>
                <a:gd name="connsiteY8" fmla="*/ 128248 h 128752"/>
                <a:gd name="connsiteX9" fmla="*/ 45561 w 99278"/>
                <a:gd name="connsiteY9" fmla="*/ 128855 h 128752"/>
                <a:gd name="connsiteX10" fmla="*/ 45561 w 99278"/>
                <a:gd name="connsiteY10" fmla="*/ 122579 h 128752"/>
                <a:gd name="connsiteX11" fmla="*/ 29854 w 99278"/>
                <a:gd name="connsiteY11" fmla="*/ 113470 h 128752"/>
                <a:gd name="connsiteX12" fmla="*/ 29854 w 99278"/>
                <a:gd name="connsiteY12" fmla="*/ 79459 h 128752"/>
                <a:gd name="connsiteX13" fmla="*/ 29854 w 99278"/>
                <a:gd name="connsiteY13" fmla="*/ 77637 h 128752"/>
                <a:gd name="connsiteX14" fmla="*/ 54623 w 99278"/>
                <a:gd name="connsiteY14" fmla="*/ 91808 h 128752"/>
                <a:gd name="connsiteX15" fmla="*/ 99530 w 99278"/>
                <a:gd name="connsiteY15" fmla="*/ 45854 h 128752"/>
                <a:gd name="connsiteX16" fmla="*/ 57442 w 99278"/>
                <a:gd name="connsiteY16" fmla="*/ 103 h 128752"/>
                <a:gd name="connsiteX17" fmla="*/ 29250 w 99278"/>
                <a:gd name="connsiteY17" fmla="*/ 13464 h 128752"/>
                <a:gd name="connsiteX18" fmla="*/ 29854 w 99278"/>
                <a:gd name="connsiteY18" fmla="*/ 66503 h 128752"/>
                <a:gd name="connsiteX19" fmla="*/ 29854 w 99278"/>
                <a:gd name="connsiteY19" fmla="*/ 21359 h 128752"/>
                <a:gd name="connsiteX20" fmla="*/ 55831 w 99278"/>
                <a:gd name="connsiteY20" fmla="*/ 5164 h 128752"/>
                <a:gd name="connsiteX21" fmla="*/ 82816 w 99278"/>
                <a:gd name="connsiteY21" fmla="*/ 45854 h 128752"/>
                <a:gd name="connsiteX22" fmla="*/ 53818 w 99278"/>
                <a:gd name="connsiteY22" fmla="*/ 87355 h 128752"/>
                <a:gd name="connsiteX23" fmla="*/ 32673 w 99278"/>
                <a:gd name="connsiteY23" fmla="*/ 75006 h 128752"/>
                <a:gd name="connsiteX24" fmla="*/ 29854 w 99278"/>
                <a:gd name="connsiteY24" fmla="*/ 66503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278" h="128752">
                  <a:moveTo>
                    <a:pt x="29250" y="13464"/>
                  </a:moveTo>
                  <a:lnTo>
                    <a:pt x="29250" y="103"/>
                  </a:lnTo>
                  <a:lnTo>
                    <a:pt x="252" y="2329"/>
                  </a:lnTo>
                  <a:lnTo>
                    <a:pt x="252" y="8605"/>
                  </a:lnTo>
                  <a:cubicBezTo>
                    <a:pt x="14549" y="8605"/>
                    <a:pt x="15959" y="9820"/>
                    <a:pt x="15959" y="18727"/>
                  </a:cubicBezTo>
                  <a:lnTo>
                    <a:pt x="15959" y="113470"/>
                  </a:lnTo>
                  <a:cubicBezTo>
                    <a:pt x="15959" y="122579"/>
                    <a:pt x="13744" y="122579"/>
                    <a:pt x="252" y="122579"/>
                  </a:cubicBezTo>
                  <a:lnTo>
                    <a:pt x="252" y="128855"/>
                  </a:lnTo>
                  <a:cubicBezTo>
                    <a:pt x="7099" y="128653"/>
                    <a:pt x="17570" y="128248"/>
                    <a:pt x="22806" y="128248"/>
                  </a:cubicBezTo>
                  <a:cubicBezTo>
                    <a:pt x="28243" y="128248"/>
                    <a:pt x="38513" y="128653"/>
                    <a:pt x="45561" y="128855"/>
                  </a:cubicBezTo>
                  <a:lnTo>
                    <a:pt x="45561" y="122579"/>
                  </a:lnTo>
                  <a:cubicBezTo>
                    <a:pt x="32069" y="122579"/>
                    <a:pt x="29854" y="122579"/>
                    <a:pt x="29854" y="113470"/>
                  </a:cubicBezTo>
                  <a:lnTo>
                    <a:pt x="29854" y="79459"/>
                  </a:lnTo>
                  <a:lnTo>
                    <a:pt x="29854" y="77637"/>
                  </a:lnTo>
                  <a:cubicBezTo>
                    <a:pt x="30861" y="80877"/>
                    <a:pt x="39319" y="91808"/>
                    <a:pt x="54623" y="91808"/>
                  </a:cubicBezTo>
                  <a:cubicBezTo>
                    <a:pt x="78587" y="91808"/>
                    <a:pt x="99530" y="71969"/>
                    <a:pt x="99530" y="45854"/>
                  </a:cubicBezTo>
                  <a:cubicBezTo>
                    <a:pt x="99530" y="20144"/>
                    <a:pt x="79996" y="103"/>
                    <a:pt x="57442" y="103"/>
                  </a:cubicBezTo>
                  <a:cubicBezTo>
                    <a:pt x="41735" y="103"/>
                    <a:pt x="33277" y="9010"/>
                    <a:pt x="29250" y="13464"/>
                  </a:cubicBezTo>
                  <a:close/>
                  <a:moveTo>
                    <a:pt x="29854" y="66503"/>
                  </a:moveTo>
                  <a:lnTo>
                    <a:pt x="29854" y="21359"/>
                  </a:lnTo>
                  <a:cubicBezTo>
                    <a:pt x="35694" y="11034"/>
                    <a:pt x="45561" y="5164"/>
                    <a:pt x="55831" y="5164"/>
                  </a:cubicBezTo>
                  <a:cubicBezTo>
                    <a:pt x="70532" y="5164"/>
                    <a:pt x="82816" y="22978"/>
                    <a:pt x="82816" y="45854"/>
                  </a:cubicBezTo>
                  <a:cubicBezTo>
                    <a:pt x="82816" y="70350"/>
                    <a:pt x="68719" y="87355"/>
                    <a:pt x="53818" y="87355"/>
                  </a:cubicBezTo>
                  <a:cubicBezTo>
                    <a:pt x="45763" y="87355"/>
                    <a:pt x="38110" y="83306"/>
                    <a:pt x="32673" y="75006"/>
                  </a:cubicBezTo>
                  <a:cubicBezTo>
                    <a:pt x="29854" y="70754"/>
                    <a:pt x="29854" y="70552"/>
                    <a:pt x="29854" y="6650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6" name="Freeform 795">
              <a:extLst>
                <a:ext uri="{FF2B5EF4-FFF2-40B4-BE49-F238E27FC236}">
                  <a16:creationId xmlns:a16="http://schemas.microsoft.com/office/drawing/2014/main" id="{965F5197-AD92-9CC6-D2C2-1DAFD5EAE9B6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474009" y="4395961"/>
              <a:ext cx="101291" cy="91705"/>
            </a:xfrm>
            <a:custGeom>
              <a:avLst/>
              <a:gdLst>
                <a:gd name="connsiteX0" fmla="*/ 72551 w 101291"/>
                <a:gd name="connsiteY0" fmla="*/ 73589 h 91705"/>
                <a:gd name="connsiteX1" fmla="*/ 72551 w 101291"/>
                <a:gd name="connsiteY1" fmla="*/ 91808 h 91705"/>
                <a:gd name="connsiteX2" fmla="*/ 101549 w 101291"/>
                <a:gd name="connsiteY2" fmla="*/ 89581 h 91705"/>
                <a:gd name="connsiteX3" fmla="*/ 101549 w 101291"/>
                <a:gd name="connsiteY3" fmla="*/ 83306 h 91705"/>
                <a:gd name="connsiteX4" fmla="*/ 85842 w 101291"/>
                <a:gd name="connsiteY4" fmla="*/ 71969 h 91705"/>
                <a:gd name="connsiteX5" fmla="*/ 85842 w 101291"/>
                <a:gd name="connsiteY5" fmla="*/ 103 h 91705"/>
                <a:gd name="connsiteX6" fmla="*/ 56240 w 101291"/>
                <a:gd name="connsiteY6" fmla="*/ 2329 h 91705"/>
                <a:gd name="connsiteX7" fmla="*/ 56240 w 101291"/>
                <a:gd name="connsiteY7" fmla="*/ 8605 h 91705"/>
                <a:gd name="connsiteX8" fmla="*/ 71947 w 101291"/>
                <a:gd name="connsiteY8" fmla="*/ 19942 h 91705"/>
                <a:gd name="connsiteX9" fmla="*/ 71947 w 101291"/>
                <a:gd name="connsiteY9" fmla="*/ 55976 h 91705"/>
                <a:gd name="connsiteX10" fmla="*/ 47581 w 101291"/>
                <a:gd name="connsiteY10" fmla="*/ 87355 h 91705"/>
                <a:gd name="connsiteX11" fmla="*/ 29859 w 101291"/>
                <a:gd name="connsiteY11" fmla="*/ 67313 h 91705"/>
                <a:gd name="connsiteX12" fmla="*/ 29859 w 101291"/>
                <a:gd name="connsiteY12" fmla="*/ 103 h 91705"/>
                <a:gd name="connsiteX13" fmla="*/ 257 w 101291"/>
                <a:gd name="connsiteY13" fmla="*/ 2329 h 91705"/>
                <a:gd name="connsiteX14" fmla="*/ 257 w 101291"/>
                <a:gd name="connsiteY14" fmla="*/ 8605 h 91705"/>
                <a:gd name="connsiteX15" fmla="*/ 15965 w 101291"/>
                <a:gd name="connsiteY15" fmla="*/ 27230 h 91705"/>
                <a:gd name="connsiteX16" fmla="*/ 15965 w 101291"/>
                <a:gd name="connsiteY16" fmla="*/ 57596 h 91705"/>
                <a:gd name="connsiteX17" fmla="*/ 46574 w 101291"/>
                <a:gd name="connsiteY17" fmla="*/ 91808 h 91705"/>
                <a:gd name="connsiteX18" fmla="*/ 72551 w 101291"/>
                <a:gd name="connsiteY18" fmla="*/ 73589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551" y="73589"/>
                  </a:moveTo>
                  <a:lnTo>
                    <a:pt x="72551" y="91808"/>
                  </a:lnTo>
                  <a:lnTo>
                    <a:pt x="101549" y="89581"/>
                  </a:lnTo>
                  <a:lnTo>
                    <a:pt x="101549" y="83306"/>
                  </a:lnTo>
                  <a:cubicBezTo>
                    <a:pt x="87453" y="83306"/>
                    <a:pt x="85842" y="81889"/>
                    <a:pt x="85842" y="71969"/>
                  </a:cubicBezTo>
                  <a:lnTo>
                    <a:pt x="85842" y="103"/>
                  </a:lnTo>
                  <a:lnTo>
                    <a:pt x="56240" y="2329"/>
                  </a:lnTo>
                  <a:lnTo>
                    <a:pt x="56240" y="8605"/>
                  </a:lnTo>
                  <a:cubicBezTo>
                    <a:pt x="70336" y="8605"/>
                    <a:pt x="71947" y="10022"/>
                    <a:pt x="71947" y="19942"/>
                  </a:cubicBezTo>
                  <a:lnTo>
                    <a:pt x="71947" y="55976"/>
                  </a:lnTo>
                  <a:cubicBezTo>
                    <a:pt x="71947" y="73589"/>
                    <a:pt x="62281" y="87355"/>
                    <a:pt x="47581" y="87355"/>
                  </a:cubicBezTo>
                  <a:cubicBezTo>
                    <a:pt x="30665" y="87355"/>
                    <a:pt x="29859" y="77840"/>
                    <a:pt x="29859" y="67313"/>
                  </a:cubicBezTo>
                  <a:lnTo>
                    <a:pt x="29859" y="103"/>
                  </a:lnTo>
                  <a:lnTo>
                    <a:pt x="257" y="2329"/>
                  </a:lnTo>
                  <a:lnTo>
                    <a:pt x="257" y="8605"/>
                  </a:lnTo>
                  <a:cubicBezTo>
                    <a:pt x="15965" y="8605"/>
                    <a:pt x="15965" y="9212"/>
                    <a:pt x="15965" y="27230"/>
                  </a:cubicBezTo>
                  <a:lnTo>
                    <a:pt x="15965" y="57596"/>
                  </a:lnTo>
                  <a:cubicBezTo>
                    <a:pt x="15965" y="73386"/>
                    <a:pt x="15965" y="91808"/>
                    <a:pt x="46574" y="91808"/>
                  </a:cubicBezTo>
                  <a:cubicBezTo>
                    <a:pt x="57851" y="91808"/>
                    <a:pt x="66711" y="86140"/>
                    <a:pt x="72551" y="73589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A32AF8C7-48B7-0437-7E98-14A0DAF5A12D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583267" y="4360939"/>
              <a:ext cx="63030" cy="126727"/>
            </a:xfrm>
            <a:custGeom>
              <a:avLst/>
              <a:gdLst>
                <a:gd name="connsiteX0" fmla="*/ 31275 w 63030"/>
                <a:gd name="connsiteY0" fmla="*/ 43627 h 126727"/>
                <a:gd name="connsiteX1" fmla="*/ 60071 w 63030"/>
                <a:gd name="connsiteY1" fmla="*/ 43627 h 126727"/>
                <a:gd name="connsiteX2" fmla="*/ 60071 w 63030"/>
                <a:gd name="connsiteY2" fmla="*/ 37352 h 126727"/>
                <a:gd name="connsiteX3" fmla="*/ 31275 w 63030"/>
                <a:gd name="connsiteY3" fmla="*/ 37352 h 126727"/>
                <a:gd name="connsiteX4" fmla="*/ 31275 w 63030"/>
                <a:gd name="connsiteY4" fmla="*/ 103 h 126727"/>
                <a:gd name="connsiteX5" fmla="*/ 26240 w 63030"/>
                <a:gd name="connsiteY5" fmla="*/ 103 h 126727"/>
                <a:gd name="connsiteX6" fmla="*/ 263 w 63030"/>
                <a:gd name="connsiteY6" fmla="*/ 39174 h 126727"/>
                <a:gd name="connsiteX7" fmla="*/ 263 w 63030"/>
                <a:gd name="connsiteY7" fmla="*/ 43627 h 126727"/>
                <a:gd name="connsiteX8" fmla="*/ 17380 w 63030"/>
                <a:gd name="connsiteY8" fmla="*/ 43627 h 126727"/>
                <a:gd name="connsiteX9" fmla="*/ 17380 w 63030"/>
                <a:gd name="connsiteY9" fmla="*/ 99501 h 126727"/>
                <a:gd name="connsiteX10" fmla="*/ 43357 w 63030"/>
                <a:gd name="connsiteY10" fmla="*/ 126831 h 126727"/>
                <a:gd name="connsiteX11" fmla="*/ 63293 w 63030"/>
                <a:gd name="connsiteY11" fmla="*/ 99501 h 126727"/>
                <a:gd name="connsiteX12" fmla="*/ 63293 w 63030"/>
                <a:gd name="connsiteY12" fmla="*/ 87962 h 126727"/>
                <a:gd name="connsiteX13" fmla="*/ 58259 w 63030"/>
                <a:gd name="connsiteY13" fmla="*/ 87962 h 126727"/>
                <a:gd name="connsiteX14" fmla="*/ 58259 w 63030"/>
                <a:gd name="connsiteY14" fmla="*/ 99096 h 126727"/>
                <a:gd name="connsiteX15" fmla="*/ 44767 w 63030"/>
                <a:gd name="connsiteY15" fmla="*/ 121770 h 126727"/>
                <a:gd name="connsiteX16" fmla="*/ 31275 w 63030"/>
                <a:gd name="connsiteY16" fmla="*/ 99906 h 126727"/>
                <a:gd name="connsiteX17" fmla="*/ 31275 w 63030"/>
                <a:gd name="connsiteY17" fmla="*/ 436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275" y="43627"/>
                  </a:moveTo>
                  <a:lnTo>
                    <a:pt x="60071" y="43627"/>
                  </a:lnTo>
                  <a:lnTo>
                    <a:pt x="60071" y="37352"/>
                  </a:lnTo>
                  <a:lnTo>
                    <a:pt x="31275" y="37352"/>
                  </a:lnTo>
                  <a:lnTo>
                    <a:pt x="31275" y="103"/>
                  </a:lnTo>
                  <a:lnTo>
                    <a:pt x="26240" y="103"/>
                  </a:lnTo>
                  <a:cubicBezTo>
                    <a:pt x="26039" y="16703"/>
                    <a:pt x="19998" y="38364"/>
                    <a:pt x="263" y="39174"/>
                  </a:cubicBezTo>
                  <a:lnTo>
                    <a:pt x="263" y="43627"/>
                  </a:lnTo>
                  <a:lnTo>
                    <a:pt x="17380" y="43627"/>
                  </a:lnTo>
                  <a:lnTo>
                    <a:pt x="17380" y="99501"/>
                  </a:lnTo>
                  <a:cubicBezTo>
                    <a:pt x="17380" y="124401"/>
                    <a:pt x="36108" y="126831"/>
                    <a:pt x="43357" y="126831"/>
                  </a:cubicBezTo>
                  <a:cubicBezTo>
                    <a:pt x="57655" y="126831"/>
                    <a:pt x="63293" y="112457"/>
                    <a:pt x="63293" y="99501"/>
                  </a:cubicBezTo>
                  <a:lnTo>
                    <a:pt x="63293" y="87962"/>
                  </a:lnTo>
                  <a:lnTo>
                    <a:pt x="58259" y="87962"/>
                  </a:lnTo>
                  <a:lnTo>
                    <a:pt x="58259" y="99096"/>
                  </a:lnTo>
                  <a:cubicBezTo>
                    <a:pt x="58259" y="114077"/>
                    <a:pt x="52218" y="121770"/>
                    <a:pt x="44767" y="121770"/>
                  </a:cubicBezTo>
                  <a:cubicBezTo>
                    <a:pt x="31275" y="121770"/>
                    <a:pt x="31275" y="103347"/>
                    <a:pt x="31275" y="99906"/>
                  </a:cubicBezTo>
                  <a:lnTo>
                    <a:pt x="31275" y="436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8" name="Freeform 797">
              <a:extLst>
                <a:ext uri="{FF2B5EF4-FFF2-40B4-BE49-F238E27FC236}">
                  <a16:creationId xmlns:a16="http://schemas.microsoft.com/office/drawing/2014/main" id="{FA71DA7F-E416-055B-111E-1AA283C67AC6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5828891" y="4800033"/>
              <a:ext cx="78133" cy="78951"/>
            </a:xfrm>
            <a:custGeom>
              <a:avLst/>
              <a:gdLst>
                <a:gd name="connsiteX0" fmla="*/ 36123 w 78133"/>
                <a:gd name="connsiteY0" fmla="*/ 325 h 78951"/>
                <a:gd name="connsiteX1" fmla="*/ 8736 w 78133"/>
                <a:gd name="connsiteY1" fmla="*/ 14901 h 78951"/>
                <a:gd name="connsiteX2" fmla="*/ 77 w 78133"/>
                <a:gd name="connsiteY2" fmla="*/ 39801 h 78951"/>
                <a:gd name="connsiteX3" fmla="*/ 39144 w 78133"/>
                <a:gd name="connsiteY3" fmla="*/ 79074 h 78951"/>
                <a:gd name="connsiteX4" fmla="*/ 78210 w 78133"/>
                <a:gd name="connsiteY4" fmla="*/ 39801 h 78951"/>
                <a:gd name="connsiteX5" fmla="*/ 38942 w 78133"/>
                <a:gd name="connsiteY5" fmla="*/ 123 h 78951"/>
                <a:gd name="connsiteX6" fmla="*/ 36123 w 78133"/>
                <a:gd name="connsiteY6" fmla="*/ 32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325"/>
                  </a:moveTo>
                  <a:cubicBezTo>
                    <a:pt x="25450" y="1742"/>
                    <a:pt x="15381" y="6196"/>
                    <a:pt x="8736" y="14901"/>
                  </a:cubicBezTo>
                  <a:cubicBezTo>
                    <a:pt x="3097" y="21986"/>
                    <a:pt x="77" y="30894"/>
                    <a:pt x="77" y="39801"/>
                  </a:cubicBezTo>
                  <a:cubicBezTo>
                    <a:pt x="77" y="60652"/>
                    <a:pt x="17395" y="79074"/>
                    <a:pt x="39144" y="79074"/>
                  </a:cubicBezTo>
                  <a:cubicBezTo>
                    <a:pt x="59885" y="79074"/>
                    <a:pt x="78210" y="61260"/>
                    <a:pt x="78210" y="39801"/>
                  </a:cubicBezTo>
                  <a:cubicBezTo>
                    <a:pt x="78210" y="19962"/>
                    <a:pt x="62906" y="123"/>
                    <a:pt x="38942" y="123"/>
                  </a:cubicBezTo>
                  <a:cubicBezTo>
                    <a:pt x="37935" y="123"/>
                    <a:pt x="37130" y="325"/>
                    <a:pt x="36123" y="32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799" name="Freeform 798">
              <a:extLst>
                <a:ext uri="{FF2B5EF4-FFF2-40B4-BE49-F238E27FC236}">
                  <a16:creationId xmlns:a16="http://schemas.microsoft.com/office/drawing/2014/main" id="{4B7D5A17-84F8-97DE-406B-C064A32071E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032054" y="4751447"/>
              <a:ext cx="141365" cy="138874"/>
            </a:xfrm>
            <a:custGeom>
              <a:avLst/>
              <a:gdLst>
                <a:gd name="connsiteX0" fmla="*/ 110038 w 141365"/>
                <a:gd name="connsiteY0" fmla="*/ 9637 h 138874"/>
                <a:gd name="connsiteX1" fmla="*/ 110038 w 141365"/>
                <a:gd name="connsiteY1" fmla="*/ 123 h 138874"/>
                <a:gd name="connsiteX2" fmla="*/ 69763 w 141365"/>
                <a:gd name="connsiteY2" fmla="*/ 730 h 138874"/>
                <a:gd name="connsiteX3" fmla="*/ 29286 w 141365"/>
                <a:gd name="connsiteY3" fmla="*/ 123 h 138874"/>
                <a:gd name="connsiteX4" fmla="*/ 29286 w 141365"/>
                <a:gd name="connsiteY4" fmla="*/ 9637 h 138874"/>
                <a:gd name="connsiteX5" fmla="*/ 56472 w 141365"/>
                <a:gd name="connsiteY5" fmla="*/ 9637 h 138874"/>
                <a:gd name="connsiteX6" fmla="*/ 56472 w 141365"/>
                <a:gd name="connsiteY6" fmla="*/ 31096 h 138874"/>
                <a:gd name="connsiteX7" fmla="*/ 87 w 141365"/>
                <a:gd name="connsiteY7" fmla="*/ 69560 h 138874"/>
                <a:gd name="connsiteX8" fmla="*/ 56472 w 141365"/>
                <a:gd name="connsiteY8" fmla="*/ 108024 h 138874"/>
                <a:gd name="connsiteX9" fmla="*/ 56472 w 141365"/>
                <a:gd name="connsiteY9" fmla="*/ 129482 h 138874"/>
                <a:gd name="connsiteX10" fmla="*/ 29286 w 141365"/>
                <a:gd name="connsiteY10" fmla="*/ 129482 h 138874"/>
                <a:gd name="connsiteX11" fmla="*/ 29286 w 141365"/>
                <a:gd name="connsiteY11" fmla="*/ 138997 h 138874"/>
                <a:gd name="connsiteX12" fmla="*/ 69561 w 141365"/>
                <a:gd name="connsiteY12" fmla="*/ 138390 h 138874"/>
                <a:gd name="connsiteX13" fmla="*/ 110038 w 141365"/>
                <a:gd name="connsiteY13" fmla="*/ 138997 h 138874"/>
                <a:gd name="connsiteX14" fmla="*/ 110038 w 141365"/>
                <a:gd name="connsiteY14" fmla="*/ 129482 h 138874"/>
                <a:gd name="connsiteX15" fmla="*/ 82852 w 141365"/>
                <a:gd name="connsiteY15" fmla="*/ 129482 h 138874"/>
                <a:gd name="connsiteX16" fmla="*/ 82852 w 141365"/>
                <a:gd name="connsiteY16" fmla="*/ 108226 h 138874"/>
                <a:gd name="connsiteX17" fmla="*/ 141452 w 141365"/>
                <a:gd name="connsiteY17" fmla="*/ 69560 h 138874"/>
                <a:gd name="connsiteX18" fmla="*/ 82852 w 141365"/>
                <a:gd name="connsiteY18" fmla="*/ 30894 h 138874"/>
                <a:gd name="connsiteX19" fmla="*/ 82852 w 141365"/>
                <a:gd name="connsiteY19" fmla="*/ 9637 h 138874"/>
                <a:gd name="connsiteX20" fmla="*/ 110038 w 141365"/>
                <a:gd name="connsiteY20" fmla="*/ 9637 h 138874"/>
                <a:gd name="connsiteX21" fmla="*/ 56472 w 141365"/>
                <a:gd name="connsiteY21" fmla="*/ 100533 h 138874"/>
                <a:gd name="connsiteX22" fmla="*/ 29689 w 141365"/>
                <a:gd name="connsiteY22" fmla="*/ 69560 h 138874"/>
                <a:gd name="connsiteX23" fmla="*/ 56472 w 141365"/>
                <a:gd name="connsiteY23" fmla="*/ 38586 h 138874"/>
                <a:gd name="connsiteX24" fmla="*/ 56472 w 141365"/>
                <a:gd name="connsiteY24" fmla="*/ 100533 h 138874"/>
                <a:gd name="connsiteX25" fmla="*/ 82852 w 141365"/>
                <a:gd name="connsiteY25" fmla="*/ 38384 h 138874"/>
                <a:gd name="connsiteX26" fmla="*/ 111850 w 141365"/>
                <a:gd name="connsiteY26" fmla="*/ 69560 h 138874"/>
                <a:gd name="connsiteX27" fmla="*/ 82852 w 141365"/>
                <a:gd name="connsiteY27" fmla="*/ 100736 h 138874"/>
                <a:gd name="connsiteX28" fmla="*/ 82852 w 141365"/>
                <a:gd name="connsiteY28" fmla="*/ 38384 h 13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1365" h="138874">
                  <a:moveTo>
                    <a:pt x="110038" y="9637"/>
                  </a:moveTo>
                  <a:lnTo>
                    <a:pt x="110038" y="123"/>
                  </a:lnTo>
                  <a:cubicBezTo>
                    <a:pt x="101177" y="730"/>
                    <a:pt x="79630" y="730"/>
                    <a:pt x="69763" y="730"/>
                  </a:cubicBezTo>
                  <a:cubicBezTo>
                    <a:pt x="59895" y="730"/>
                    <a:pt x="38147" y="730"/>
                    <a:pt x="29286" y="123"/>
                  </a:cubicBezTo>
                  <a:lnTo>
                    <a:pt x="29286" y="9637"/>
                  </a:lnTo>
                  <a:lnTo>
                    <a:pt x="56472" y="9637"/>
                  </a:lnTo>
                  <a:lnTo>
                    <a:pt x="56472" y="31096"/>
                  </a:lnTo>
                  <a:cubicBezTo>
                    <a:pt x="25057" y="33120"/>
                    <a:pt x="87" y="47899"/>
                    <a:pt x="87" y="69560"/>
                  </a:cubicBezTo>
                  <a:cubicBezTo>
                    <a:pt x="87" y="91221"/>
                    <a:pt x="25057" y="105999"/>
                    <a:pt x="56472" y="108024"/>
                  </a:cubicBezTo>
                  <a:lnTo>
                    <a:pt x="56472" y="129482"/>
                  </a:lnTo>
                  <a:lnTo>
                    <a:pt x="29286" y="129482"/>
                  </a:lnTo>
                  <a:lnTo>
                    <a:pt x="29286" y="138997"/>
                  </a:lnTo>
                  <a:cubicBezTo>
                    <a:pt x="38147" y="138390"/>
                    <a:pt x="59694" y="138390"/>
                    <a:pt x="69561" y="138390"/>
                  </a:cubicBezTo>
                  <a:cubicBezTo>
                    <a:pt x="79429" y="138390"/>
                    <a:pt x="101177" y="138390"/>
                    <a:pt x="110038" y="138997"/>
                  </a:cubicBezTo>
                  <a:lnTo>
                    <a:pt x="110038" y="129482"/>
                  </a:lnTo>
                  <a:lnTo>
                    <a:pt x="82852" y="129482"/>
                  </a:lnTo>
                  <a:lnTo>
                    <a:pt x="82852" y="108226"/>
                  </a:lnTo>
                  <a:cubicBezTo>
                    <a:pt x="135008" y="104177"/>
                    <a:pt x="141452" y="79074"/>
                    <a:pt x="141452" y="69560"/>
                  </a:cubicBezTo>
                  <a:cubicBezTo>
                    <a:pt x="141452" y="59640"/>
                    <a:pt x="134605" y="34942"/>
                    <a:pt x="82852" y="30894"/>
                  </a:cubicBezTo>
                  <a:lnTo>
                    <a:pt x="82852" y="9637"/>
                  </a:lnTo>
                  <a:lnTo>
                    <a:pt x="110038" y="9637"/>
                  </a:lnTo>
                  <a:close/>
                  <a:moveTo>
                    <a:pt x="56472" y="100533"/>
                  </a:moveTo>
                  <a:cubicBezTo>
                    <a:pt x="31300" y="96889"/>
                    <a:pt x="29689" y="81099"/>
                    <a:pt x="29689" y="69560"/>
                  </a:cubicBezTo>
                  <a:cubicBezTo>
                    <a:pt x="29689" y="57818"/>
                    <a:pt x="31300" y="42230"/>
                    <a:pt x="56472" y="38586"/>
                  </a:cubicBezTo>
                  <a:lnTo>
                    <a:pt x="56472" y="100533"/>
                  </a:lnTo>
                  <a:close/>
                  <a:moveTo>
                    <a:pt x="82852" y="38384"/>
                  </a:moveTo>
                  <a:cubicBezTo>
                    <a:pt x="108427" y="41420"/>
                    <a:pt x="111850" y="54782"/>
                    <a:pt x="111850" y="69560"/>
                  </a:cubicBezTo>
                  <a:cubicBezTo>
                    <a:pt x="111850" y="84338"/>
                    <a:pt x="108427" y="97699"/>
                    <a:pt x="82852" y="100736"/>
                  </a:cubicBezTo>
                  <a:lnTo>
                    <a:pt x="82852" y="3838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0" name="Freeform 799">
              <a:extLst>
                <a:ext uri="{FF2B5EF4-FFF2-40B4-BE49-F238E27FC236}">
                  <a16:creationId xmlns:a16="http://schemas.microsoft.com/office/drawing/2014/main" id="{054680FC-E452-2354-56D2-734C1347BA52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206355" y="4738491"/>
              <a:ext cx="46719" cy="202440"/>
            </a:xfrm>
            <a:custGeom>
              <a:avLst/>
              <a:gdLst>
                <a:gd name="connsiteX0" fmla="*/ 46814 w 46719"/>
                <a:gd name="connsiteY0" fmla="*/ 200539 h 202440"/>
                <a:gd name="connsiteX1" fmla="*/ 43391 w 46719"/>
                <a:gd name="connsiteY1" fmla="*/ 196085 h 202440"/>
                <a:gd name="connsiteX2" fmla="*/ 11775 w 46719"/>
                <a:gd name="connsiteY2" fmla="*/ 101343 h 202440"/>
                <a:gd name="connsiteX3" fmla="*/ 44196 w 46719"/>
                <a:gd name="connsiteY3" fmla="*/ 5588 h 202440"/>
                <a:gd name="connsiteX4" fmla="*/ 46814 w 46719"/>
                <a:gd name="connsiteY4" fmla="*/ 2147 h 202440"/>
                <a:gd name="connsiteX5" fmla="*/ 44800 w 46719"/>
                <a:gd name="connsiteY5" fmla="*/ 123 h 202440"/>
                <a:gd name="connsiteX6" fmla="*/ 12782 w 46719"/>
                <a:gd name="connsiteY6" fmla="*/ 39599 h 202440"/>
                <a:gd name="connsiteX7" fmla="*/ 95 w 46719"/>
                <a:gd name="connsiteY7" fmla="*/ 101343 h 202440"/>
                <a:gd name="connsiteX8" fmla="*/ 13386 w 46719"/>
                <a:gd name="connsiteY8" fmla="*/ 164505 h 202440"/>
                <a:gd name="connsiteX9" fmla="*/ 44800 w 46719"/>
                <a:gd name="connsiteY9" fmla="*/ 202563 h 202440"/>
                <a:gd name="connsiteX10" fmla="*/ 46814 w 46719"/>
                <a:gd name="connsiteY10" fmla="*/ 200539 h 2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719" h="202440">
                  <a:moveTo>
                    <a:pt x="46814" y="200539"/>
                  </a:moveTo>
                  <a:cubicBezTo>
                    <a:pt x="46814" y="199932"/>
                    <a:pt x="46814" y="199527"/>
                    <a:pt x="43391" y="196085"/>
                  </a:cubicBezTo>
                  <a:cubicBezTo>
                    <a:pt x="18219" y="170578"/>
                    <a:pt x="11775" y="132316"/>
                    <a:pt x="11775" y="101343"/>
                  </a:cubicBezTo>
                  <a:cubicBezTo>
                    <a:pt x="11775" y="66118"/>
                    <a:pt x="19427" y="30894"/>
                    <a:pt x="44196" y="5588"/>
                  </a:cubicBezTo>
                  <a:cubicBezTo>
                    <a:pt x="46814" y="3159"/>
                    <a:pt x="46814" y="2754"/>
                    <a:pt x="46814" y="2147"/>
                  </a:cubicBezTo>
                  <a:cubicBezTo>
                    <a:pt x="46814" y="730"/>
                    <a:pt x="46009" y="123"/>
                    <a:pt x="44800" y="123"/>
                  </a:cubicBezTo>
                  <a:cubicBezTo>
                    <a:pt x="42787" y="123"/>
                    <a:pt x="24663" y="13889"/>
                    <a:pt x="12782" y="39599"/>
                  </a:cubicBezTo>
                  <a:cubicBezTo>
                    <a:pt x="2511" y="61867"/>
                    <a:pt x="95" y="84338"/>
                    <a:pt x="95" y="101343"/>
                  </a:cubicBezTo>
                  <a:cubicBezTo>
                    <a:pt x="95" y="117133"/>
                    <a:pt x="2310" y="141629"/>
                    <a:pt x="13386" y="164505"/>
                  </a:cubicBezTo>
                  <a:cubicBezTo>
                    <a:pt x="25468" y="189405"/>
                    <a:pt x="42787" y="202563"/>
                    <a:pt x="44800" y="202563"/>
                  </a:cubicBezTo>
                  <a:cubicBezTo>
                    <a:pt x="46009" y="202563"/>
                    <a:pt x="46814" y="201956"/>
                    <a:pt x="46814" y="200539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945362C9-AAC7-C0CF-D3DD-419F7955603D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270571" y="4800843"/>
              <a:ext cx="100284" cy="91705"/>
            </a:xfrm>
            <a:custGeom>
              <a:avLst/>
              <a:gdLst>
                <a:gd name="connsiteX0" fmla="*/ 61518 w 100284"/>
                <a:gd name="connsiteY0" fmla="*/ 28464 h 91705"/>
                <a:gd name="connsiteX1" fmla="*/ 81454 w 100284"/>
                <a:gd name="connsiteY1" fmla="*/ 4576 h 91705"/>
                <a:gd name="connsiteX2" fmla="*/ 91523 w 100284"/>
                <a:gd name="connsiteY2" fmla="*/ 7208 h 91705"/>
                <a:gd name="connsiteX3" fmla="*/ 81857 w 100284"/>
                <a:gd name="connsiteY3" fmla="*/ 18140 h 91705"/>
                <a:gd name="connsiteX4" fmla="*/ 89509 w 100284"/>
                <a:gd name="connsiteY4" fmla="*/ 25225 h 91705"/>
                <a:gd name="connsiteX5" fmla="*/ 100384 w 100284"/>
                <a:gd name="connsiteY5" fmla="*/ 13484 h 91705"/>
                <a:gd name="connsiteX6" fmla="*/ 81656 w 100284"/>
                <a:gd name="connsiteY6" fmla="*/ 123 h 91705"/>
                <a:gd name="connsiteX7" fmla="*/ 60511 w 100284"/>
                <a:gd name="connsiteY7" fmla="*/ 15508 h 91705"/>
                <a:gd name="connsiteX8" fmla="*/ 38763 w 100284"/>
                <a:gd name="connsiteY8" fmla="*/ 123 h 91705"/>
                <a:gd name="connsiteX9" fmla="*/ 6341 w 100284"/>
                <a:gd name="connsiteY9" fmla="*/ 31298 h 91705"/>
                <a:gd name="connsiteX10" fmla="*/ 8758 w 100284"/>
                <a:gd name="connsiteY10" fmla="*/ 33323 h 91705"/>
                <a:gd name="connsiteX11" fmla="*/ 11376 w 100284"/>
                <a:gd name="connsiteY11" fmla="*/ 31096 h 91705"/>
                <a:gd name="connsiteX12" fmla="*/ 38360 w 100284"/>
                <a:gd name="connsiteY12" fmla="*/ 4576 h 91705"/>
                <a:gd name="connsiteX13" fmla="*/ 49234 w 100284"/>
                <a:gd name="connsiteY13" fmla="*/ 18140 h 91705"/>
                <a:gd name="connsiteX14" fmla="*/ 38360 w 100284"/>
                <a:gd name="connsiteY14" fmla="*/ 66321 h 91705"/>
                <a:gd name="connsiteX15" fmla="*/ 19229 w 100284"/>
                <a:gd name="connsiteY15" fmla="*/ 87375 h 91705"/>
                <a:gd name="connsiteX16" fmla="*/ 9161 w 100284"/>
                <a:gd name="connsiteY16" fmla="*/ 84743 h 91705"/>
                <a:gd name="connsiteX17" fmla="*/ 18625 w 100284"/>
                <a:gd name="connsiteY17" fmla="*/ 73811 h 91705"/>
                <a:gd name="connsiteX18" fmla="*/ 11174 w 100284"/>
                <a:gd name="connsiteY18" fmla="*/ 66726 h 91705"/>
                <a:gd name="connsiteX19" fmla="*/ 99 w 100284"/>
                <a:gd name="connsiteY19" fmla="*/ 78467 h 91705"/>
                <a:gd name="connsiteX20" fmla="*/ 19028 w 100284"/>
                <a:gd name="connsiteY20" fmla="*/ 91828 h 91705"/>
                <a:gd name="connsiteX21" fmla="*/ 40173 w 100284"/>
                <a:gd name="connsiteY21" fmla="*/ 76443 h 91705"/>
                <a:gd name="connsiteX22" fmla="*/ 61921 w 100284"/>
                <a:gd name="connsiteY22" fmla="*/ 91828 h 91705"/>
                <a:gd name="connsiteX23" fmla="*/ 94141 w 100284"/>
                <a:gd name="connsiteY23" fmla="*/ 60652 h 91705"/>
                <a:gd name="connsiteX24" fmla="*/ 91725 w 100284"/>
                <a:gd name="connsiteY24" fmla="*/ 58628 h 91705"/>
                <a:gd name="connsiteX25" fmla="*/ 89107 w 100284"/>
                <a:gd name="connsiteY25" fmla="*/ 60855 h 91705"/>
                <a:gd name="connsiteX26" fmla="*/ 62324 w 100284"/>
                <a:gd name="connsiteY26" fmla="*/ 87375 h 91705"/>
                <a:gd name="connsiteX27" fmla="*/ 51248 w 100284"/>
                <a:gd name="connsiteY27" fmla="*/ 74013 h 91705"/>
                <a:gd name="connsiteX28" fmla="*/ 54672 w 100284"/>
                <a:gd name="connsiteY28" fmla="*/ 56199 h 91705"/>
                <a:gd name="connsiteX29" fmla="*/ 61518 w 100284"/>
                <a:gd name="connsiteY29" fmla="*/ 28464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284" h="91705">
                  <a:moveTo>
                    <a:pt x="61518" y="28464"/>
                  </a:moveTo>
                  <a:cubicBezTo>
                    <a:pt x="62727" y="23201"/>
                    <a:pt x="67358" y="4576"/>
                    <a:pt x="81454" y="4576"/>
                  </a:cubicBezTo>
                  <a:cubicBezTo>
                    <a:pt x="82461" y="4576"/>
                    <a:pt x="87294" y="4576"/>
                    <a:pt x="91523" y="7208"/>
                  </a:cubicBezTo>
                  <a:cubicBezTo>
                    <a:pt x="85885" y="8220"/>
                    <a:pt x="81857" y="13281"/>
                    <a:pt x="81857" y="18140"/>
                  </a:cubicBezTo>
                  <a:cubicBezTo>
                    <a:pt x="81857" y="21379"/>
                    <a:pt x="84072" y="25225"/>
                    <a:pt x="89509" y="25225"/>
                  </a:cubicBezTo>
                  <a:cubicBezTo>
                    <a:pt x="93940" y="25225"/>
                    <a:pt x="100384" y="21581"/>
                    <a:pt x="100384" y="13484"/>
                  </a:cubicBezTo>
                  <a:cubicBezTo>
                    <a:pt x="100384" y="2957"/>
                    <a:pt x="88503" y="123"/>
                    <a:pt x="81656" y="123"/>
                  </a:cubicBezTo>
                  <a:cubicBezTo>
                    <a:pt x="69976" y="123"/>
                    <a:pt x="62928" y="10852"/>
                    <a:pt x="60511" y="15508"/>
                  </a:cubicBezTo>
                  <a:cubicBezTo>
                    <a:pt x="55477" y="2147"/>
                    <a:pt x="44603" y="123"/>
                    <a:pt x="38763" y="123"/>
                  </a:cubicBezTo>
                  <a:cubicBezTo>
                    <a:pt x="17820" y="123"/>
                    <a:pt x="6341" y="26237"/>
                    <a:pt x="6341" y="31298"/>
                  </a:cubicBezTo>
                  <a:cubicBezTo>
                    <a:pt x="6341" y="33323"/>
                    <a:pt x="8355" y="33323"/>
                    <a:pt x="8758" y="33323"/>
                  </a:cubicBezTo>
                  <a:cubicBezTo>
                    <a:pt x="10369" y="33323"/>
                    <a:pt x="10973" y="32918"/>
                    <a:pt x="11376" y="31096"/>
                  </a:cubicBezTo>
                  <a:cubicBezTo>
                    <a:pt x="18223" y="9637"/>
                    <a:pt x="31513" y="4576"/>
                    <a:pt x="38360" y="4576"/>
                  </a:cubicBezTo>
                  <a:cubicBezTo>
                    <a:pt x="42186" y="4576"/>
                    <a:pt x="49234" y="6398"/>
                    <a:pt x="49234" y="18140"/>
                  </a:cubicBezTo>
                  <a:cubicBezTo>
                    <a:pt x="49234" y="24415"/>
                    <a:pt x="45811" y="37979"/>
                    <a:pt x="38360" y="66321"/>
                  </a:cubicBezTo>
                  <a:cubicBezTo>
                    <a:pt x="35138" y="78872"/>
                    <a:pt x="28090" y="87375"/>
                    <a:pt x="19229" y="87375"/>
                  </a:cubicBezTo>
                  <a:cubicBezTo>
                    <a:pt x="18021" y="87375"/>
                    <a:pt x="13390" y="87375"/>
                    <a:pt x="9161" y="84743"/>
                  </a:cubicBezTo>
                  <a:cubicBezTo>
                    <a:pt x="14195" y="83731"/>
                    <a:pt x="18625" y="79479"/>
                    <a:pt x="18625" y="73811"/>
                  </a:cubicBezTo>
                  <a:cubicBezTo>
                    <a:pt x="18625" y="68345"/>
                    <a:pt x="14195" y="66726"/>
                    <a:pt x="11174" y="66726"/>
                  </a:cubicBezTo>
                  <a:cubicBezTo>
                    <a:pt x="5133" y="66726"/>
                    <a:pt x="99" y="71989"/>
                    <a:pt x="99" y="78467"/>
                  </a:cubicBezTo>
                  <a:cubicBezTo>
                    <a:pt x="99" y="87779"/>
                    <a:pt x="10168" y="91828"/>
                    <a:pt x="19028" y="91828"/>
                  </a:cubicBezTo>
                  <a:cubicBezTo>
                    <a:pt x="32319" y="91828"/>
                    <a:pt x="39568" y="77657"/>
                    <a:pt x="40173" y="76443"/>
                  </a:cubicBezTo>
                  <a:cubicBezTo>
                    <a:pt x="42589" y="83933"/>
                    <a:pt x="49839" y="91828"/>
                    <a:pt x="61921" y="91828"/>
                  </a:cubicBezTo>
                  <a:cubicBezTo>
                    <a:pt x="82663" y="91828"/>
                    <a:pt x="94141" y="65713"/>
                    <a:pt x="94141" y="60652"/>
                  </a:cubicBezTo>
                  <a:cubicBezTo>
                    <a:pt x="94141" y="58628"/>
                    <a:pt x="92329" y="58628"/>
                    <a:pt x="91725" y="58628"/>
                  </a:cubicBezTo>
                  <a:cubicBezTo>
                    <a:pt x="89912" y="58628"/>
                    <a:pt x="89509" y="59438"/>
                    <a:pt x="89107" y="60855"/>
                  </a:cubicBezTo>
                  <a:cubicBezTo>
                    <a:pt x="82461" y="82516"/>
                    <a:pt x="68768" y="87375"/>
                    <a:pt x="62324" y="87375"/>
                  </a:cubicBezTo>
                  <a:cubicBezTo>
                    <a:pt x="54470" y="87375"/>
                    <a:pt x="51248" y="80896"/>
                    <a:pt x="51248" y="74013"/>
                  </a:cubicBezTo>
                  <a:cubicBezTo>
                    <a:pt x="51248" y="69560"/>
                    <a:pt x="52456" y="65106"/>
                    <a:pt x="54672" y="56199"/>
                  </a:cubicBezTo>
                  <a:lnTo>
                    <a:pt x="61518" y="2846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2" name="Freeform 801">
              <a:extLst>
                <a:ext uri="{FF2B5EF4-FFF2-40B4-BE49-F238E27FC236}">
                  <a16:creationId xmlns:a16="http://schemas.microsoft.com/office/drawing/2014/main" id="{9E3099D6-5F27-4E4E-25C7-AF7CA4482FA0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386448" y="4858194"/>
              <a:ext cx="86128" cy="63910"/>
            </a:xfrm>
            <a:custGeom>
              <a:avLst/>
              <a:gdLst>
                <a:gd name="connsiteX0" fmla="*/ 10677 w 86128"/>
                <a:gd name="connsiteY0" fmla="*/ 53690 h 63910"/>
                <a:gd name="connsiteX1" fmla="*/ 9267 w 86128"/>
                <a:gd name="connsiteY1" fmla="*/ 59500 h 63910"/>
                <a:gd name="connsiteX2" fmla="*/ 14060 w 86128"/>
                <a:gd name="connsiteY2" fmla="*/ 64035 h 63910"/>
                <a:gd name="connsiteX3" fmla="*/ 19557 w 86128"/>
                <a:gd name="connsiteY3" fmla="*/ 60917 h 63910"/>
                <a:gd name="connsiteX4" fmla="*/ 22095 w 86128"/>
                <a:gd name="connsiteY4" fmla="*/ 52131 h 63910"/>
                <a:gd name="connsiteX5" fmla="*/ 25196 w 86128"/>
                <a:gd name="connsiteY5" fmla="*/ 39377 h 63910"/>
                <a:gd name="connsiteX6" fmla="*/ 27592 w 86128"/>
                <a:gd name="connsiteY6" fmla="*/ 29883 h 63910"/>
                <a:gd name="connsiteX7" fmla="*/ 33513 w 86128"/>
                <a:gd name="connsiteY7" fmla="*/ 17129 h 63910"/>
                <a:gd name="connsiteX8" fmla="*/ 54657 w 86128"/>
                <a:gd name="connsiteY8" fmla="*/ 4092 h 63910"/>
                <a:gd name="connsiteX9" fmla="*/ 62974 w 86128"/>
                <a:gd name="connsiteY9" fmla="*/ 14011 h 63910"/>
                <a:gd name="connsiteX10" fmla="*/ 54657 w 86128"/>
                <a:gd name="connsiteY10" fmla="*/ 44195 h 63910"/>
                <a:gd name="connsiteX11" fmla="*/ 52543 w 86128"/>
                <a:gd name="connsiteY11" fmla="*/ 51848 h 63910"/>
                <a:gd name="connsiteX12" fmla="*/ 65934 w 86128"/>
                <a:gd name="connsiteY12" fmla="*/ 64035 h 63910"/>
                <a:gd name="connsiteX13" fmla="*/ 86233 w 86128"/>
                <a:gd name="connsiteY13" fmla="*/ 42353 h 63910"/>
                <a:gd name="connsiteX14" fmla="*/ 83977 w 86128"/>
                <a:gd name="connsiteY14" fmla="*/ 40511 h 63910"/>
                <a:gd name="connsiteX15" fmla="*/ 81299 w 86128"/>
                <a:gd name="connsiteY15" fmla="*/ 42920 h 63910"/>
                <a:gd name="connsiteX16" fmla="*/ 66357 w 86128"/>
                <a:gd name="connsiteY16" fmla="*/ 60067 h 63910"/>
                <a:gd name="connsiteX17" fmla="*/ 62833 w 86128"/>
                <a:gd name="connsiteY17" fmla="*/ 55107 h 63910"/>
                <a:gd name="connsiteX18" fmla="*/ 66075 w 86128"/>
                <a:gd name="connsiteY18" fmla="*/ 43629 h 63910"/>
                <a:gd name="connsiteX19" fmla="*/ 73546 w 86128"/>
                <a:gd name="connsiteY19" fmla="*/ 16279 h 63910"/>
                <a:gd name="connsiteX20" fmla="*/ 55221 w 86128"/>
                <a:gd name="connsiteY20" fmla="*/ 124 h 63910"/>
                <a:gd name="connsiteX21" fmla="*/ 31398 w 86128"/>
                <a:gd name="connsiteY21" fmla="*/ 13020 h 63910"/>
                <a:gd name="connsiteX22" fmla="*/ 16315 w 86128"/>
                <a:gd name="connsiteY22" fmla="*/ 124 h 63910"/>
                <a:gd name="connsiteX23" fmla="*/ 5179 w 86128"/>
                <a:gd name="connsiteY23" fmla="*/ 7776 h 63910"/>
                <a:gd name="connsiteX24" fmla="*/ 105 w 86128"/>
                <a:gd name="connsiteY24" fmla="*/ 21805 h 63910"/>
                <a:gd name="connsiteX25" fmla="*/ 2501 w 86128"/>
                <a:gd name="connsiteY25" fmla="*/ 23648 h 63910"/>
                <a:gd name="connsiteX26" fmla="*/ 5602 w 86128"/>
                <a:gd name="connsiteY26" fmla="*/ 19396 h 63910"/>
                <a:gd name="connsiteX27" fmla="*/ 15892 w 86128"/>
                <a:gd name="connsiteY27" fmla="*/ 4092 h 63910"/>
                <a:gd name="connsiteX28" fmla="*/ 20544 w 86128"/>
                <a:gd name="connsiteY28" fmla="*/ 11036 h 63910"/>
                <a:gd name="connsiteX29" fmla="*/ 18289 w 86128"/>
                <a:gd name="connsiteY29" fmla="*/ 22797 h 63910"/>
                <a:gd name="connsiteX30" fmla="*/ 15188 w 86128"/>
                <a:gd name="connsiteY30" fmla="*/ 35551 h 63910"/>
                <a:gd name="connsiteX31" fmla="*/ 10677 w 86128"/>
                <a:gd name="connsiteY31" fmla="*/ 53690 h 6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128" h="63910">
                  <a:moveTo>
                    <a:pt x="10677" y="53690"/>
                  </a:moveTo>
                  <a:cubicBezTo>
                    <a:pt x="10113" y="55532"/>
                    <a:pt x="9267" y="59075"/>
                    <a:pt x="9267" y="59500"/>
                  </a:cubicBezTo>
                  <a:cubicBezTo>
                    <a:pt x="9267" y="62618"/>
                    <a:pt x="11804" y="64035"/>
                    <a:pt x="14060" y="64035"/>
                  </a:cubicBezTo>
                  <a:cubicBezTo>
                    <a:pt x="16597" y="64035"/>
                    <a:pt x="18853" y="62192"/>
                    <a:pt x="19557" y="60917"/>
                  </a:cubicBezTo>
                  <a:cubicBezTo>
                    <a:pt x="20262" y="59642"/>
                    <a:pt x="21390" y="55107"/>
                    <a:pt x="22095" y="52131"/>
                  </a:cubicBezTo>
                  <a:cubicBezTo>
                    <a:pt x="22800" y="49439"/>
                    <a:pt x="24350" y="42920"/>
                    <a:pt x="25196" y="39377"/>
                  </a:cubicBezTo>
                  <a:cubicBezTo>
                    <a:pt x="26042" y="36260"/>
                    <a:pt x="26887" y="33142"/>
                    <a:pt x="27592" y="29883"/>
                  </a:cubicBezTo>
                  <a:cubicBezTo>
                    <a:pt x="29143" y="24073"/>
                    <a:pt x="29425" y="22939"/>
                    <a:pt x="33513" y="17129"/>
                  </a:cubicBezTo>
                  <a:cubicBezTo>
                    <a:pt x="37460" y="11461"/>
                    <a:pt x="44085" y="4092"/>
                    <a:pt x="54657" y="4092"/>
                  </a:cubicBezTo>
                  <a:cubicBezTo>
                    <a:pt x="62833" y="4092"/>
                    <a:pt x="62974" y="11319"/>
                    <a:pt x="62974" y="14011"/>
                  </a:cubicBezTo>
                  <a:cubicBezTo>
                    <a:pt x="62974" y="22514"/>
                    <a:pt x="56913" y="38244"/>
                    <a:pt x="54657" y="44195"/>
                  </a:cubicBezTo>
                  <a:cubicBezTo>
                    <a:pt x="53107" y="48163"/>
                    <a:pt x="52543" y="49439"/>
                    <a:pt x="52543" y="51848"/>
                  </a:cubicBezTo>
                  <a:cubicBezTo>
                    <a:pt x="52543" y="59358"/>
                    <a:pt x="58745" y="64035"/>
                    <a:pt x="65934" y="64035"/>
                  </a:cubicBezTo>
                  <a:cubicBezTo>
                    <a:pt x="80030" y="64035"/>
                    <a:pt x="86233" y="44479"/>
                    <a:pt x="86233" y="42353"/>
                  </a:cubicBezTo>
                  <a:cubicBezTo>
                    <a:pt x="86233" y="40511"/>
                    <a:pt x="84400" y="40511"/>
                    <a:pt x="83977" y="40511"/>
                  </a:cubicBezTo>
                  <a:cubicBezTo>
                    <a:pt x="82004" y="40511"/>
                    <a:pt x="81863" y="41361"/>
                    <a:pt x="81299" y="42920"/>
                  </a:cubicBezTo>
                  <a:cubicBezTo>
                    <a:pt x="78057" y="54257"/>
                    <a:pt x="71996" y="60067"/>
                    <a:pt x="66357" y="60067"/>
                  </a:cubicBezTo>
                  <a:cubicBezTo>
                    <a:pt x="63397" y="60067"/>
                    <a:pt x="62833" y="58083"/>
                    <a:pt x="62833" y="55107"/>
                  </a:cubicBezTo>
                  <a:cubicBezTo>
                    <a:pt x="62833" y="51848"/>
                    <a:pt x="63538" y="50005"/>
                    <a:pt x="66075" y="43629"/>
                  </a:cubicBezTo>
                  <a:cubicBezTo>
                    <a:pt x="67767" y="39236"/>
                    <a:pt x="73546" y="24214"/>
                    <a:pt x="73546" y="16279"/>
                  </a:cubicBezTo>
                  <a:cubicBezTo>
                    <a:pt x="73546" y="2533"/>
                    <a:pt x="62692" y="124"/>
                    <a:pt x="55221" y="124"/>
                  </a:cubicBezTo>
                  <a:cubicBezTo>
                    <a:pt x="43521" y="124"/>
                    <a:pt x="35627" y="7351"/>
                    <a:pt x="31398" y="13020"/>
                  </a:cubicBezTo>
                  <a:cubicBezTo>
                    <a:pt x="30412" y="3242"/>
                    <a:pt x="22095" y="124"/>
                    <a:pt x="16315" y="124"/>
                  </a:cubicBezTo>
                  <a:cubicBezTo>
                    <a:pt x="10254" y="124"/>
                    <a:pt x="7012" y="4517"/>
                    <a:pt x="5179" y="7776"/>
                  </a:cubicBezTo>
                  <a:cubicBezTo>
                    <a:pt x="2078" y="13020"/>
                    <a:pt x="105" y="21097"/>
                    <a:pt x="105" y="21805"/>
                  </a:cubicBezTo>
                  <a:cubicBezTo>
                    <a:pt x="105" y="23648"/>
                    <a:pt x="2078" y="23648"/>
                    <a:pt x="2501" y="23648"/>
                  </a:cubicBezTo>
                  <a:cubicBezTo>
                    <a:pt x="4474" y="23648"/>
                    <a:pt x="4615" y="23223"/>
                    <a:pt x="5602" y="19396"/>
                  </a:cubicBezTo>
                  <a:cubicBezTo>
                    <a:pt x="7717" y="11036"/>
                    <a:pt x="10395" y="4092"/>
                    <a:pt x="15892" y="4092"/>
                  </a:cubicBezTo>
                  <a:cubicBezTo>
                    <a:pt x="19557" y="4092"/>
                    <a:pt x="20544" y="7209"/>
                    <a:pt x="20544" y="11036"/>
                  </a:cubicBezTo>
                  <a:cubicBezTo>
                    <a:pt x="20544" y="13728"/>
                    <a:pt x="19275" y="18971"/>
                    <a:pt x="18289" y="22797"/>
                  </a:cubicBezTo>
                  <a:cubicBezTo>
                    <a:pt x="17302" y="26624"/>
                    <a:pt x="15892" y="32434"/>
                    <a:pt x="15188" y="35551"/>
                  </a:cubicBezTo>
                  <a:lnTo>
                    <a:pt x="10677" y="53690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37146710-38E0-8C7A-5417-A1373068DC24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506757" y="4803070"/>
              <a:ext cx="21949" cy="126323"/>
            </a:xfrm>
            <a:custGeom>
              <a:avLst/>
              <a:gdLst>
                <a:gd name="connsiteX0" fmla="*/ 21456 w 21949"/>
                <a:gd name="connsiteY0" fmla="*/ 10852 h 126323"/>
                <a:gd name="connsiteX1" fmla="*/ 10783 w 21949"/>
                <a:gd name="connsiteY1" fmla="*/ 123 h 126323"/>
                <a:gd name="connsiteX2" fmla="*/ 110 w 21949"/>
                <a:gd name="connsiteY2" fmla="*/ 10852 h 126323"/>
                <a:gd name="connsiteX3" fmla="*/ 10783 w 21949"/>
                <a:gd name="connsiteY3" fmla="*/ 21581 h 126323"/>
                <a:gd name="connsiteX4" fmla="*/ 21456 w 21949"/>
                <a:gd name="connsiteY4" fmla="*/ 10852 h 126323"/>
                <a:gd name="connsiteX5" fmla="*/ 17630 w 21949"/>
                <a:gd name="connsiteY5" fmla="*/ 85148 h 126323"/>
                <a:gd name="connsiteX6" fmla="*/ 4742 w 21949"/>
                <a:gd name="connsiteY6" fmla="*/ 121587 h 126323"/>
                <a:gd name="connsiteX7" fmla="*/ 3332 w 21949"/>
                <a:gd name="connsiteY7" fmla="*/ 124219 h 126323"/>
                <a:gd name="connsiteX8" fmla="*/ 5346 w 21949"/>
                <a:gd name="connsiteY8" fmla="*/ 126446 h 126323"/>
                <a:gd name="connsiteX9" fmla="*/ 22060 w 21949"/>
                <a:gd name="connsiteY9" fmla="*/ 86767 h 126323"/>
                <a:gd name="connsiteX10" fmla="*/ 10783 w 21949"/>
                <a:gd name="connsiteY10" fmla="*/ 65916 h 126323"/>
                <a:gd name="connsiteX11" fmla="*/ 110 w 21949"/>
                <a:gd name="connsiteY11" fmla="*/ 76645 h 126323"/>
                <a:gd name="connsiteX12" fmla="*/ 10783 w 21949"/>
                <a:gd name="connsiteY12" fmla="*/ 87375 h 126323"/>
                <a:gd name="connsiteX13" fmla="*/ 12394 w 21949"/>
                <a:gd name="connsiteY13" fmla="*/ 87172 h 126323"/>
                <a:gd name="connsiteX14" fmla="*/ 17630 w 21949"/>
                <a:gd name="connsiteY14" fmla="*/ 85148 h 1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49" h="126323">
                  <a:moveTo>
                    <a:pt x="21456" y="10852"/>
                  </a:moveTo>
                  <a:cubicBezTo>
                    <a:pt x="21456" y="4981"/>
                    <a:pt x="16623" y="123"/>
                    <a:pt x="10783" y="123"/>
                  </a:cubicBezTo>
                  <a:cubicBezTo>
                    <a:pt x="4943" y="123"/>
                    <a:pt x="110" y="4981"/>
                    <a:pt x="110" y="10852"/>
                  </a:cubicBezTo>
                  <a:cubicBezTo>
                    <a:pt x="110" y="16723"/>
                    <a:pt x="4943" y="21581"/>
                    <a:pt x="10783" y="21581"/>
                  </a:cubicBezTo>
                  <a:cubicBezTo>
                    <a:pt x="16623" y="21581"/>
                    <a:pt x="21456" y="16723"/>
                    <a:pt x="21456" y="10852"/>
                  </a:cubicBezTo>
                  <a:close/>
                  <a:moveTo>
                    <a:pt x="17630" y="85148"/>
                  </a:moveTo>
                  <a:cubicBezTo>
                    <a:pt x="17630" y="90816"/>
                    <a:pt x="17630" y="106606"/>
                    <a:pt x="4742" y="121587"/>
                  </a:cubicBezTo>
                  <a:cubicBezTo>
                    <a:pt x="3332" y="123207"/>
                    <a:pt x="3332" y="123611"/>
                    <a:pt x="3332" y="124219"/>
                  </a:cubicBezTo>
                  <a:cubicBezTo>
                    <a:pt x="3332" y="125636"/>
                    <a:pt x="4339" y="126446"/>
                    <a:pt x="5346" y="126446"/>
                  </a:cubicBezTo>
                  <a:cubicBezTo>
                    <a:pt x="7561" y="126446"/>
                    <a:pt x="22060" y="110250"/>
                    <a:pt x="22060" y="86767"/>
                  </a:cubicBezTo>
                  <a:cubicBezTo>
                    <a:pt x="22060" y="80896"/>
                    <a:pt x="21657" y="65916"/>
                    <a:pt x="10783" y="65916"/>
                  </a:cubicBezTo>
                  <a:cubicBezTo>
                    <a:pt x="3735" y="65916"/>
                    <a:pt x="110" y="71382"/>
                    <a:pt x="110" y="76645"/>
                  </a:cubicBezTo>
                  <a:cubicBezTo>
                    <a:pt x="110" y="81909"/>
                    <a:pt x="3533" y="87375"/>
                    <a:pt x="10783" y="87375"/>
                  </a:cubicBezTo>
                  <a:cubicBezTo>
                    <a:pt x="11790" y="87375"/>
                    <a:pt x="12192" y="87375"/>
                    <a:pt x="12394" y="87172"/>
                  </a:cubicBezTo>
                  <a:cubicBezTo>
                    <a:pt x="13803" y="86970"/>
                    <a:pt x="16019" y="86565"/>
                    <a:pt x="17630" y="8514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4" name="Freeform 803">
              <a:extLst>
                <a:ext uri="{FF2B5EF4-FFF2-40B4-BE49-F238E27FC236}">
                  <a16:creationId xmlns:a16="http://schemas.microsoft.com/office/drawing/2014/main" id="{DE1D08A5-08C4-F84E-5623-DC89B3643A2D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588201" y="4748208"/>
              <a:ext cx="100889" cy="143732"/>
            </a:xfrm>
            <a:custGeom>
              <a:avLst/>
              <a:gdLst>
                <a:gd name="connsiteX0" fmla="*/ 101003 w 100889"/>
                <a:gd name="connsiteY0" fmla="*/ 43040 h 143732"/>
                <a:gd name="connsiteX1" fmla="*/ 67777 w 100889"/>
                <a:gd name="connsiteY1" fmla="*/ 123 h 143732"/>
                <a:gd name="connsiteX2" fmla="*/ 16627 w 100889"/>
                <a:gd name="connsiteY2" fmla="*/ 38181 h 143732"/>
                <a:gd name="connsiteX3" fmla="*/ 114 w 100889"/>
                <a:gd name="connsiteY3" fmla="*/ 101141 h 143732"/>
                <a:gd name="connsiteX4" fmla="*/ 33543 w 100889"/>
                <a:gd name="connsiteY4" fmla="*/ 143856 h 143732"/>
                <a:gd name="connsiteX5" fmla="*/ 78651 w 100889"/>
                <a:gd name="connsiteY5" fmla="*/ 115311 h 143732"/>
                <a:gd name="connsiteX6" fmla="*/ 101003 w 100889"/>
                <a:gd name="connsiteY6" fmla="*/ 43040 h 143732"/>
                <a:gd name="connsiteX7" fmla="*/ 30723 w 100889"/>
                <a:gd name="connsiteY7" fmla="*/ 67130 h 143732"/>
                <a:gd name="connsiteX8" fmla="*/ 44820 w 100889"/>
                <a:gd name="connsiteY8" fmla="*/ 26440 h 143732"/>
                <a:gd name="connsiteX9" fmla="*/ 67374 w 100889"/>
                <a:gd name="connsiteY9" fmla="*/ 7410 h 143732"/>
                <a:gd name="connsiteX10" fmla="*/ 79456 w 100889"/>
                <a:gd name="connsiteY10" fmla="*/ 28262 h 143732"/>
                <a:gd name="connsiteX11" fmla="*/ 72811 w 100889"/>
                <a:gd name="connsiteY11" fmla="*/ 67130 h 143732"/>
                <a:gd name="connsiteX12" fmla="*/ 30723 w 100889"/>
                <a:gd name="connsiteY12" fmla="*/ 67130 h 143732"/>
                <a:gd name="connsiteX13" fmla="*/ 70394 w 100889"/>
                <a:gd name="connsiteY13" fmla="*/ 76848 h 143732"/>
                <a:gd name="connsiteX14" fmla="*/ 33945 w 100889"/>
                <a:gd name="connsiteY14" fmla="*/ 136568 h 143732"/>
                <a:gd name="connsiteX15" fmla="*/ 24078 w 100889"/>
                <a:gd name="connsiteY15" fmla="*/ 129482 h 143732"/>
                <a:gd name="connsiteX16" fmla="*/ 21662 w 100889"/>
                <a:gd name="connsiteY16" fmla="*/ 115919 h 143732"/>
                <a:gd name="connsiteX17" fmla="*/ 28307 w 100889"/>
                <a:gd name="connsiteY17" fmla="*/ 76848 h 143732"/>
                <a:gd name="connsiteX18" fmla="*/ 70394 w 100889"/>
                <a:gd name="connsiteY18" fmla="*/ 76848 h 14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889" h="143732">
                  <a:moveTo>
                    <a:pt x="101003" y="43040"/>
                  </a:moveTo>
                  <a:cubicBezTo>
                    <a:pt x="101003" y="7410"/>
                    <a:pt x="80060" y="123"/>
                    <a:pt x="67777" y="123"/>
                  </a:cubicBezTo>
                  <a:cubicBezTo>
                    <a:pt x="51868" y="123"/>
                    <a:pt x="31730" y="10649"/>
                    <a:pt x="16627" y="38181"/>
                  </a:cubicBezTo>
                  <a:cubicBezTo>
                    <a:pt x="6357" y="57211"/>
                    <a:pt x="114" y="84743"/>
                    <a:pt x="114" y="101141"/>
                  </a:cubicBezTo>
                  <a:cubicBezTo>
                    <a:pt x="114" y="130494"/>
                    <a:pt x="15419" y="143856"/>
                    <a:pt x="33543" y="143856"/>
                  </a:cubicBezTo>
                  <a:cubicBezTo>
                    <a:pt x="47035" y="143856"/>
                    <a:pt x="64756" y="135960"/>
                    <a:pt x="78651" y="115311"/>
                  </a:cubicBezTo>
                  <a:cubicBezTo>
                    <a:pt x="95566" y="90411"/>
                    <a:pt x="101003" y="58223"/>
                    <a:pt x="101003" y="43040"/>
                  </a:cubicBezTo>
                  <a:close/>
                  <a:moveTo>
                    <a:pt x="30723" y="67130"/>
                  </a:moveTo>
                  <a:cubicBezTo>
                    <a:pt x="33543" y="55389"/>
                    <a:pt x="38778" y="36967"/>
                    <a:pt x="44820" y="26440"/>
                  </a:cubicBezTo>
                  <a:cubicBezTo>
                    <a:pt x="49451" y="18140"/>
                    <a:pt x="57708" y="7410"/>
                    <a:pt x="67374" y="7410"/>
                  </a:cubicBezTo>
                  <a:cubicBezTo>
                    <a:pt x="75832" y="7410"/>
                    <a:pt x="79456" y="16318"/>
                    <a:pt x="79456" y="28262"/>
                  </a:cubicBezTo>
                  <a:cubicBezTo>
                    <a:pt x="79456" y="41016"/>
                    <a:pt x="75026" y="58628"/>
                    <a:pt x="72811" y="67130"/>
                  </a:cubicBezTo>
                  <a:lnTo>
                    <a:pt x="30723" y="67130"/>
                  </a:lnTo>
                  <a:close/>
                  <a:moveTo>
                    <a:pt x="70394" y="76848"/>
                  </a:moveTo>
                  <a:cubicBezTo>
                    <a:pt x="57909" y="131102"/>
                    <a:pt x="40994" y="136568"/>
                    <a:pt x="33945" y="136568"/>
                  </a:cubicBezTo>
                  <a:cubicBezTo>
                    <a:pt x="31126" y="136568"/>
                    <a:pt x="26897" y="135758"/>
                    <a:pt x="24078" y="129482"/>
                  </a:cubicBezTo>
                  <a:cubicBezTo>
                    <a:pt x="21662" y="124016"/>
                    <a:pt x="21662" y="116121"/>
                    <a:pt x="21662" y="115919"/>
                  </a:cubicBezTo>
                  <a:cubicBezTo>
                    <a:pt x="21662" y="104380"/>
                    <a:pt x="26092" y="85553"/>
                    <a:pt x="28307" y="76848"/>
                  </a:cubicBezTo>
                  <a:lnTo>
                    <a:pt x="70394" y="76848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3057A013-6AF4-8702-40E7-064CF58F2001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709982" y="4738491"/>
              <a:ext cx="46719" cy="202440"/>
            </a:xfrm>
            <a:custGeom>
              <a:avLst/>
              <a:gdLst>
                <a:gd name="connsiteX0" fmla="*/ 46839 w 46719"/>
                <a:gd name="connsiteY0" fmla="*/ 101343 h 202440"/>
                <a:gd name="connsiteX1" fmla="*/ 33549 w 46719"/>
                <a:gd name="connsiteY1" fmla="*/ 38181 h 202440"/>
                <a:gd name="connsiteX2" fmla="*/ 2134 w 46719"/>
                <a:gd name="connsiteY2" fmla="*/ 123 h 202440"/>
                <a:gd name="connsiteX3" fmla="*/ 120 w 46719"/>
                <a:gd name="connsiteY3" fmla="*/ 2147 h 202440"/>
                <a:gd name="connsiteX4" fmla="*/ 3946 w 46719"/>
                <a:gd name="connsiteY4" fmla="*/ 6803 h 202440"/>
                <a:gd name="connsiteX5" fmla="*/ 35160 w 46719"/>
                <a:gd name="connsiteY5" fmla="*/ 101343 h 202440"/>
                <a:gd name="connsiteX6" fmla="*/ 2738 w 46719"/>
                <a:gd name="connsiteY6" fmla="*/ 197097 h 202440"/>
                <a:gd name="connsiteX7" fmla="*/ 120 w 46719"/>
                <a:gd name="connsiteY7" fmla="*/ 200539 h 202440"/>
                <a:gd name="connsiteX8" fmla="*/ 2134 w 46719"/>
                <a:gd name="connsiteY8" fmla="*/ 202563 h 202440"/>
                <a:gd name="connsiteX9" fmla="*/ 34153 w 46719"/>
                <a:gd name="connsiteY9" fmla="*/ 163087 h 202440"/>
                <a:gd name="connsiteX10" fmla="*/ 46839 w 46719"/>
                <a:gd name="connsiteY10" fmla="*/ 101343 h 20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719" h="202440">
                  <a:moveTo>
                    <a:pt x="46839" y="101343"/>
                  </a:moveTo>
                  <a:cubicBezTo>
                    <a:pt x="46839" y="85553"/>
                    <a:pt x="44624" y="61057"/>
                    <a:pt x="33549" y="38181"/>
                  </a:cubicBezTo>
                  <a:cubicBezTo>
                    <a:pt x="21466" y="13281"/>
                    <a:pt x="4148" y="123"/>
                    <a:pt x="2134" y="123"/>
                  </a:cubicBezTo>
                  <a:cubicBezTo>
                    <a:pt x="926" y="123"/>
                    <a:pt x="120" y="932"/>
                    <a:pt x="120" y="2147"/>
                  </a:cubicBezTo>
                  <a:cubicBezTo>
                    <a:pt x="120" y="2754"/>
                    <a:pt x="120" y="3159"/>
                    <a:pt x="3946" y="6803"/>
                  </a:cubicBezTo>
                  <a:cubicBezTo>
                    <a:pt x="23681" y="26845"/>
                    <a:pt x="35160" y="59033"/>
                    <a:pt x="35160" y="101343"/>
                  </a:cubicBezTo>
                  <a:cubicBezTo>
                    <a:pt x="35160" y="135960"/>
                    <a:pt x="27709" y="171590"/>
                    <a:pt x="2738" y="197097"/>
                  </a:cubicBezTo>
                  <a:cubicBezTo>
                    <a:pt x="120" y="199527"/>
                    <a:pt x="120" y="199932"/>
                    <a:pt x="120" y="200539"/>
                  </a:cubicBezTo>
                  <a:cubicBezTo>
                    <a:pt x="120" y="201754"/>
                    <a:pt x="926" y="202563"/>
                    <a:pt x="2134" y="202563"/>
                  </a:cubicBezTo>
                  <a:cubicBezTo>
                    <a:pt x="4148" y="202563"/>
                    <a:pt x="22272" y="188797"/>
                    <a:pt x="34153" y="163087"/>
                  </a:cubicBezTo>
                  <a:cubicBezTo>
                    <a:pt x="44423" y="140819"/>
                    <a:pt x="46839" y="118348"/>
                    <a:pt x="46839" y="10134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6" name="Freeform 805">
              <a:extLst>
                <a:ext uri="{FF2B5EF4-FFF2-40B4-BE49-F238E27FC236}">
                  <a16:creationId xmlns:a16="http://schemas.microsoft.com/office/drawing/2014/main" id="{5B1A2BA9-F072-AD66-FEAD-2022D017C9DF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794135" y="4803070"/>
              <a:ext cx="21345" cy="87252"/>
            </a:xfrm>
            <a:custGeom>
              <a:avLst/>
              <a:gdLst>
                <a:gd name="connsiteX0" fmla="*/ 21470 w 21345"/>
                <a:gd name="connsiteY0" fmla="*/ 10852 h 87252"/>
                <a:gd name="connsiteX1" fmla="*/ 10797 w 21345"/>
                <a:gd name="connsiteY1" fmla="*/ 123 h 87252"/>
                <a:gd name="connsiteX2" fmla="*/ 124 w 21345"/>
                <a:gd name="connsiteY2" fmla="*/ 10852 h 87252"/>
                <a:gd name="connsiteX3" fmla="*/ 10797 w 21345"/>
                <a:gd name="connsiteY3" fmla="*/ 21581 h 87252"/>
                <a:gd name="connsiteX4" fmla="*/ 21470 w 21345"/>
                <a:gd name="connsiteY4" fmla="*/ 10852 h 87252"/>
                <a:gd name="connsiteX5" fmla="*/ 21470 w 21345"/>
                <a:gd name="connsiteY5" fmla="*/ 76645 h 87252"/>
                <a:gd name="connsiteX6" fmla="*/ 10797 w 21345"/>
                <a:gd name="connsiteY6" fmla="*/ 65916 h 87252"/>
                <a:gd name="connsiteX7" fmla="*/ 124 w 21345"/>
                <a:gd name="connsiteY7" fmla="*/ 76645 h 87252"/>
                <a:gd name="connsiteX8" fmla="*/ 10797 w 21345"/>
                <a:gd name="connsiteY8" fmla="*/ 87375 h 87252"/>
                <a:gd name="connsiteX9" fmla="*/ 21470 w 21345"/>
                <a:gd name="connsiteY9" fmla="*/ 7664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70" y="10852"/>
                  </a:moveTo>
                  <a:cubicBezTo>
                    <a:pt x="21470" y="4981"/>
                    <a:pt x="16637" y="123"/>
                    <a:pt x="10797" y="123"/>
                  </a:cubicBezTo>
                  <a:cubicBezTo>
                    <a:pt x="4957" y="123"/>
                    <a:pt x="124" y="4981"/>
                    <a:pt x="124" y="10852"/>
                  </a:cubicBezTo>
                  <a:cubicBezTo>
                    <a:pt x="124" y="16723"/>
                    <a:pt x="4957" y="21581"/>
                    <a:pt x="10797" y="21581"/>
                  </a:cubicBezTo>
                  <a:cubicBezTo>
                    <a:pt x="16637" y="21581"/>
                    <a:pt x="21470" y="16723"/>
                    <a:pt x="21470" y="10852"/>
                  </a:cubicBezTo>
                  <a:close/>
                  <a:moveTo>
                    <a:pt x="21470" y="76645"/>
                  </a:moveTo>
                  <a:cubicBezTo>
                    <a:pt x="21470" y="70774"/>
                    <a:pt x="16637" y="65916"/>
                    <a:pt x="10797" y="65916"/>
                  </a:cubicBezTo>
                  <a:cubicBezTo>
                    <a:pt x="4957" y="65916"/>
                    <a:pt x="124" y="70774"/>
                    <a:pt x="124" y="76645"/>
                  </a:cubicBezTo>
                  <a:cubicBezTo>
                    <a:pt x="124" y="82516"/>
                    <a:pt x="4957" y="87375"/>
                    <a:pt x="10797" y="87375"/>
                  </a:cubicBezTo>
                  <a:cubicBezTo>
                    <a:pt x="16637" y="87375"/>
                    <a:pt x="21470" y="82516"/>
                    <a:pt x="21470" y="7664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63863048-C1AC-B06B-6917-0E11F8F56089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928699" y="4745374"/>
              <a:ext cx="137942" cy="144947"/>
            </a:xfrm>
            <a:custGeom>
              <a:avLst/>
              <a:gdLst>
                <a:gd name="connsiteX0" fmla="*/ 73835 w 137942"/>
                <a:gd name="connsiteY0" fmla="*/ 4171 h 144947"/>
                <a:gd name="connsiteX1" fmla="*/ 69203 w 137942"/>
                <a:gd name="connsiteY1" fmla="*/ 123 h 144947"/>
                <a:gd name="connsiteX2" fmla="*/ 64370 w 137942"/>
                <a:gd name="connsiteY2" fmla="*/ 4171 h 144947"/>
                <a:gd name="connsiteX3" fmla="*/ 22685 w 137942"/>
                <a:gd name="connsiteY3" fmla="*/ 125231 h 144947"/>
                <a:gd name="connsiteX4" fmla="*/ 131 w 137942"/>
                <a:gd name="connsiteY4" fmla="*/ 138795 h 144947"/>
                <a:gd name="connsiteX5" fmla="*/ 131 w 137942"/>
                <a:gd name="connsiteY5" fmla="*/ 145070 h 144947"/>
                <a:gd name="connsiteX6" fmla="*/ 20672 w 137942"/>
                <a:gd name="connsiteY6" fmla="*/ 144463 h 144947"/>
                <a:gd name="connsiteX7" fmla="*/ 43830 w 137942"/>
                <a:gd name="connsiteY7" fmla="*/ 145070 h 144947"/>
                <a:gd name="connsiteX8" fmla="*/ 43830 w 137942"/>
                <a:gd name="connsiteY8" fmla="*/ 138795 h 144947"/>
                <a:gd name="connsiteX9" fmla="*/ 28727 w 137942"/>
                <a:gd name="connsiteY9" fmla="*/ 128470 h 144947"/>
                <a:gd name="connsiteX10" fmla="*/ 29129 w 137942"/>
                <a:gd name="connsiteY10" fmla="*/ 125433 h 144947"/>
                <a:gd name="connsiteX11" fmla="*/ 38393 w 137942"/>
                <a:gd name="connsiteY11" fmla="*/ 98914 h 144947"/>
                <a:gd name="connsiteX12" fmla="*/ 88132 w 137942"/>
                <a:gd name="connsiteY12" fmla="*/ 98914 h 144947"/>
                <a:gd name="connsiteX13" fmla="*/ 98805 w 137942"/>
                <a:gd name="connsiteY13" fmla="*/ 129887 h 144947"/>
                <a:gd name="connsiteX14" fmla="*/ 99409 w 137942"/>
                <a:gd name="connsiteY14" fmla="*/ 132721 h 144947"/>
                <a:gd name="connsiteX15" fmla="*/ 82695 w 137942"/>
                <a:gd name="connsiteY15" fmla="*/ 138795 h 144947"/>
                <a:gd name="connsiteX16" fmla="*/ 82695 w 137942"/>
                <a:gd name="connsiteY16" fmla="*/ 145070 h 144947"/>
                <a:gd name="connsiteX17" fmla="*/ 111693 w 137942"/>
                <a:gd name="connsiteY17" fmla="*/ 144463 h 144947"/>
                <a:gd name="connsiteX18" fmla="*/ 138073 w 137942"/>
                <a:gd name="connsiteY18" fmla="*/ 145070 h 144947"/>
                <a:gd name="connsiteX19" fmla="*/ 138073 w 137942"/>
                <a:gd name="connsiteY19" fmla="*/ 138795 h 144947"/>
                <a:gd name="connsiteX20" fmla="*/ 134449 w 137942"/>
                <a:gd name="connsiteY20" fmla="*/ 138795 h 144947"/>
                <a:gd name="connsiteX21" fmla="*/ 117332 w 137942"/>
                <a:gd name="connsiteY21" fmla="*/ 130697 h 144947"/>
                <a:gd name="connsiteX22" fmla="*/ 73835 w 137942"/>
                <a:gd name="connsiteY22" fmla="*/ 4171 h 144947"/>
                <a:gd name="connsiteX23" fmla="*/ 63162 w 137942"/>
                <a:gd name="connsiteY23" fmla="*/ 26845 h 144947"/>
                <a:gd name="connsiteX24" fmla="*/ 85917 w 137942"/>
                <a:gd name="connsiteY24" fmla="*/ 92638 h 144947"/>
                <a:gd name="connsiteX25" fmla="*/ 40608 w 137942"/>
                <a:gd name="connsiteY25" fmla="*/ 92638 h 144947"/>
                <a:gd name="connsiteX26" fmla="*/ 63162 w 137942"/>
                <a:gd name="connsiteY26" fmla="*/ 26845 h 14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7942" h="144947">
                  <a:moveTo>
                    <a:pt x="73835" y="4171"/>
                  </a:moveTo>
                  <a:cubicBezTo>
                    <a:pt x="72828" y="1540"/>
                    <a:pt x="72425" y="123"/>
                    <a:pt x="69203" y="123"/>
                  </a:cubicBezTo>
                  <a:cubicBezTo>
                    <a:pt x="65981" y="123"/>
                    <a:pt x="65377" y="1337"/>
                    <a:pt x="64370" y="4171"/>
                  </a:cubicBezTo>
                  <a:lnTo>
                    <a:pt x="22685" y="125231"/>
                  </a:lnTo>
                  <a:cubicBezTo>
                    <a:pt x="19061" y="135555"/>
                    <a:pt x="11006" y="138592"/>
                    <a:pt x="131" y="138795"/>
                  </a:cubicBezTo>
                  <a:lnTo>
                    <a:pt x="131" y="145070"/>
                  </a:lnTo>
                  <a:cubicBezTo>
                    <a:pt x="4763" y="144868"/>
                    <a:pt x="13422" y="144463"/>
                    <a:pt x="20672" y="144463"/>
                  </a:cubicBezTo>
                  <a:cubicBezTo>
                    <a:pt x="26914" y="144463"/>
                    <a:pt x="37386" y="144868"/>
                    <a:pt x="43830" y="145070"/>
                  </a:cubicBezTo>
                  <a:lnTo>
                    <a:pt x="43830" y="138795"/>
                  </a:lnTo>
                  <a:cubicBezTo>
                    <a:pt x="33761" y="138795"/>
                    <a:pt x="28727" y="133734"/>
                    <a:pt x="28727" y="128470"/>
                  </a:cubicBezTo>
                  <a:cubicBezTo>
                    <a:pt x="28727" y="127863"/>
                    <a:pt x="28928" y="125838"/>
                    <a:pt x="29129" y="125433"/>
                  </a:cubicBezTo>
                  <a:lnTo>
                    <a:pt x="38393" y="98914"/>
                  </a:lnTo>
                  <a:lnTo>
                    <a:pt x="88132" y="98914"/>
                  </a:lnTo>
                  <a:lnTo>
                    <a:pt x="98805" y="129887"/>
                  </a:lnTo>
                  <a:cubicBezTo>
                    <a:pt x="99007" y="130697"/>
                    <a:pt x="99409" y="131912"/>
                    <a:pt x="99409" y="132721"/>
                  </a:cubicBezTo>
                  <a:cubicBezTo>
                    <a:pt x="99409" y="138795"/>
                    <a:pt x="88132" y="138795"/>
                    <a:pt x="82695" y="138795"/>
                  </a:cubicBezTo>
                  <a:lnTo>
                    <a:pt x="82695" y="145070"/>
                  </a:lnTo>
                  <a:cubicBezTo>
                    <a:pt x="89945" y="144463"/>
                    <a:pt x="104041" y="144463"/>
                    <a:pt x="111693" y="144463"/>
                  </a:cubicBezTo>
                  <a:cubicBezTo>
                    <a:pt x="120352" y="144463"/>
                    <a:pt x="129616" y="144665"/>
                    <a:pt x="138073" y="145070"/>
                  </a:cubicBezTo>
                  <a:lnTo>
                    <a:pt x="138073" y="138795"/>
                  </a:lnTo>
                  <a:lnTo>
                    <a:pt x="134449" y="138795"/>
                  </a:lnTo>
                  <a:cubicBezTo>
                    <a:pt x="122366" y="138795"/>
                    <a:pt x="119547" y="137377"/>
                    <a:pt x="117332" y="130697"/>
                  </a:cubicBezTo>
                  <a:lnTo>
                    <a:pt x="73835" y="4171"/>
                  </a:lnTo>
                  <a:close/>
                  <a:moveTo>
                    <a:pt x="63162" y="26845"/>
                  </a:moveTo>
                  <a:lnTo>
                    <a:pt x="85917" y="92638"/>
                  </a:lnTo>
                  <a:lnTo>
                    <a:pt x="40608" y="92638"/>
                  </a:lnTo>
                  <a:lnTo>
                    <a:pt x="63162" y="26845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8" name="Freeform 807">
              <a:extLst>
                <a:ext uri="{FF2B5EF4-FFF2-40B4-BE49-F238E27FC236}">
                  <a16:creationId xmlns:a16="http://schemas.microsoft.com/office/drawing/2014/main" id="{46DB380A-AE9F-F0AA-F389-69BFF44726F4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7079932" y="4752055"/>
              <a:ext cx="137539" cy="138267"/>
            </a:xfrm>
            <a:custGeom>
              <a:avLst/>
              <a:gdLst>
                <a:gd name="connsiteX0" fmla="*/ 40213 w 137539"/>
                <a:gd name="connsiteY0" fmla="*/ 2754 h 138267"/>
                <a:gd name="connsiteX1" fmla="*/ 34373 w 137539"/>
                <a:gd name="connsiteY1" fmla="*/ 123 h 138267"/>
                <a:gd name="connsiteX2" fmla="*/ 139 w 137539"/>
                <a:gd name="connsiteY2" fmla="*/ 123 h 138267"/>
                <a:gd name="connsiteX3" fmla="*/ 139 w 137539"/>
                <a:gd name="connsiteY3" fmla="*/ 6398 h 138267"/>
                <a:gd name="connsiteX4" fmla="*/ 5979 w 137539"/>
                <a:gd name="connsiteY4" fmla="*/ 6398 h 138267"/>
                <a:gd name="connsiteX5" fmla="*/ 16047 w 137539"/>
                <a:gd name="connsiteY5" fmla="*/ 6803 h 138267"/>
                <a:gd name="connsiteX6" fmla="*/ 20880 w 137539"/>
                <a:gd name="connsiteY6" fmla="*/ 11459 h 138267"/>
                <a:gd name="connsiteX7" fmla="*/ 20880 w 137539"/>
                <a:gd name="connsiteY7" fmla="*/ 117133 h 138267"/>
                <a:gd name="connsiteX8" fmla="*/ 139 w 137539"/>
                <a:gd name="connsiteY8" fmla="*/ 132114 h 138267"/>
                <a:gd name="connsiteX9" fmla="*/ 139 w 137539"/>
                <a:gd name="connsiteY9" fmla="*/ 138390 h 138267"/>
                <a:gd name="connsiteX10" fmla="*/ 23700 w 137539"/>
                <a:gd name="connsiteY10" fmla="*/ 137782 h 138267"/>
                <a:gd name="connsiteX11" fmla="*/ 47261 w 137539"/>
                <a:gd name="connsiteY11" fmla="*/ 138390 h 138267"/>
                <a:gd name="connsiteX12" fmla="*/ 47261 w 137539"/>
                <a:gd name="connsiteY12" fmla="*/ 132114 h 138267"/>
                <a:gd name="connsiteX13" fmla="*/ 26519 w 137539"/>
                <a:gd name="connsiteY13" fmla="*/ 117133 h 138267"/>
                <a:gd name="connsiteX14" fmla="*/ 26519 w 137539"/>
                <a:gd name="connsiteY14" fmla="*/ 11864 h 138267"/>
                <a:gd name="connsiteX15" fmla="*/ 28533 w 137539"/>
                <a:gd name="connsiteY15" fmla="*/ 14293 h 138267"/>
                <a:gd name="connsiteX16" fmla="*/ 110694 w 137539"/>
                <a:gd name="connsiteY16" fmla="*/ 135758 h 138267"/>
                <a:gd name="connsiteX17" fmla="*/ 114117 w 137539"/>
                <a:gd name="connsiteY17" fmla="*/ 138390 h 138267"/>
                <a:gd name="connsiteX18" fmla="*/ 116937 w 137539"/>
                <a:gd name="connsiteY18" fmla="*/ 133126 h 138267"/>
                <a:gd name="connsiteX19" fmla="*/ 116937 w 137539"/>
                <a:gd name="connsiteY19" fmla="*/ 21379 h 138267"/>
                <a:gd name="connsiteX20" fmla="*/ 137678 w 137539"/>
                <a:gd name="connsiteY20" fmla="*/ 6398 h 138267"/>
                <a:gd name="connsiteX21" fmla="*/ 137678 w 137539"/>
                <a:gd name="connsiteY21" fmla="*/ 123 h 138267"/>
                <a:gd name="connsiteX22" fmla="*/ 114117 w 137539"/>
                <a:gd name="connsiteY22" fmla="*/ 730 h 138267"/>
                <a:gd name="connsiteX23" fmla="*/ 90556 w 137539"/>
                <a:gd name="connsiteY23" fmla="*/ 123 h 138267"/>
                <a:gd name="connsiteX24" fmla="*/ 90556 w 137539"/>
                <a:gd name="connsiteY24" fmla="*/ 6398 h 138267"/>
                <a:gd name="connsiteX25" fmla="*/ 111298 w 137539"/>
                <a:gd name="connsiteY25" fmla="*/ 21379 h 138267"/>
                <a:gd name="connsiteX26" fmla="*/ 111298 w 137539"/>
                <a:gd name="connsiteY26" fmla="*/ 107821 h 138267"/>
                <a:gd name="connsiteX27" fmla="*/ 40213 w 137539"/>
                <a:gd name="connsiteY27" fmla="*/ 2754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7539" h="138267">
                  <a:moveTo>
                    <a:pt x="40213" y="2754"/>
                  </a:moveTo>
                  <a:cubicBezTo>
                    <a:pt x="38400" y="325"/>
                    <a:pt x="38199" y="123"/>
                    <a:pt x="34373" y="123"/>
                  </a:cubicBezTo>
                  <a:lnTo>
                    <a:pt x="139" y="123"/>
                  </a:lnTo>
                  <a:lnTo>
                    <a:pt x="139" y="6398"/>
                  </a:lnTo>
                  <a:lnTo>
                    <a:pt x="5979" y="6398"/>
                  </a:lnTo>
                  <a:cubicBezTo>
                    <a:pt x="8999" y="6398"/>
                    <a:pt x="13027" y="6601"/>
                    <a:pt x="16047" y="6803"/>
                  </a:cubicBezTo>
                  <a:cubicBezTo>
                    <a:pt x="20679" y="7410"/>
                    <a:pt x="20880" y="7613"/>
                    <a:pt x="20880" y="11459"/>
                  </a:cubicBezTo>
                  <a:lnTo>
                    <a:pt x="20880" y="117133"/>
                  </a:lnTo>
                  <a:cubicBezTo>
                    <a:pt x="20880" y="122599"/>
                    <a:pt x="20880" y="132114"/>
                    <a:pt x="139" y="132114"/>
                  </a:cubicBezTo>
                  <a:lnTo>
                    <a:pt x="139" y="138390"/>
                  </a:lnTo>
                  <a:cubicBezTo>
                    <a:pt x="7187" y="138187"/>
                    <a:pt x="17054" y="137782"/>
                    <a:pt x="23700" y="137782"/>
                  </a:cubicBezTo>
                  <a:cubicBezTo>
                    <a:pt x="30345" y="137782"/>
                    <a:pt x="40213" y="138187"/>
                    <a:pt x="47261" y="138390"/>
                  </a:cubicBezTo>
                  <a:lnTo>
                    <a:pt x="47261" y="132114"/>
                  </a:lnTo>
                  <a:cubicBezTo>
                    <a:pt x="26519" y="132114"/>
                    <a:pt x="26519" y="122599"/>
                    <a:pt x="26519" y="117133"/>
                  </a:cubicBezTo>
                  <a:lnTo>
                    <a:pt x="26519" y="11864"/>
                  </a:lnTo>
                  <a:cubicBezTo>
                    <a:pt x="27526" y="12876"/>
                    <a:pt x="27727" y="13079"/>
                    <a:pt x="28533" y="14293"/>
                  </a:cubicBezTo>
                  <a:lnTo>
                    <a:pt x="110694" y="135758"/>
                  </a:lnTo>
                  <a:cubicBezTo>
                    <a:pt x="112506" y="138187"/>
                    <a:pt x="112708" y="138390"/>
                    <a:pt x="114117" y="138390"/>
                  </a:cubicBezTo>
                  <a:cubicBezTo>
                    <a:pt x="116937" y="138390"/>
                    <a:pt x="116937" y="136973"/>
                    <a:pt x="116937" y="133126"/>
                  </a:cubicBezTo>
                  <a:lnTo>
                    <a:pt x="116937" y="21379"/>
                  </a:lnTo>
                  <a:cubicBezTo>
                    <a:pt x="116937" y="15913"/>
                    <a:pt x="116937" y="6398"/>
                    <a:pt x="137678" y="6398"/>
                  </a:cubicBezTo>
                  <a:lnTo>
                    <a:pt x="137678" y="123"/>
                  </a:lnTo>
                  <a:cubicBezTo>
                    <a:pt x="130630" y="325"/>
                    <a:pt x="120763" y="730"/>
                    <a:pt x="114117" y="730"/>
                  </a:cubicBezTo>
                  <a:cubicBezTo>
                    <a:pt x="107472" y="730"/>
                    <a:pt x="97605" y="325"/>
                    <a:pt x="90556" y="123"/>
                  </a:cubicBezTo>
                  <a:lnTo>
                    <a:pt x="90556" y="6398"/>
                  </a:lnTo>
                  <a:cubicBezTo>
                    <a:pt x="111298" y="6398"/>
                    <a:pt x="111298" y="15913"/>
                    <a:pt x="111298" y="21379"/>
                  </a:cubicBezTo>
                  <a:lnTo>
                    <a:pt x="111298" y="107821"/>
                  </a:lnTo>
                  <a:lnTo>
                    <a:pt x="40213" y="275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131B6DBB-C62C-0FFA-03F3-0F482F04CFC3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7230964" y="4752055"/>
              <a:ext cx="137539" cy="138267"/>
            </a:xfrm>
            <a:custGeom>
              <a:avLst/>
              <a:gdLst>
                <a:gd name="connsiteX0" fmla="*/ 40220 w 137539"/>
                <a:gd name="connsiteY0" fmla="*/ 2754 h 138267"/>
                <a:gd name="connsiteX1" fmla="*/ 34380 w 137539"/>
                <a:gd name="connsiteY1" fmla="*/ 123 h 138267"/>
                <a:gd name="connsiteX2" fmla="*/ 146 w 137539"/>
                <a:gd name="connsiteY2" fmla="*/ 123 h 138267"/>
                <a:gd name="connsiteX3" fmla="*/ 146 w 137539"/>
                <a:gd name="connsiteY3" fmla="*/ 6398 h 138267"/>
                <a:gd name="connsiteX4" fmla="*/ 5986 w 137539"/>
                <a:gd name="connsiteY4" fmla="*/ 6398 h 138267"/>
                <a:gd name="connsiteX5" fmla="*/ 16055 w 137539"/>
                <a:gd name="connsiteY5" fmla="*/ 6803 h 138267"/>
                <a:gd name="connsiteX6" fmla="*/ 20888 w 137539"/>
                <a:gd name="connsiteY6" fmla="*/ 11459 h 138267"/>
                <a:gd name="connsiteX7" fmla="*/ 20888 w 137539"/>
                <a:gd name="connsiteY7" fmla="*/ 117133 h 138267"/>
                <a:gd name="connsiteX8" fmla="*/ 146 w 137539"/>
                <a:gd name="connsiteY8" fmla="*/ 132114 h 138267"/>
                <a:gd name="connsiteX9" fmla="*/ 146 w 137539"/>
                <a:gd name="connsiteY9" fmla="*/ 138390 h 138267"/>
                <a:gd name="connsiteX10" fmla="*/ 23707 w 137539"/>
                <a:gd name="connsiteY10" fmla="*/ 137782 h 138267"/>
                <a:gd name="connsiteX11" fmla="*/ 47268 w 137539"/>
                <a:gd name="connsiteY11" fmla="*/ 138390 h 138267"/>
                <a:gd name="connsiteX12" fmla="*/ 47268 w 137539"/>
                <a:gd name="connsiteY12" fmla="*/ 132114 h 138267"/>
                <a:gd name="connsiteX13" fmla="*/ 26526 w 137539"/>
                <a:gd name="connsiteY13" fmla="*/ 117133 h 138267"/>
                <a:gd name="connsiteX14" fmla="*/ 26526 w 137539"/>
                <a:gd name="connsiteY14" fmla="*/ 11864 h 138267"/>
                <a:gd name="connsiteX15" fmla="*/ 28540 w 137539"/>
                <a:gd name="connsiteY15" fmla="*/ 14293 h 138267"/>
                <a:gd name="connsiteX16" fmla="*/ 110701 w 137539"/>
                <a:gd name="connsiteY16" fmla="*/ 135758 h 138267"/>
                <a:gd name="connsiteX17" fmla="*/ 114125 w 137539"/>
                <a:gd name="connsiteY17" fmla="*/ 138390 h 138267"/>
                <a:gd name="connsiteX18" fmla="*/ 116944 w 137539"/>
                <a:gd name="connsiteY18" fmla="*/ 133126 h 138267"/>
                <a:gd name="connsiteX19" fmla="*/ 116944 w 137539"/>
                <a:gd name="connsiteY19" fmla="*/ 21379 h 138267"/>
                <a:gd name="connsiteX20" fmla="*/ 137686 w 137539"/>
                <a:gd name="connsiteY20" fmla="*/ 6398 h 138267"/>
                <a:gd name="connsiteX21" fmla="*/ 137686 w 137539"/>
                <a:gd name="connsiteY21" fmla="*/ 123 h 138267"/>
                <a:gd name="connsiteX22" fmla="*/ 114125 w 137539"/>
                <a:gd name="connsiteY22" fmla="*/ 730 h 138267"/>
                <a:gd name="connsiteX23" fmla="*/ 90564 w 137539"/>
                <a:gd name="connsiteY23" fmla="*/ 123 h 138267"/>
                <a:gd name="connsiteX24" fmla="*/ 90564 w 137539"/>
                <a:gd name="connsiteY24" fmla="*/ 6398 h 138267"/>
                <a:gd name="connsiteX25" fmla="*/ 111305 w 137539"/>
                <a:gd name="connsiteY25" fmla="*/ 21379 h 138267"/>
                <a:gd name="connsiteX26" fmla="*/ 111305 w 137539"/>
                <a:gd name="connsiteY26" fmla="*/ 107821 h 138267"/>
                <a:gd name="connsiteX27" fmla="*/ 40220 w 137539"/>
                <a:gd name="connsiteY27" fmla="*/ 2754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7539" h="138267">
                  <a:moveTo>
                    <a:pt x="40220" y="2754"/>
                  </a:moveTo>
                  <a:cubicBezTo>
                    <a:pt x="38408" y="325"/>
                    <a:pt x="38206" y="123"/>
                    <a:pt x="34380" y="123"/>
                  </a:cubicBezTo>
                  <a:lnTo>
                    <a:pt x="146" y="123"/>
                  </a:lnTo>
                  <a:lnTo>
                    <a:pt x="146" y="6398"/>
                  </a:lnTo>
                  <a:lnTo>
                    <a:pt x="5986" y="6398"/>
                  </a:lnTo>
                  <a:cubicBezTo>
                    <a:pt x="9007" y="6398"/>
                    <a:pt x="13034" y="6601"/>
                    <a:pt x="16055" y="6803"/>
                  </a:cubicBezTo>
                  <a:cubicBezTo>
                    <a:pt x="20687" y="7410"/>
                    <a:pt x="20888" y="7613"/>
                    <a:pt x="20888" y="11459"/>
                  </a:cubicBezTo>
                  <a:lnTo>
                    <a:pt x="20888" y="117133"/>
                  </a:lnTo>
                  <a:cubicBezTo>
                    <a:pt x="20888" y="122599"/>
                    <a:pt x="20888" y="132114"/>
                    <a:pt x="146" y="132114"/>
                  </a:cubicBezTo>
                  <a:lnTo>
                    <a:pt x="146" y="138390"/>
                  </a:lnTo>
                  <a:cubicBezTo>
                    <a:pt x="7194" y="138187"/>
                    <a:pt x="17062" y="137782"/>
                    <a:pt x="23707" y="137782"/>
                  </a:cubicBezTo>
                  <a:cubicBezTo>
                    <a:pt x="30353" y="137782"/>
                    <a:pt x="40220" y="138187"/>
                    <a:pt x="47268" y="138390"/>
                  </a:cubicBezTo>
                  <a:lnTo>
                    <a:pt x="47268" y="132114"/>
                  </a:lnTo>
                  <a:cubicBezTo>
                    <a:pt x="26526" y="132114"/>
                    <a:pt x="26526" y="122599"/>
                    <a:pt x="26526" y="117133"/>
                  </a:cubicBezTo>
                  <a:lnTo>
                    <a:pt x="26526" y="11864"/>
                  </a:lnTo>
                  <a:cubicBezTo>
                    <a:pt x="27533" y="12876"/>
                    <a:pt x="27735" y="13079"/>
                    <a:pt x="28540" y="14293"/>
                  </a:cubicBezTo>
                  <a:lnTo>
                    <a:pt x="110701" y="135758"/>
                  </a:lnTo>
                  <a:cubicBezTo>
                    <a:pt x="112514" y="138187"/>
                    <a:pt x="112715" y="138390"/>
                    <a:pt x="114125" y="138390"/>
                  </a:cubicBezTo>
                  <a:cubicBezTo>
                    <a:pt x="116944" y="138390"/>
                    <a:pt x="116944" y="136973"/>
                    <a:pt x="116944" y="133126"/>
                  </a:cubicBezTo>
                  <a:lnTo>
                    <a:pt x="116944" y="21379"/>
                  </a:lnTo>
                  <a:cubicBezTo>
                    <a:pt x="116944" y="15913"/>
                    <a:pt x="116944" y="6398"/>
                    <a:pt x="137686" y="6398"/>
                  </a:cubicBezTo>
                  <a:lnTo>
                    <a:pt x="137686" y="123"/>
                  </a:lnTo>
                  <a:cubicBezTo>
                    <a:pt x="130638" y="325"/>
                    <a:pt x="120770" y="730"/>
                    <a:pt x="114125" y="730"/>
                  </a:cubicBezTo>
                  <a:cubicBezTo>
                    <a:pt x="107479" y="730"/>
                    <a:pt x="97612" y="325"/>
                    <a:pt x="90564" y="123"/>
                  </a:cubicBezTo>
                  <a:lnTo>
                    <a:pt x="90564" y="6398"/>
                  </a:lnTo>
                  <a:cubicBezTo>
                    <a:pt x="111305" y="6398"/>
                    <a:pt x="111305" y="15913"/>
                    <a:pt x="111305" y="21379"/>
                  </a:cubicBezTo>
                  <a:lnTo>
                    <a:pt x="111305" y="107821"/>
                  </a:lnTo>
                  <a:lnTo>
                    <a:pt x="40220" y="275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D36AF9D-4955-3375-E952-88714A7CD221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7449121" y="4747601"/>
              <a:ext cx="65245" cy="142720"/>
            </a:xfrm>
            <a:custGeom>
              <a:avLst/>
              <a:gdLst>
                <a:gd name="connsiteX0" fmla="*/ 28752 w 65245"/>
                <a:gd name="connsiteY0" fmla="*/ 55591 h 142720"/>
                <a:gd name="connsiteX1" fmla="*/ 28752 w 65245"/>
                <a:gd name="connsiteY1" fmla="*/ 32108 h 142720"/>
                <a:gd name="connsiteX2" fmla="*/ 47279 w 65245"/>
                <a:gd name="connsiteY2" fmla="*/ 4576 h 142720"/>
                <a:gd name="connsiteX3" fmla="*/ 53924 w 65245"/>
                <a:gd name="connsiteY3" fmla="*/ 5993 h 142720"/>
                <a:gd name="connsiteX4" fmla="*/ 47883 w 65245"/>
                <a:gd name="connsiteY4" fmla="*/ 14496 h 142720"/>
                <a:gd name="connsiteX5" fmla="*/ 56542 w 65245"/>
                <a:gd name="connsiteY5" fmla="*/ 23201 h 142720"/>
                <a:gd name="connsiteX6" fmla="*/ 65403 w 65245"/>
                <a:gd name="connsiteY6" fmla="*/ 14293 h 142720"/>
                <a:gd name="connsiteX7" fmla="*/ 47279 w 65245"/>
                <a:gd name="connsiteY7" fmla="*/ 123 h 142720"/>
                <a:gd name="connsiteX8" fmla="*/ 16066 w 65245"/>
                <a:gd name="connsiteY8" fmla="*/ 32311 h 142720"/>
                <a:gd name="connsiteX9" fmla="*/ 16066 w 65245"/>
                <a:gd name="connsiteY9" fmla="*/ 55591 h 142720"/>
                <a:gd name="connsiteX10" fmla="*/ 157 w 65245"/>
                <a:gd name="connsiteY10" fmla="*/ 55591 h 142720"/>
                <a:gd name="connsiteX11" fmla="*/ 157 w 65245"/>
                <a:gd name="connsiteY11" fmla="*/ 61867 h 142720"/>
                <a:gd name="connsiteX12" fmla="*/ 16066 w 65245"/>
                <a:gd name="connsiteY12" fmla="*/ 61867 h 142720"/>
                <a:gd name="connsiteX13" fmla="*/ 16066 w 65245"/>
                <a:gd name="connsiteY13" fmla="*/ 127458 h 142720"/>
                <a:gd name="connsiteX14" fmla="*/ 358 w 65245"/>
                <a:gd name="connsiteY14" fmla="*/ 136568 h 142720"/>
                <a:gd name="connsiteX15" fmla="*/ 358 w 65245"/>
                <a:gd name="connsiteY15" fmla="*/ 142843 h 142720"/>
                <a:gd name="connsiteX16" fmla="*/ 23315 w 65245"/>
                <a:gd name="connsiteY16" fmla="*/ 142236 h 142720"/>
                <a:gd name="connsiteX17" fmla="*/ 48890 w 65245"/>
                <a:gd name="connsiteY17" fmla="*/ 142843 h 142720"/>
                <a:gd name="connsiteX18" fmla="*/ 48890 w 65245"/>
                <a:gd name="connsiteY18" fmla="*/ 136568 h 142720"/>
                <a:gd name="connsiteX19" fmla="*/ 44661 w 65245"/>
                <a:gd name="connsiteY19" fmla="*/ 136568 h 142720"/>
                <a:gd name="connsiteX20" fmla="*/ 29357 w 65245"/>
                <a:gd name="connsiteY20" fmla="*/ 127053 h 142720"/>
                <a:gd name="connsiteX21" fmla="*/ 29357 w 65245"/>
                <a:gd name="connsiteY21" fmla="*/ 61867 h 142720"/>
                <a:gd name="connsiteX22" fmla="*/ 52313 w 65245"/>
                <a:gd name="connsiteY22" fmla="*/ 61867 h 142720"/>
                <a:gd name="connsiteX23" fmla="*/ 52313 w 65245"/>
                <a:gd name="connsiteY23" fmla="*/ 55591 h 142720"/>
                <a:gd name="connsiteX24" fmla="*/ 28752 w 65245"/>
                <a:gd name="connsiteY24" fmla="*/ 55591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45" h="142720">
                  <a:moveTo>
                    <a:pt x="28752" y="55591"/>
                  </a:moveTo>
                  <a:lnTo>
                    <a:pt x="28752" y="32108"/>
                  </a:lnTo>
                  <a:cubicBezTo>
                    <a:pt x="28752" y="14293"/>
                    <a:pt x="38418" y="4576"/>
                    <a:pt x="47279" y="4576"/>
                  </a:cubicBezTo>
                  <a:cubicBezTo>
                    <a:pt x="47883" y="4576"/>
                    <a:pt x="50904" y="4576"/>
                    <a:pt x="53924" y="5993"/>
                  </a:cubicBezTo>
                  <a:cubicBezTo>
                    <a:pt x="51508" y="6803"/>
                    <a:pt x="47883" y="9435"/>
                    <a:pt x="47883" y="14496"/>
                  </a:cubicBezTo>
                  <a:cubicBezTo>
                    <a:pt x="47883" y="19152"/>
                    <a:pt x="51105" y="23201"/>
                    <a:pt x="56542" y="23201"/>
                  </a:cubicBezTo>
                  <a:cubicBezTo>
                    <a:pt x="62382" y="23201"/>
                    <a:pt x="65403" y="19152"/>
                    <a:pt x="65403" y="14293"/>
                  </a:cubicBezTo>
                  <a:cubicBezTo>
                    <a:pt x="65403" y="6803"/>
                    <a:pt x="57952" y="123"/>
                    <a:pt x="47279" y="123"/>
                  </a:cubicBezTo>
                  <a:cubicBezTo>
                    <a:pt x="33183" y="123"/>
                    <a:pt x="16066" y="10852"/>
                    <a:pt x="16066" y="32311"/>
                  </a:cubicBezTo>
                  <a:lnTo>
                    <a:pt x="16066" y="55591"/>
                  </a:lnTo>
                  <a:lnTo>
                    <a:pt x="157" y="55591"/>
                  </a:lnTo>
                  <a:lnTo>
                    <a:pt x="157" y="61867"/>
                  </a:lnTo>
                  <a:lnTo>
                    <a:pt x="16066" y="61867"/>
                  </a:lnTo>
                  <a:lnTo>
                    <a:pt x="16066" y="127458"/>
                  </a:lnTo>
                  <a:cubicBezTo>
                    <a:pt x="16066" y="136568"/>
                    <a:pt x="13851" y="136568"/>
                    <a:pt x="358" y="136568"/>
                  </a:cubicBezTo>
                  <a:lnTo>
                    <a:pt x="358" y="142843"/>
                  </a:lnTo>
                  <a:cubicBezTo>
                    <a:pt x="8212" y="142641"/>
                    <a:pt x="17677" y="142236"/>
                    <a:pt x="23315" y="142236"/>
                  </a:cubicBezTo>
                  <a:cubicBezTo>
                    <a:pt x="31370" y="142236"/>
                    <a:pt x="40835" y="142236"/>
                    <a:pt x="48890" y="142843"/>
                  </a:cubicBezTo>
                  <a:lnTo>
                    <a:pt x="48890" y="136568"/>
                  </a:lnTo>
                  <a:lnTo>
                    <a:pt x="44661" y="136568"/>
                  </a:lnTo>
                  <a:cubicBezTo>
                    <a:pt x="29759" y="136568"/>
                    <a:pt x="29357" y="134341"/>
                    <a:pt x="29357" y="127053"/>
                  </a:cubicBezTo>
                  <a:lnTo>
                    <a:pt x="29357" y="61867"/>
                  </a:lnTo>
                  <a:lnTo>
                    <a:pt x="52313" y="61867"/>
                  </a:lnTo>
                  <a:lnTo>
                    <a:pt x="52313" y="55591"/>
                  </a:lnTo>
                  <a:lnTo>
                    <a:pt x="28752" y="5559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1" name="Freeform 810">
              <a:extLst>
                <a:ext uri="{FF2B5EF4-FFF2-40B4-BE49-F238E27FC236}">
                  <a16:creationId xmlns:a16="http://schemas.microsoft.com/office/drawing/2014/main" id="{B651F8B3-BD9D-C25D-7676-BED5F065CBF9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7510451" y="4800843"/>
              <a:ext cx="101291" cy="91705"/>
            </a:xfrm>
            <a:custGeom>
              <a:avLst/>
              <a:gdLst>
                <a:gd name="connsiteX0" fmla="*/ 72454 w 101291"/>
                <a:gd name="connsiteY0" fmla="*/ 73609 h 91705"/>
                <a:gd name="connsiteX1" fmla="*/ 72454 w 101291"/>
                <a:gd name="connsiteY1" fmla="*/ 91828 h 91705"/>
                <a:gd name="connsiteX2" fmla="*/ 101452 w 101291"/>
                <a:gd name="connsiteY2" fmla="*/ 89601 h 91705"/>
                <a:gd name="connsiteX3" fmla="*/ 101452 w 101291"/>
                <a:gd name="connsiteY3" fmla="*/ 83326 h 91705"/>
                <a:gd name="connsiteX4" fmla="*/ 85745 w 101291"/>
                <a:gd name="connsiteY4" fmla="*/ 71989 h 91705"/>
                <a:gd name="connsiteX5" fmla="*/ 85745 w 101291"/>
                <a:gd name="connsiteY5" fmla="*/ 123 h 91705"/>
                <a:gd name="connsiteX6" fmla="*/ 56142 w 101291"/>
                <a:gd name="connsiteY6" fmla="*/ 2349 h 91705"/>
                <a:gd name="connsiteX7" fmla="*/ 56142 w 101291"/>
                <a:gd name="connsiteY7" fmla="*/ 8625 h 91705"/>
                <a:gd name="connsiteX8" fmla="*/ 71850 w 101291"/>
                <a:gd name="connsiteY8" fmla="*/ 19962 h 91705"/>
                <a:gd name="connsiteX9" fmla="*/ 71850 w 101291"/>
                <a:gd name="connsiteY9" fmla="*/ 55996 h 91705"/>
                <a:gd name="connsiteX10" fmla="*/ 47483 w 101291"/>
                <a:gd name="connsiteY10" fmla="*/ 87375 h 91705"/>
                <a:gd name="connsiteX11" fmla="*/ 29762 w 101291"/>
                <a:gd name="connsiteY11" fmla="*/ 67333 h 91705"/>
                <a:gd name="connsiteX12" fmla="*/ 29762 w 101291"/>
                <a:gd name="connsiteY12" fmla="*/ 123 h 91705"/>
                <a:gd name="connsiteX13" fmla="*/ 160 w 101291"/>
                <a:gd name="connsiteY13" fmla="*/ 2349 h 91705"/>
                <a:gd name="connsiteX14" fmla="*/ 160 w 101291"/>
                <a:gd name="connsiteY14" fmla="*/ 8625 h 91705"/>
                <a:gd name="connsiteX15" fmla="*/ 15867 w 101291"/>
                <a:gd name="connsiteY15" fmla="*/ 27250 h 91705"/>
                <a:gd name="connsiteX16" fmla="*/ 15867 w 101291"/>
                <a:gd name="connsiteY16" fmla="*/ 57616 h 91705"/>
                <a:gd name="connsiteX17" fmla="*/ 46476 w 101291"/>
                <a:gd name="connsiteY17" fmla="*/ 91828 h 91705"/>
                <a:gd name="connsiteX18" fmla="*/ 72454 w 101291"/>
                <a:gd name="connsiteY18" fmla="*/ 73609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454" y="73609"/>
                  </a:moveTo>
                  <a:lnTo>
                    <a:pt x="72454" y="91828"/>
                  </a:lnTo>
                  <a:lnTo>
                    <a:pt x="101452" y="89601"/>
                  </a:lnTo>
                  <a:lnTo>
                    <a:pt x="101452" y="83326"/>
                  </a:lnTo>
                  <a:cubicBezTo>
                    <a:pt x="87356" y="83326"/>
                    <a:pt x="85745" y="81909"/>
                    <a:pt x="85745" y="71989"/>
                  </a:cubicBezTo>
                  <a:lnTo>
                    <a:pt x="85745" y="123"/>
                  </a:lnTo>
                  <a:lnTo>
                    <a:pt x="56142" y="2349"/>
                  </a:lnTo>
                  <a:lnTo>
                    <a:pt x="56142" y="8625"/>
                  </a:lnTo>
                  <a:cubicBezTo>
                    <a:pt x="70239" y="8625"/>
                    <a:pt x="71850" y="10042"/>
                    <a:pt x="71850" y="19962"/>
                  </a:cubicBezTo>
                  <a:lnTo>
                    <a:pt x="71850" y="55996"/>
                  </a:lnTo>
                  <a:cubicBezTo>
                    <a:pt x="71850" y="73609"/>
                    <a:pt x="62184" y="87375"/>
                    <a:pt x="47483" y="87375"/>
                  </a:cubicBezTo>
                  <a:cubicBezTo>
                    <a:pt x="30568" y="87375"/>
                    <a:pt x="29762" y="77860"/>
                    <a:pt x="29762" y="67333"/>
                  </a:cubicBezTo>
                  <a:lnTo>
                    <a:pt x="29762" y="123"/>
                  </a:lnTo>
                  <a:lnTo>
                    <a:pt x="160" y="2349"/>
                  </a:lnTo>
                  <a:lnTo>
                    <a:pt x="160" y="8625"/>
                  </a:lnTo>
                  <a:cubicBezTo>
                    <a:pt x="15867" y="8625"/>
                    <a:pt x="15867" y="9232"/>
                    <a:pt x="15867" y="27250"/>
                  </a:cubicBezTo>
                  <a:lnTo>
                    <a:pt x="15867" y="57616"/>
                  </a:lnTo>
                  <a:cubicBezTo>
                    <a:pt x="15867" y="73406"/>
                    <a:pt x="15867" y="91828"/>
                    <a:pt x="46476" y="91828"/>
                  </a:cubicBezTo>
                  <a:cubicBezTo>
                    <a:pt x="57754" y="91828"/>
                    <a:pt x="66614" y="86160"/>
                    <a:pt x="72454" y="73609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37CCB03-0EDD-BEEA-56A0-9D63D421992E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7622327" y="4800843"/>
              <a:ext cx="101291" cy="89478"/>
            </a:xfrm>
            <a:custGeom>
              <a:avLst/>
              <a:gdLst>
                <a:gd name="connsiteX0" fmla="*/ 15873 w 101291"/>
                <a:gd name="connsiteY0" fmla="*/ 19962 h 89478"/>
                <a:gd name="connsiteX1" fmla="*/ 15873 w 101291"/>
                <a:gd name="connsiteY1" fmla="*/ 74216 h 89478"/>
                <a:gd name="connsiteX2" fmla="*/ 166 w 101291"/>
                <a:gd name="connsiteY2" fmla="*/ 83326 h 89478"/>
                <a:gd name="connsiteX3" fmla="*/ 166 w 101291"/>
                <a:gd name="connsiteY3" fmla="*/ 89601 h 89478"/>
                <a:gd name="connsiteX4" fmla="*/ 22921 w 101291"/>
                <a:gd name="connsiteY4" fmla="*/ 88994 h 89478"/>
                <a:gd name="connsiteX5" fmla="*/ 45475 w 101291"/>
                <a:gd name="connsiteY5" fmla="*/ 89601 h 89478"/>
                <a:gd name="connsiteX6" fmla="*/ 45475 w 101291"/>
                <a:gd name="connsiteY6" fmla="*/ 83326 h 89478"/>
                <a:gd name="connsiteX7" fmla="*/ 29768 w 101291"/>
                <a:gd name="connsiteY7" fmla="*/ 74216 h 89478"/>
                <a:gd name="connsiteX8" fmla="*/ 29768 w 101291"/>
                <a:gd name="connsiteY8" fmla="*/ 36967 h 89478"/>
                <a:gd name="connsiteX9" fmla="*/ 56954 w 101291"/>
                <a:gd name="connsiteY9" fmla="*/ 4576 h 89478"/>
                <a:gd name="connsiteX10" fmla="*/ 71855 w 101291"/>
                <a:gd name="connsiteY10" fmla="*/ 27047 h 89478"/>
                <a:gd name="connsiteX11" fmla="*/ 71855 w 101291"/>
                <a:gd name="connsiteY11" fmla="*/ 74216 h 89478"/>
                <a:gd name="connsiteX12" fmla="*/ 56148 w 101291"/>
                <a:gd name="connsiteY12" fmla="*/ 83326 h 89478"/>
                <a:gd name="connsiteX13" fmla="*/ 56148 w 101291"/>
                <a:gd name="connsiteY13" fmla="*/ 89601 h 89478"/>
                <a:gd name="connsiteX14" fmla="*/ 78903 w 101291"/>
                <a:gd name="connsiteY14" fmla="*/ 88994 h 89478"/>
                <a:gd name="connsiteX15" fmla="*/ 101457 w 101291"/>
                <a:gd name="connsiteY15" fmla="*/ 89601 h 89478"/>
                <a:gd name="connsiteX16" fmla="*/ 101457 w 101291"/>
                <a:gd name="connsiteY16" fmla="*/ 83326 h 89478"/>
                <a:gd name="connsiteX17" fmla="*/ 85750 w 101291"/>
                <a:gd name="connsiteY17" fmla="*/ 77253 h 89478"/>
                <a:gd name="connsiteX18" fmla="*/ 85750 w 101291"/>
                <a:gd name="connsiteY18" fmla="*/ 38586 h 89478"/>
                <a:gd name="connsiteX19" fmla="*/ 79508 w 101291"/>
                <a:gd name="connsiteY19" fmla="*/ 7613 h 89478"/>
                <a:gd name="connsiteX20" fmla="*/ 58363 w 101291"/>
                <a:gd name="connsiteY20" fmla="*/ 123 h 89478"/>
                <a:gd name="connsiteX21" fmla="*/ 28560 w 101291"/>
                <a:gd name="connsiteY21" fmla="*/ 21379 h 89478"/>
                <a:gd name="connsiteX22" fmla="*/ 28560 w 101291"/>
                <a:gd name="connsiteY22" fmla="*/ 123 h 89478"/>
                <a:gd name="connsiteX23" fmla="*/ 166 w 101291"/>
                <a:gd name="connsiteY23" fmla="*/ 2349 h 89478"/>
                <a:gd name="connsiteX24" fmla="*/ 166 w 101291"/>
                <a:gd name="connsiteY24" fmla="*/ 8625 h 89478"/>
                <a:gd name="connsiteX25" fmla="*/ 15873 w 101291"/>
                <a:gd name="connsiteY25" fmla="*/ 1996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73" y="19962"/>
                  </a:moveTo>
                  <a:lnTo>
                    <a:pt x="15873" y="74216"/>
                  </a:lnTo>
                  <a:cubicBezTo>
                    <a:pt x="15873" y="83326"/>
                    <a:pt x="13658" y="83326"/>
                    <a:pt x="166" y="83326"/>
                  </a:cubicBezTo>
                  <a:lnTo>
                    <a:pt x="166" y="89601"/>
                  </a:lnTo>
                  <a:cubicBezTo>
                    <a:pt x="7214" y="89399"/>
                    <a:pt x="17484" y="88994"/>
                    <a:pt x="22921" y="88994"/>
                  </a:cubicBezTo>
                  <a:cubicBezTo>
                    <a:pt x="28157" y="88994"/>
                    <a:pt x="38628" y="89399"/>
                    <a:pt x="45475" y="89601"/>
                  </a:cubicBezTo>
                  <a:lnTo>
                    <a:pt x="45475" y="83326"/>
                  </a:lnTo>
                  <a:cubicBezTo>
                    <a:pt x="31983" y="83326"/>
                    <a:pt x="29768" y="83326"/>
                    <a:pt x="29768" y="74216"/>
                  </a:cubicBezTo>
                  <a:lnTo>
                    <a:pt x="29768" y="36967"/>
                  </a:lnTo>
                  <a:cubicBezTo>
                    <a:pt x="29768" y="15913"/>
                    <a:pt x="44066" y="4576"/>
                    <a:pt x="56954" y="4576"/>
                  </a:cubicBezTo>
                  <a:cubicBezTo>
                    <a:pt x="69640" y="4576"/>
                    <a:pt x="71855" y="15508"/>
                    <a:pt x="71855" y="27047"/>
                  </a:cubicBezTo>
                  <a:lnTo>
                    <a:pt x="71855" y="74216"/>
                  </a:lnTo>
                  <a:cubicBezTo>
                    <a:pt x="71855" y="83326"/>
                    <a:pt x="69640" y="83326"/>
                    <a:pt x="56148" y="83326"/>
                  </a:cubicBezTo>
                  <a:lnTo>
                    <a:pt x="56148" y="89601"/>
                  </a:lnTo>
                  <a:cubicBezTo>
                    <a:pt x="63196" y="89399"/>
                    <a:pt x="73466" y="88994"/>
                    <a:pt x="78903" y="88994"/>
                  </a:cubicBezTo>
                  <a:cubicBezTo>
                    <a:pt x="84139" y="88994"/>
                    <a:pt x="94611" y="89399"/>
                    <a:pt x="101457" y="89601"/>
                  </a:cubicBezTo>
                  <a:lnTo>
                    <a:pt x="101457" y="83326"/>
                  </a:lnTo>
                  <a:cubicBezTo>
                    <a:pt x="90986" y="83326"/>
                    <a:pt x="85952" y="83326"/>
                    <a:pt x="85750" y="77253"/>
                  </a:cubicBezTo>
                  <a:lnTo>
                    <a:pt x="85750" y="38586"/>
                  </a:lnTo>
                  <a:cubicBezTo>
                    <a:pt x="85750" y="21176"/>
                    <a:pt x="85750" y="14901"/>
                    <a:pt x="79508" y="7613"/>
                  </a:cubicBezTo>
                  <a:cubicBezTo>
                    <a:pt x="76688" y="4171"/>
                    <a:pt x="70043" y="123"/>
                    <a:pt x="58363" y="123"/>
                  </a:cubicBezTo>
                  <a:cubicBezTo>
                    <a:pt x="43663" y="123"/>
                    <a:pt x="34198" y="8828"/>
                    <a:pt x="28560" y="21379"/>
                  </a:cubicBezTo>
                  <a:lnTo>
                    <a:pt x="28560" y="123"/>
                  </a:lnTo>
                  <a:lnTo>
                    <a:pt x="166" y="2349"/>
                  </a:lnTo>
                  <a:lnTo>
                    <a:pt x="166" y="8625"/>
                  </a:lnTo>
                  <a:cubicBezTo>
                    <a:pt x="14262" y="8625"/>
                    <a:pt x="15873" y="10042"/>
                    <a:pt x="15873" y="1996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3" name="Freeform 812">
              <a:extLst>
                <a:ext uri="{FF2B5EF4-FFF2-40B4-BE49-F238E27FC236}">
                  <a16:creationId xmlns:a16="http://schemas.microsoft.com/office/drawing/2014/main" id="{FC937354-6F7B-2F80-78ED-BDF01D7A7D10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7734605" y="4799628"/>
              <a:ext cx="76724" cy="92920"/>
            </a:xfrm>
            <a:custGeom>
              <a:avLst/>
              <a:gdLst>
                <a:gd name="connsiteX0" fmla="*/ 16885 w 76724"/>
                <a:gd name="connsiteY0" fmla="*/ 46684 h 92920"/>
                <a:gd name="connsiteX1" fmla="*/ 44071 w 76724"/>
                <a:gd name="connsiteY1" fmla="*/ 5184 h 92920"/>
                <a:gd name="connsiteX2" fmla="*/ 65618 w 76724"/>
                <a:gd name="connsiteY2" fmla="*/ 12674 h 92920"/>
                <a:gd name="connsiteX3" fmla="*/ 56154 w 76724"/>
                <a:gd name="connsiteY3" fmla="*/ 21986 h 92920"/>
                <a:gd name="connsiteX4" fmla="*/ 65417 w 76724"/>
                <a:gd name="connsiteY4" fmla="*/ 31298 h 92920"/>
                <a:gd name="connsiteX5" fmla="*/ 74680 w 76724"/>
                <a:gd name="connsiteY5" fmla="*/ 21784 h 92920"/>
                <a:gd name="connsiteX6" fmla="*/ 43870 w 76724"/>
                <a:gd name="connsiteY6" fmla="*/ 123 h 92920"/>
                <a:gd name="connsiteX7" fmla="*/ 171 w 76724"/>
                <a:gd name="connsiteY7" fmla="*/ 47089 h 92920"/>
                <a:gd name="connsiteX8" fmla="*/ 43467 w 76724"/>
                <a:gd name="connsiteY8" fmla="*/ 93043 h 92920"/>
                <a:gd name="connsiteX9" fmla="*/ 76895 w 76724"/>
                <a:gd name="connsiteY9" fmla="*/ 66726 h 92920"/>
                <a:gd name="connsiteX10" fmla="*/ 74277 w 76724"/>
                <a:gd name="connsiteY10" fmla="*/ 64701 h 92920"/>
                <a:gd name="connsiteX11" fmla="*/ 71659 w 76724"/>
                <a:gd name="connsiteY11" fmla="*/ 66726 h 92920"/>
                <a:gd name="connsiteX12" fmla="*/ 45279 w 76724"/>
                <a:gd name="connsiteY12" fmla="*/ 87982 h 92920"/>
                <a:gd name="connsiteX13" fmla="*/ 16885 w 76724"/>
                <a:gd name="connsiteY13" fmla="*/ 46684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724" h="92920">
                  <a:moveTo>
                    <a:pt x="16885" y="46684"/>
                  </a:moveTo>
                  <a:cubicBezTo>
                    <a:pt x="16885" y="13686"/>
                    <a:pt x="33398" y="5184"/>
                    <a:pt x="44071" y="5184"/>
                  </a:cubicBezTo>
                  <a:cubicBezTo>
                    <a:pt x="45883" y="5184"/>
                    <a:pt x="58570" y="5386"/>
                    <a:pt x="65618" y="12674"/>
                  </a:cubicBezTo>
                  <a:cubicBezTo>
                    <a:pt x="57362" y="13281"/>
                    <a:pt x="56154" y="19354"/>
                    <a:pt x="56154" y="21986"/>
                  </a:cubicBezTo>
                  <a:cubicBezTo>
                    <a:pt x="56154" y="27250"/>
                    <a:pt x="59778" y="31298"/>
                    <a:pt x="65417" y="31298"/>
                  </a:cubicBezTo>
                  <a:cubicBezTo>
                    <a:pt x="70653" y="31298"/>
                    <a:pt x="74680" y="27857"/>
                    <a:pt x="74680" y="21784"/>
                  </a:cubicBezTo>
                  <a:cubicBezTo>
                    <a:pt x="74680" y="8018"/>
                    <a:pt x="59376" y="123"/>
                    <a:pt x="43870" y="123"/>
                  </a:cubicBezTo>
                  <a:cubicBezTo>
                    <a:pt x="18698" y="123"/>
                    <a:pt x="171" y="21986"/>
                    <a:pt x="171" y="47089"/>
                  </a:cubicBezTo>
                  <a:cubicBezTo>
                    <a:pt x="171" y="73001"/>
                    <a:pt x="20107" y="93043"/>
                    <a:pt x="43467" y="93043"/>
                  </a:cubicBezTo>
                  <a:cubicBezTo>
                    <a:pt x="70451" y="93043"/>
                    <a:pt x="76895" y="68750"/>
                    <a:pt x="76895" y="66726"/>
                  </a:cubicBezTo>
                  <a:cubicBezTo>
                    <a:pt x="76895" y="64701"/>
                    <a:pt x="74881" y="64701"/>
                    <a:pt x="74277" y="64701"/>
                  </a:cubicBezTo>
                  <a:cubicBezTo>
                    <a:pt x="72465" y="64701"/>
                    <a:pt x="72062" y="65511"/>
                    <a:pt x="71659" y="66726"/>
                  </a:cubicBezTo>
                  <a:cubicBezTo>
                    <a:pt x="65820" y="85553"/>
                    <a:pt x="52730" y="87982"/>
                    <a:pt x="45279" y="87982"/>
                  </a:cubicBezTo>
                  <a:cubicBezTo>
                    <a:pt x="34606" y="87982"/>
                    <a:pt x="16885" y="79277"/>
                    <a:pt x="16885" y="46684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DBF406A4-62CB-77FE-68DB-0DB2BF91547E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7821085" y="4765821"/>
              <a:ext cx="63030" cy="126727"/>
            </a:xfrm>
            <a:custGeom>
              <a:avLst/>
              <a:gdLst>
                <a:gd name="connsiteX0" fmla="*/ 31187 w 63030"/>
                <a:gd name="connsiteY0" fmla="*/ 43647 h 126727"/>
                <a:gd name="connsiteX1" fmla="*/ 59984 w 63030"/>
                <a:gd name="connsiteY1" fmla="*/ 43647 h 126727"/>
                <a:gd name="connsiteX2" fmla="*/ 59984 w 63030"/>
                <a:gd name="connsiteY2" fmla="*/ 37372 h 126727"/>
                <a:gd name="connsiteX3" fmla="*/ 31187 w 63030"/>
                <a:gd name="connsiteY3" fmla="*/ 37372 h 126727"/>
                <a:gd name="connsiteX4" fmla="*/ 31187 w 63030"/>
                <a:gd name="connsiteY4" fmla="*/ 123 h 126727"/>
                <a:gd name="connsiteX5" fmla="*/ 26153 w 63030"/>
                <a:gd name="connsiteY5" fmla="*/ 123 h 126727"/>
                <a:gd name="connsiteX6" fmla="*/ 176 w 63030"/>
                <a:gd name="connsiteY6" fmla="*/ 39194 h 126727"/>
                <a:gd name="connsiteX7" fmla="*/ 176 w 63030"/>
                <a:gd name="connsiteY7" fmla="*/ 43647 h 126727"/>
                <a:gd name="connsiteX8" fmla="*/ 17293 w 63030"/>
                <a:gd name="connsiteY8" fmla="*/ 43647 h 126727"/>
                <a:gd name="connsiteX9" fmla="*/ 17293 w 63030"/>
                <a:gd name="connsiteY9" fmla="*/ 99521 h 126727"/>
                <a:gd name="connsiteX10" fmla="*/ 43270 w 63030"/>
                <a:gd name="connsiteY10" fmla="*/ 126851 h 126727"/>
                <a:gd name="connsiteX11" fmla="*/ 63206 w 63030"/>
                <a:gd name="connsiteY11" fmla="*/ 99521 h 126727"/>
                <a:gd name="connsiteX12" fmla="*/ 63206 w 63030"/>
                <a:gd name="connsiteY12" fmla="*/ 87982 h 126727"/>
                <a:gd name="connsiteX13" fmla="*/ 58172 w 63030"/>
                <a:gd name="connsiteY13" fmla="*/ 87982 h 126727"/>
                <a:gd name="connsiteX14" fmla="*/ 58172 w 63030"/>
                <a:gd name="connsiteY14" fmla="*/ 99116 h 126727"/>
                <a:gd name="connsiteX15" fmla="*/ 44680 w 63030"/>
                <a:gd name="connsiteY15" fmla="*/ 121790 h 126727"/>
                <a:gd name="connsiteX16" fmla="*/ 31187 w 63030"/>
                <a:gd name="connsiteY16" fmla="*/ 99926 h 126727"/>
                <a:gd name="connsiteX17" fmla="*/ 31187 w 63030"/>
                <a:gd name="connsiteY17" fmla="*/ 4364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87" y="43647"/>
                  </a:moveTo>
                  <a:lnTo>
                    <a:pt x="59984" y="43647"/>
                  </a:lnTo>
                  <a:lnTo>
                    <a:pt x="59984" y="37372"/>
                  </a:lnTo>
                  <a:lnTo>
                    <a:pt x="31187" y="37372"/>
                  </a:lnTo>
                  <a:lnTo>
                    <a:pt x="31187" y="123"/>
                  </a:lnTo>
                  <a:lnTo>
                    <a:pt x="26153" y="123"/>
                  </a:lnTo>
                  <a:cubicBezTo>
                    <a:pt x="25952" y="16723"/>
                    <a:pt x="19910" y="38384"/>
                    <a:pt x="176" y="39194"/>
                  </a:cubicBezTo>
                  <a:lnTo>
                    <a:pt x="176" y="43647"/>
                  </a:lnTo>
                  <a:lnTo>
                    <a:pt x="17293" y="43647"/>
                  </a:lnTo>
                  <a:lnTo>
                    <a:pt x="17293" y="99521"/>
                  </a:lnTo>
                  <a:cubicBezTo>
                    <a:pt x="17293" y="124421"/>
                    <a:pt x="36020" y="126851"/>
                    <a:pt x="43270" y="126851"/>
                  </a:cubicBezTo>
                  <a:cubicBezTo>
                    <a:pt x="57568" y="126851"/>
                    <a:pt x="63206" y="112477"/>
                    <a:pt x="63206" y="99521"/>
                  </a:cubicBezTo>
                  <a:lnTo>
                    <a:pt x="63206" y="87982"/>
                  </a:lnTo>
                  <a:lnTo>
                    <a:pt x="58172" y="87982"/>
                  </a:lnTo>
                  <a:lnTo>
                    <a:pt x="58172" y="99116"/>
                  </a:lnTo>
                  <a:cubicBezTo>
                    <a:pt x="58172" y="114097"/>
                    <a:pt x="52130" y="121790"/>
                    <a:pt x="44680" y="121790"/>
                  </a:cubicBezTo>
                  <a:cubicBezTo>
                    <a:pt x="31187" y="121790"/>
                    <a:pt x="31187" y="103367"/>
                    <a:pt x="31187" y="99926"/>
                  </a:cubicBezTo>
                  <a:lnTo>
                    <a:pt x="31187" y="4364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5" name="Freeform 814">
              <a:extLst>
                <a:ext uri="{FF2B5EF4-FFF2-40B4-BE49-F238E27FC236}">
                  <a16:creationId xmlns:a16="http://schemas.microsoft.com/office/drawing/2014/main" id="{47429CA9-B895-4F1A-38C9-606B438106D9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7902217" y="4754889"/>
              <a:ext cx="43094" cy="135432"/>
            </a:xfrm>
            <a:custGeom>
              <a:avLst/>
              <a:gdLst>
                <a:gd name="connsiteX0" fmla="*/ 29178 w 43094"/>
                <a:gd name="connsiteY0" fmla="*/ 46077 h 135432"/>
                <a:gd name="connsiteX1" fmla="*/ 985 w 43094"/>
                <a:gd name="connsiteY1" fmla="*/ 48303 h 135432"/>
                <a:gd name="connsiteX2" fmla="*/ 985 w 43094"/>
                <a:gd name="connsiteY2" fmla="*/ 54579 h 135432"/>
                <a:gd name="connsiteX3" fmla="*/ 15887 w 43094"/>
                <a:gd name="connsiteY3" fmla="*/ 65713 h 135432"/>
                <a:gd name="connsiteX4" fmla="*/ 15887 w 43094"/>
                <a:gd name="connsiteY4" fmla="*/ 120170 h 135432"/>
                <a:gd name="connsiteX5" fmla="*/ 180 w 43094"/>
                <a:gd name="connsiteY5" fmla="*/ 129280 h 135432"/>
                <a:gd name="connsiteX6" fmla="*/ 180 w 43094"/>
                <a:gd name="connsiteY6" fmla="*/ 135555 h 135432"/>
                <a:gd name="connsiteX7" fmla="*/ 22331 w 43094"/>
                <a:gd name="connsiteY7" fmla="*/ 134948 h 135432"/>
                <a:gd name="connsiteX8" fmla="*/ 43274 w 43094"/>
                <a:gd name="connsiteY8" fmla="*/ 135555 h 135432"/>
                <a:gd name="connsiteX9" fmla="*/ 43274 w 43094"/>
                <a:gd name="connsiteY9" fmla="*/ 129280 h 135432"/>
                <a:gd name="connsiteX10" fmla="*/ 29178 w 43094"/>
                <a:gd name="connsiteY10" fmla="*/ 120372 h 135432"/>
                <a:gd name="connsiteX11" fmla="*/ 29178 w 43094"/>
                <a:gd name="connsiteY11" fmla="*/ 46077 h 135432"/>
                <a:gd name="connsiteX12" fmla="*/ 29983 w 43094"/>
                <a:gd name="connsiteY12" fmla="*/ 10852 h 135432"/>
                <a:gd name="connsiteX13" fmla="*/ 19310 w 43094"/>
                <a:gd name="connsiteY13" fmla="*/ 123 h 135432"/>
                <a:gd name="connsiteX14" fmla="*/ 8637 w 43094"/>
                <a:gd name="connsiteY14" fmla="*/ 10852 h 135432"/>
                <a:gd name="connsiteX15" fmla="*/ 19310 w 43094"/>
                <a:gd name="connsiteY15" fmla="*/ 21581 h 135432"/>
                <a:gd name="connsiteX16" fmla="*/ 29983 w 43094"/>
                <a:gd name="connsiteY16" fmla="*/ 1085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78" y="46077"/>
                  </a:moveTo>
                  <a:lnTo>
                    <a:pt x="985" y="48303"/>
                  </a:lnTo>
                  <a:lnTo>
                    <a:pt x="985" y="54579"/>
                  </a:lnTo>
                  <a:cubicBezTo>
                    <a:pt x="14074" y="54579"/>
                    <a:pt x="15887" y="55794"/>
                    <a:pt x="15887" y="65713"/>
                  </a:cubicBezTo>
                  <a:lnTo>
                    <a:pt x="15887" y="120170"/>
                  </a:lnTo>
                  <a:cubicBezTo>
                    <a:pt x="15887" y="129280"/>
                    <a:pt x="13672" y="129280"/>
                    <a:pt x="180" y="129280"/>
                  </a:cubicBezTo>
                  <a:lnTo>
                    <a:pt x="180" y="135555"/>
                  </a:lnTo>
                  <a:cubicBezTo>
                    <a:pt x="6624" y="135353"/>
                    <a:pt x="17498" y="134948"/>
                    <a:pt x="22331" y="134948"/>
                  </a:cubicBezTo>
                  <a:cubicBezTo>
                    <a:pt x="29379" y="134948"/>
                    <a:pt x="36427" y="135353"/>
                    <a:pt x="43274" y="135555"/>
                  </a:cubicBezTo>
                  <a:lnTo>
                    <a:pt x="43274" y="129280"/>
                  </a:lnTo>
                  <a:cubicBezTo>
                    <a:pt x="29983" y="129280"/>
                    <a:pt x="29178" y="128268"/>
                    <a:pt x="29178" y="120372"/>
                  </a:cubicBezTo>
                  <a:lnTo>
                    <a:pt x="29178" y="46077"/>
                  </a:lnTo>
                  <a:close/>
                  <a:moveTo>
                    <a:pt x="29983" y="10852"/>
                  </a:moveTo>
                  <a:cubicBezTo>
                    <a:pt x="29983" y="4374"/>
                    <a:pt x="24949" y="123"/>
                    <a:pt x="19310" y="123"/>
                  </a:cubicBezTo>
                  <a:cubicBezTo>
                    <a:pt x="13068" y="123"/>
                    <a:pt x="8637" y="5588"/>
                    <a:pt x="8637" y="10852"/>
                  </a:cubicBezTo>
                  <a:cubicBezTo>
                    <a:pt x="8637" y="16318"/>
                    <a:pt x="13068" y="21581"/>
                    <a:pt x="19310" y="21581"/>
                  </a:cubicBezTo>
                  <a:cubicBezTo>
                    <a:pt x="24949" y="21581"/>
                    <a:pt x="29983" y="17330"/>
                    <a:pt x="29983" y="1085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6" name="Freeform 815">
              <a:extLst>
                <a:ext uri="{FF2B5EF4-FFF2-40B4-BE49-F238E27FC236}">
                  <a16:creationId xmlns:a16="http://schemas.microsoft.com/office/drawing/2014/main" id="{370073BD-B33D-553F-014E-202B44F744A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7957148" y="4799628"/>
              <a:ext cx="89209" cy="92920"/>
            </a:xfrm>
            <a:custGeom>
              <a:avLst/>
              <a:gdLst>
                <a:gd name="connsiteX0" fmla="*/ 89392 w 89209"/>
                <a:gd name="connsiteY0" fmla="*/ 47494 h 92920"/>
                <a:gd name="connsiteX1" fmla="*/ 44888 w 89209"/>
                <a:gd name="connsiteY1" fmla="*/ 123 h 92920"/>
                <a:gd name="connsiteX2" fmla="*/ 182 w 89209"/>
                <a:gd name="connsiteY2" fmla="*/ 47494 h 92920"/>
                <a:gd name="connsiteX3" fmla="*/ 44686 w 89209"/>
                <a:gd name="connsiteY3" fmla="*/ 93043 h 92920"/>
                <a:gd name="connsiteX4" fmla="*/ 89392 w 89209"/>
                <a:gd name="connsiteY4" fmla="*/ 47494 h 92920"/>
                <a:gd name="connsiteX5" fmla="*/ 44888 w 89209"/>
                <a:gd name="connsiteY5" fmla="*/ 87982 h 92920"/>
                <a:gd name="connsiteX6" fmla="*/ 21931 w 89209"/>
                <a:gd name="connsiteY6" fmla="*/ 74418 h 92920"/>
                <a:gd name="connsiteX7" fmla="*/ 16896 w 89209"/>
                <a:gd name="connsiteY7" fmla="*/ 45874 h 92920"/>
                <a:gd name="connsiteX8" fmla="*/ 21729 w 89209"/>
                <a:gd name="connsiteY8" fmla="*/ 18140 h 92920"/>
                <a:gd name="connsiteX9" fmla="*/ 44686 w 89209"/>
                <a:gd name="connsiteY9" fmla="*/ 4576 h 92920"/>
                <a:gd name="connsiteX10" fmla="*/ 67442 w 89209"/>
                <a:gd name="connsiteY10" fmla="*/ 17735 h 92920"/>
                <a:gd name="connsiteX11" fmla="*/ 72677 w 89209"/>
                <a:gd name="connsiteY11" fmla="*/ 45874 h 92920"/>
                <a:gd name="connsiteX12" fmla="*/ 68247 w 89209"/>
                <a:gd name="connsiteY12" fmla="*/ 73001 h 92920"/>
                <a:gd name="connsiteX13" fmla="*/ 44888 w 89209"/>
                <a:gd name="connsiteY13" fmla="*/ 8798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92" y="47494"/>
                  </a:moveTo>
                  <a:cubicBezTo>
                    <a:pt x="89392" y="21581"/>
                    <a:pt x="69254" y="123"/>
                    <a:pt x="44888" y="123"/>
                  </a:cubicBezTo>
                  <a:cubicBezTo>
                    <a:pt x="19716" y="123"/>
                    <a:pt x="182" y="22189"/>
                    <a:pt x="182" y="47494"/>
                  </a:cubicBezTo>
                  <a:cubicBezTo>
                    <a:pt x="182" y="73609"/>
                    <a:pt x="21125" y="93043"/>
                    <a:pt x="44686" y="93043"/>
                  </a:cubicBezTo>
                  <a:cubicBezTo>
                    <a:pt x="69053" y="93043"/>
                    <a:pt x="89392" y="73204"/>
                    <a:pt x="89392" y="47494"/>
                  </a:cubicBezTo>
                  <a:close/>
                  <a:moveTo>
                    <a:pt x="44888" y="87982"/>
                  </a:moveTo>
                  <a:cubicBezTo>
                    <a:pt x="36228" y="87982"/>
                    <a:pt x="27368" y="83731"/>
                    <a:pt x="21931" y="74418"/>
                  </a:cubicBezTo>
                  <a:cubicBezTo>
                    <a:pt x="16896" y="65511"/>
                    <a:pt x="16896" y="53162"/>
                    <a:pt x="16896" y="45874"/>
                  </a:cubicBezTo>
                  <a:cubicBezTo>
                    <a:pt x="16896" y="37979"/>
                    <a:pt x="16896" y="27047"/>
                    <a:pt x="21729" y="18140"/>
                  </a:cubicBezTo>
                  <a:cubicBezTo>
                    <a:pt x="27167" y="8828"/>
                    <a:pt x="36631" y="4576"/>
                    <a:pt x="44686" y="4576"/>
                  </a:cubicBezTo>
                  <a:cubicBezTo>
                    <a:pt x="53547" y="4576"/>
                    <a:pt x="62206" y="9030"/>
                    <a:pt x="67442" y="17735"/>
                  </a:cubicBezTo>
                  <a:cubicBezTo>
                    <a:pt x="72677" y="26440"/>
                    <a:pt x="72677" y="38181"/>
                    <a:pt x="72677" y="45874"/>
                  </a:cubicBezTo>
                  <a:cubicBezTo>
                    <a:pt x="72677" y="53162"/>
                    <a:pt x="72677" y="64094"/>
                    <a:pt x="68247" y="73001"/>
                  </a:cubicBezTo>
                  <a:cubicBezTo>
                    <a:pt x="63817" y="82111"/>
                    <a:pt x="54956" y="87982"/>
                    <a:pt x="44888" y="8798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7" name="Freeform 816">
              <a:extLst>
                <a:ext uri="{FF2B5EF4-FFF2-40B4-BE49-F238E27FC236}">
                  <a16:creationId xmlns:a16="http://schemas.microsoft.com/office/drawing/2014/main" id="{E41B3441-4D6B-04DC-F690-910782280C49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8058641" y="4800843"/>
              <a:ext cx="101291" cy="89478"/>
            </a:xfrm>
            <a:custGeom>
              <a:avLst/>
              <a:gdLst>
                <a:gd name="connsiteX0" fmla="*/ 15895 w 101291"/>
                <a:gd name="connsiteY0" fmla="*/ 19962 h 89478"/>
                <a:gd name="connsiteX1" fmla="*/ 15895 w 101291"/>
                <a:gd name="connsiteY1" fmla="*/ 74216 h 89478"/>
                <a:gd name="connsiteX2" fmla="*/ 187 w 101291"/>
                <a:gd name="connsiteY2" fmla="*/ 83326 h 89478"/>
                <a:gd name="connsiteX3" fmla="*/ 187 w 101291"/>
                <a:gd name="connsiteY3" fmla="*/ 89601 h 89478"/>
                <a:gd name="connsiteX4" fmla="*/ 22943 w 101291"/>
                <a:gd name="connsiteY4" fmla="*/ 88994 h 89478"/>
                <a:gd name="connsiteX5" fmla="*/ 45497 w 101291"/>
                <a:gd name="connsiteY5" fmla="*/ 89601 h 89478"/>
                <a:gd name="connsiteX6" fmla="*/ 45497 w 101291"/>
                <a:gd name="connsiteY6" fmla="*/ 83326 h 89478"/>
                <a:gd name="connsiteX7" fmla="*/ 29789 w 101291"/>
                <a:gd name="connsiteY7" fmla="*/ 74216 h 89478"/>
                <a:gd name="connsiteX8" fmla="*/ 29789 w 101291"/>
                <a:gd name="connsiteY8" fmla="*/ 36967 h 89478"/>
                <a:gd name="connsiteX9" fmla="*/ 56975 w 101291"/>
                <a:gd name="connsiteY9" fmla="*/ 4576 h 89478"/>
                <a:gd name="connsiteX10" fmla="*/ 71877 w 101291"/>
                <a:gd name="connsiteY10" fmla="*/ 27047 h 89478"/>
                <a:gd name="connsiteX11" fmla="*/ 71877 w 101291"/>
                <a:gd name="connsiteY11" fmla="*/ 74216 h 89478"/>
                <a:gd name="connsiteX12" fmla="*/ 56170 w 101291"/>
                <a:gd name="connsiteY12" fmla="*/ 83326 h 89478"/>
                <a:gd name="connsiteX13" fmla="*/ 56170 w 101291"/>
                <a:gd name="connsiteY13" fmla="*/ 89601 h 89478"/>
                <a:gd name="connsiteX14" fmla="*/ 78925 w 101291"/>
                <a:gd name="connsiteY14" fmla="*/ 88994 h 89478"/>
                <a:gd name="connsiteX15" fmla="*/ 101479 w 101291"/>
                <a:gd name="connsiteY15" fmla="*/ 89601 h 89478"/>
                <a:gd name="connsiteX16" fmla="*/ 101479 w 101291"/>
                <a:gd name="connsiteY16" fmla="*/ 83326 h 89478"/>
                <a:gd name="connsiteX17" fmla="*/ 85772 w 101291"/>
                <a:gd name="connsiteY17" fmla="*/ 77253 h 89478"/>
                <a:gd name="connsiteX18" fmla="*/ 85772 w 101291"/>
                <a:gd name="connsiteY18" fmla="*/ 38586 h 89478"/>
                <a:gd name="connsiteX19" fmla="*/ 79529 w 101291"/>
                <a:gd name="connsiteY19" fmla="*/ 7613 h 89478"/>
                <a:gd name="connsiteX20" fmla="*/ 58385 w 101291"/>
                <a:gd name="connsiteY20" fmla="*/ 123 h 89478"/>
                <a:gd name="connsiteX21" fmla="*/ 28581 w 101291"/>
                <a:gd name="connsiteY21" fmla="*/ 21379 h 89478"/>
                <a:gd name="connsiteX22" fmla="*/ 28581 w 101291"/>
                <a:gd name="connsiteY22" fmla="*/ 123 h 89478"/>
                <a:gd name="connsiteX23" fmla="*/ 187 w 101291"/>
                <a:gd name="connsiteY23" fmla="*/ 2349 h 89478"/>
                <a:gd name="connsiteX24" fmla="*/ 187 w 101291"/>
                <a:gd name="connsiteY24" fmla="*/ 8625 h 89478"/>
                <a:gd name="connsiteX25" fmla="*/ 15895 w 101291"/>
                <a:gd name="connsiteY25" fmla="*/ 1996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95" y="19962"/>
                  </a:moveTo>
                  <a:lnTo>
                    <a:pt x="15895" y="74216"/>
                  </a:lnTo>
                  <a:cubicBezTo>
                    <a:pt x="15895" y="83326"/>
                    <a:pt x="13679" y="83326"/>
                    <a:pt x="187" y="83326"/>
                  </a:cubicBezTo>
                  <a:lnTo>
                    <a:pt x="187" y="89601"/>
                  </a:lnTo>
                  <a:cubicBezTo>
                    <a:pt x="7235" y="89399"/>
                    <a:pt x="17506" y="88994"/>
                    <a:pt x="22943" y="88994"/>
                  </a:cubicBezTo>
                  <a:cubicBezTo>
                    <a:pt x="28178" y="88994"/>
                    <a:pt x="38650" y="89399"/>
                    <a:pt x="45497" y="89601"/>
                  </a:cubicBezTo>
                  <a:lnTo>
                    <a:pt x="45497" y="83326"/>
                  </a:lnTo>
                  <a:cubicBezTo>
                    <a:pt x="32005" y="83326"/>
                    <a:pt x="29789" y="83326"/>
                    <a:pt x="29789" y="74216"/>
                  </a:cubicBezTo>
                  <a:lnTo>
                    <a:pt x="29789" y="36967"/>
                  </a:lnTo>
                  <a:cubicBezTo>
                    <a:pt x="29789" y="15913"/>
                    <a:pt x="44087" y="4576"/>
                    <a:pt x="56975" y="4576"/>
                  </a:cubicBezTo>
                  <a:cubicBezTo>
                    <a:pt x="69662" y="4576"/>
                    <a:pt x="71877" y="15508"/>
                    <a:pt x="71877" y="27047"/>
                  </a:cubicBezTo>
                  <a:lnTo>
                    <a:pt x="71877" y="74216"/>
                  </a:lnTo>
                  <a:cubicBezTo>
                    <a:pt x="71877" y="83326"/>
                    <a:pt x="69662" y="83326"/>
                    <a:pt x="56170" y="83326"/>
                  </a:cubicBezTo>
                  <a:lnTo>
                    <a:pt x="56170" y="89601"/>
                  </a:lnTo>
                  <a:cubicBezTo>
                    <a:pt x="63218" y="89399"/>
                    <a:pt x="73488" y="88994"/>
                    <a:pt x="78925" y="88994"/>
                  </a:cubicBezTo>
                  <a:cubicBezTo>
                    <a:pt x="84161" y="88994"/>
                    <a:pt x="94632" y="89399"/>
                    <a:pt x="101479" y="89601"/>
                  </a:cubicBezTo>
                  <a:lnTo>
                    <a:pt x="101479" y="83326"/>
                  </a:lnTo>
                  <a:cubicBezTo>
                    <a:pt x="91008" y="83326"/>
                    <a:pt x="85973" y="83326"/>
                    <a:pt x="85772" y="77253"/>
                  </a:cubicBezTo>
                  <a:lnTo>
                    <a:pt x="85772" y="38586"/>
                  </a:lnTo>
                  <a:cubicBezTo>
                    <a:pt x="85772" y="21176"/>
                    <a:pt x="85772" y="14901"/>
                    <a:pt x="79529" y="7613"/>
                  </a:cubicBezTo>
                  <a:cubicBezTo>
                    <a:pt x="76710" y="4171"/>
                    <a:pt x="70065" y="123"/>
                    <a:pt x="58385" y="123"/>
                  </a:cubicBezTo>
                  <a:cubicBezTo>
                    <a:pt x="43684" y="123"/>
                    <a:pt x="34220" y="8828"/>
                    <a:pt x="28581" y="21379"/>
                  </a:cubicBezTo>
                  <a:lnTo>
                    <a:pt x="28581" y="123"/>
                  </a:lnTo>
                  <a:lnTo>
                    <a:pt x="187" y="2349"/>
                  </a:lnTo>
                  <a:lnTo>
                    <a:pt x="187" y="8625"/>
                  </a:lnTo>
                  <a:cubicBezTo>
                    <a:pt x="14284" y="8625"/>
                    <a:pt x="15895" y="10042"/>
                    <a:pt x="15895" y="1996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8" name="Freeform 817">
              <a:extLst>
                <a:ext uri="{FF2B5EF4-FFF2-40B4-BE49-F238E27FC236}">
                  <a16:creationId xmlns:a16="http://schemas.microsoft.com/office/drawing/2014/main" id="{34C47E52-4EF7-9104-0874-25DDD969F6BD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5828891" y="5204915"/>
              <a:ext cx="78133" cy="78951"/>
            </a:xfrm>
            <a:custGeom>
              <a:avLst/>
              <a:gdLst>
                <a:gd name="connsiteX0" fmla="*/ 36123 w 78133"/>
                <a:gd name="connsiteY0" fmla="*/ 345 h 78951"/>
                <a:gd name="connsiteX1" fmla="*/ 8736 w 78133"/>
                <a:gd name="connsiteY1" fmla="*/ 14921 h 78951"/>
                <a:gd name="connsiteX2" fmla="*/ 77 w 78133"/>
                <a:gd name="connsiteY2" fmla="*/ 39821 h 78951"/>
                <a:gd name="connsiteX3" fmla="*/ 39144 w 78133"/>
                <a:gd name="connsiteY3" fmla="*/ 79094 h 78951"/>
                <a:gd name="connsiteX4" fmla="*/ 78210 w 78133"/>
                <a:gd name="connsiteY4" fmla="*/ 39821 h 78951"/>
                <a:gd name="connsiteX5" fmla="*/ 38942 w 78133"/>
                <a:gd name="connsiteY5" fmla="*/ 142 h 78951"/>
                <a:gd name="connsiteX6" fmla="*/ 36123 w 78133"/>
                <a:gd name="connsiteY6" fmla="*/ 34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345"/>
                  </a:moveTo>
                  <a:cubicBezTo>
                    <a:pt x="25450" y="1762"/>
                    <a:pt x="15381" y="6216"/>
                    <a:pt x="8736" y="14921"/>
                  </a:cubicBezTo>
                  <a:cubicBezTo>
                    <a:pt x="3097" y="22006"/>
                    <a:pt x="77" y="30913"/>
                    <a:pt x="77" y="39821"/>
                  </a:cubicBezTo>
                  <a:cubicBezTo>
                    <a:pt x="77" y="60672"/>
                    <a:pt x="17395" y="79094"/>
                    <a:pt x="39144" y="79094"/>
                  </a:cubicBezTo>
                  <a:cubicBezTo>
                    <a:pt x="59885" y="79094"/>
                    <a:pt x="78210" y="61280"/>
                    <a:pt x="78210" y="39821"/>
                  </a:cubicBezTo>
                  <a:cubicBezTo>
                    <a:pt x="78210" y="19982"/>
                    <a:pt x="62906" y="142"/>
                    <a:pt x="38942" y="142"/>
                  </a:cubicBezTo>
                  <a:cubicBezTo>
                    <a:pt x="37935" y="142"/>
                    <a:pt x="37130" y="345"/>
                    <a:pt x="36123" y="34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E20A3FA7-FEF0-E92D-EBB6-34824B50E93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6029839" y="5154710"/>
              <a:ext cx="99680" cy="143125"/>
            </a:xfrm>
            <a:custGeom>
              <a:avLst/>
              <a:gdLst>
                <a:gd name="connsiteX0" fmla="*/ 61305 w 99680"/>
                <a:gd name="connsiteY0" fmla="*/ 81524 h 143125"/>
                <a:gd name="connsiteX1" fmla="*/ 82449 w 99680"/>
                <a:gd name="connsiteY1" fmla="*/ 138410 h 143125"/>
                <a:gd name="connsiteX2" fmla="*/ 93122 w 99680"/>
                <a:gd name="connsiteY2" fmla="*/ 142863 h 143125"/>
                <a:gd name="connsiteX3" fmla="*/ 97552 w 99680"/>
                <a:gd name="connsiteY3" fmla="*/ 142863 h 143125"/>
                <a:gd name="connsiteX4" fmla="*/ 99767 w 99680"/>
                <a:gd name="connsiteY4" fmla="*/ 140839 h 143125"/>
                <a:gd name="connsiteX5" fmla="*/ 98761 w 99680"/>
                <a:gd name="connsiteY5" fmla="*/ 139017 h 143125"/>
                <a:gd name="connsiteX6" fmla="*/ 94129 w 99680"/>
                <a:gd name="connsiteY6" fmla="*/ 129705 h 143125"/>
                <a:gd name="connsiteX7" fmla="*/ 53048 w 99680"/>
                <a:gd name="connsiteY7" fmla="*/ 14516 h 143125"/>
                <a:gd name="connsiteX8" fmla="*/ 28481 w 99680"/>
                <a:gd name="connsiteY8" fmla="*/ 142 h 143125"/>
                <a:gd name="connsiteX9" fmla="*/ 24856 w 99680"/>
                <a:gd name="connsiteY9" fmla="*/ 2369 h 143125"/>
                <a:gd name="connsiteX10" fmla="*/ 26668 w 99680"/>
                <a:gd name="connsiteY10" fmla="*/ 4394 h 143125"/>
                <a:gd name="connsiteX11" fmla="*/ 39758 w 99680"/>
                <a:gd name="connsiteY11" fmla="*/ 20589 h 143125"/>
                <a:gd name="connsiteX12" fmla="*/ 59291 w 99680"/>
                <a:gd name="connsiteY12" fmla="*/ 75653 h 143125"/>
                <a:gd name="connsiteX13" fmla="*/ 3711 w 99680"/>
                <a:gd name="connsiteY13" fmla="*/ 131122 h 143125"/>
                <a:gd name="connsiteX14" fmla="*/ 87 w 99680"/>
                <a:gd name="connsiteY14" fmla="*/ 137397 h 143125"/>
                <a:gd name="connsiteX15" fmla="*/ 6128 w 99680"/>
                <a:gd name="connsiteY15" fmla="*/ 143268 h 143125"/>
                <a:gd name="connsiteX16" fmla="*/ 12773 w 99680"/>
                <a:gd name="connsiteY16" fmla="*/ 139017 h 143125"/>
                <a:gd name="connsiteX17" fmla="*/ 61305 w 99680"/>
                <a:gd name="connsiteY17" fmla="*/ 81524 h 14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680" h="143125">
                  <a:moveTo>
                    <a:pt x="61305" y="81524"/>
                  </a:moveTo>
                  <a:cubicBezTo>
                    <a:pt x="69561" y="102780"/>
                    <a:pt x="79227" y="133753"/>
                    <a:pt x="82449" y="138410"/>
                  </a:cubicBezTo>
                  <a:cubicBezTo>
                    <a:pt x="85671" y="142863"/>
                    <a:pt x="87685" y="142863"/>
                    <a:pt x="93122" y="142863"/>
                  </a:cubicBezTo>
                  <a:lnTo>
                    <a:pt x="97552" y="142863"/>
                  </a:lnTo>
                  <a:cubicBezTo>
                    <a:pt x="99566" y="142661"/>
                    <a:pt x="99767" y="141446"/>
                    <a:pt x="99767" y="140839"/>
                  </a:cubicBezTo>
                  <a:cubicBezTo>
                    <a:pt x="99767" y="140232"/>
                    <a:pt x="99365" y="139827"/>
                    <a:pt x="98761" y="139017"/>
                  </a:cubicBezTo>
                  <a:cubicBezTo>
                    <a:pt x="96747" y="136790"/>
                    <a:pt x="95539" y="133753"/>
                    <a:pt x="94129" y="129705"/>
                  </a:cubicBezTo>
                  <a:lnTo>
                    <a:pt x="53048" y="14516"/>
                  </a:lnTo>
                  <a:cubicBezTo>
                    <a:pt x="48820" y="2774"/>
                    <a:pt x="37945" y="142"/>
                    <a:pt x="28481" y="142"/>
                  </a:cubicBezTo>
                  <a:cubicBezTo>
                    <a:pt x="27474" y="142"/>
                    <a:pt x="24856" y="142"/>
                    <a:pt x="24856" y="2369"/>
                  </a:cubicBezTo>
                  <a:cubicBezTo>
                    <a:pt x="24856" y="3989"/>
                    <a:pt x="26467" y="4394"/>
                    <a:pt x="26668" y="4394"/>
                  </a:cubicBezTo>
                  <a:cubicBezTo>
                    <a:pt x="33314" y="5608"/>
                    <a:pt x="34723" y="6823"/>
                    <a:pt x="39758" y="20589"/>
                  </a:cubicBezTo>
                  <a:lnTo>
                    <a:pt x="59291" y="75653"/>
                  </a:lnTo>
                  <a:lnTo>
                    <a:pt x="3711" y="131122"/>
                  </a:lnTo>
                  <a:cubicBezTo>
                    <a:pt x="1295" y="133551"/>
                    <a:pt x="87" y="134766"/>
                    <a:pt x="87" y="137397"/>
                  </a:cubicBezTo>
                  <a:cubicBezTo>
                    <a:pt x="87" y="140839"/>
                    <a:pt x="2906" y="143268"/>
                    <a:pt x="6128" y="143268"/>
                  </a:cubicBezTo>
                  <a:cubicBezTo>
                    <a:pt x="9350" y="143268"/>
                    <a:pt x="11162" y="141041"/>
                    <a:pt x="12773" y="139017"/>
                  </a:cubicBezTo>
                  <a:lnTo>
                    <a:pt x="61305" y="8152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6B2D82E3-92BE-FA12-A886-A8078CBFF16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6136635" y="5231617"/>
              <a:ext cx="61882" cy="122861"/>
            </a:xfrm>
            <a:custGeom>
              <a:avLst/>
              <a:gdLst>
                <a:gd name="connsiteX0" fmla="*/ 61975 w 61882"/>
                <a:gd name="connsiteY0" fmla="*/ 5529 h 122861"/>
                <a:gd name="connsiteX1" fmla="*/ 56337 w 61882"/>
                <a:gd name="connsiteY1" fmla="*/ 144 h 122861"/>
                <a:gd name="connsiteX2" fmla="*/ 48443 w 61882"/>
                <a:gd name="connsiteY2" fmla="*/ 7938 h 122861"/>
                <a:gd name="connsiteX3" fmla="*/ 54081 w 61882"/>
                <a:gd name="connsiteY3" fmla="*/ 13323 h 122861"/>
                <a:gd name="connsiteX4" fmla="*/ 61975 w 61882"/>
                <a:gd name="connsiteY4" fmla="*/ 5529 h 122861"/>
                <a:gd name="connsiteX5" fmla="*/ 32091 w 61882"/>
                <a:gd name="connsiteY5" fmla="*/ 101040 h 122861"/>
                <a:gd name="connsiteX6" fmla="*/ 13907 w 61882"/>
                <a:gd name="connsiteY6" fmla="*/ 119037 h 122861"/>
                <a:gd name="connsiteX7" fmla="*/ 8832 w 61882"/>
                <a:gd name="connsiteY7" fmla="*/ 118187 h 122861"/>
                <a:gd name="connsiteX8" fmla="*/ 13625 w 61882"/>
                <a:gd name="connsiteY8" fmla="*/ 110960 h 122861"/>
                <a:gd name="connsiteX9" fmla="*/ 8127 w 61882"/>
                <a:gd name="connsiteY9" fmla="*/ 105717 h 122861"/>
                <a:gd name="connsiteX10" fmla="*/ 92 w 61882"/>
                <a:gd name="connsiteY10" fmla="*/ 114078 h 122861"/>
                <a:gd name="connsiteX11" fmla="*/ 14048 w 61882"/>
                <a:gd name="connsiteY11" fmla="*/ 123005 h 122861"/>
                <a:gd name="connsiteX12" fmla="*/ 43368 w 61882"/>
                <a:gd name="connsiteY12" fmla="*/ 100615 h 122861"/>
                <a:gd name="connsiteX13" fmla="*/ 56055 w 61882"/>
                <a:gd name="connsiteY13" fmla="*/ 49884 h 122861"/>
                <a:gd name="connsiteX14" fmla="*/ 56760 w 61882"/>
                <a:gd name="connsiteY14" fmla="*/ 44924 h 122861"/>
                <a:gd name="connsiteX15" fmla="*/ 41676 w 61882"/>
                <a:gd name="connsiteY15" fmla="*/ 31603 h 122861"/>
                <a:gd name="connsiteX16" fmla="*/ 17008 w 61882"/>
                <a:gd name="connsiteY16" fmla="*/ 53285 h 122861"/>
                <a:gd name="connsiteX17" fmla="*/ 19404 w 61882"/>
                <a:gd name="connsiteY17" fmla="*/ 55127 h 122861"/>
                <a:gd name="connsiteX18" fmla="*/ 22224 w 61882"/>
                <a:gd name="connsiteY18" fmla="*/ 52576 h 122861"/>
                <a:gd name="connsiteX19" fmla="*/ 41254 w 61882"/>
                <a:gd name="connsiteY19" fmla="*/ 35571 h 122861"/>
                <a:gd name="connsiteX20" fmla="*/ 46046 w 61882"/>
                <a:gd name="connsiteY20" fmla="*/ 42515 h 122861"/>
                <a:gd name="connsiteX21" fmla="*/ 45623 w 61882"/>
                <a:gd name="connsiteY21" fmla="*/ 46766 h 122861"/>
                <a:gd name="connsiteX22" fmla="*/ 32091 w 61882"/>
                <a:gd name="connsiteY22" fmla="*/ 101040 h 12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882" h="122861">
                  <a:moveTo>
                    <a:pt x="61975" y="5529"/>
                  </a:moveTo>
                  <a:cubicBezTo>
                    <a:pt x="61975" y="3120"/>
                    <a:pt x="60143" y="144"/>
                    <a:pt x="56337" y="144"/>
                  </a:cubicBezTo>
                  <a:cubicBezTo>
                    <a:pt x="52249" y="144"/>
                    <a:pt x="48443" y="4112"/>
                    <a:pt x="48443" y="7938"/>
                  </a:cubicBezTo>
                  <a:cubicBezTo>
                    <a:pt x="48443" y="10205"/>
                    <a:pt x="50134" y="13323"/>
                    <a:pt x="54081" y="13323"/>
                  </a:cubicBezTo>
                  <a:cubicBezTo>
                    <a:pt x="57887" y="13323"/>
                    <a:pt x="61975" y="9638"/>
                    <a:pt x="61975" y="5529"/>
                  </a:cubicBezTo>
                  <a:close/>
                  <a:moveTo>
                    <a:pt x="32091" y="101040"/>
                  </a:moveTo>
                  <a:cubicBezTo>
                    <a:pt x="29695" y="110818"/>
                    <a:pt x="22224" y="119037"/>
                    <a:pt x="13907" y="119037"/>
                  </a:cubicBezTo>
                  <a:cubicBezTo>
                    <a:pt x="12074" y="119037"/>
                    <a:pt x="10383" y="118754"/>
                    <a:pt x="8832" y="118187"/>
                  </a:cubicBezTo>
                  <a:cubicBezTo>
                    <a:pt x="12497" y="116487"/>
                    <a:pt x="13625" y="113086"/>
                    <a:pt x="13625" y="110960"/>
                  </a:cubicBezTo>
                  <a:cubicBezTo>
                    <a:pt x="13625" y="107559"/>
                    <a:pt x="10947" y="105717"/>
                    <a:pt x="8127" y="105717"/>
                  </a:cubicBezTo>
                  <a:cubicBezTo>
                    <a:pt x="3758" y="105717"/>
                    <a:pt x="92" y="109543"/>
                    <a:pt x="92" y="114078"/>
                  </a:cubicBezTo>
                  <a:cubicBezTo>
                    <a:pt x="92" y="119463"/>
                    <a:pt x="5590" y="123005"/>
                    <a:pt x="14048" y="123005"/>
                  </a:cubicBezTo>
                  <a:cubicBezTo>
                    <a:pt x="22506" y="123005"/>
                    <a:pt x="38998" y="117904"/>
                    <a:pt x="43368" y="100615"/>
                  </a:cubicBezTo>
                  <a:lnTo>
                    <a:pt x="56055" y="49884"/>
                  </a:lnTo>
                  <a:cubicBezTo>
                    <a:pt x="56478" y="48325"/>
                    <a:pt x="56760" y="47049"/>
                    <a:pt x="56760" y="44924"/>
                  </a:cubicBezTo>
                  <a:cubicBezTo>
                    <a:pt x="56760" y="37130"/>
                    <a:pt x="50134" y="31603"/>
                    <a:pt x="41676" y="31603"/>
                  </a:cubicBezTo>
                  <a:cubicBezTo>
                    <a:pt x="26030" y="31603"/>
                    <a:pt x="17008" y="51301"/>
                    <a:pt x="17008" y="53285"/>
                  </a:cubicBezTo>
                  <a:cubicBezTo>
                    <a:pt x="17008" y="55127"/>
                    <a:pt x="18982" y="55127"/>
                    <a:pt x="19404" y="55127"/>
                  </a:cubicBezTo>
                  <a:cubicBezTo>
                    <a:pt x="21096" y="55127"/>
                    <a:pt x="21237" y="54702"/>
                    <a:pt x="22224" y="52576"/>
                  </a:cubicBezTo>
                  <a:cubicBezTo>
                    <a:pt x="25748" y="44357"/>
                    <a:pt x="33078" y="35571"/>
                    <a:pt x="41254" y="35571"/>
                  </a:cubicBezTo>
                  <a:cubicBezTo>
                    <a:pt x="44778" y="35571"/>
                    <a:pt x="46046" y="37980"/>
                    <a:pt x="46046" y="42515"/>
                  </a:cubicBezTo>
                  <a:cubicBezTo>
                    <a:pt x="46046" y="44074"/>
                    <a:pt x="45764" y="46058"/>
                    <a:pt x="45623" y="46766"/>
                  </a:cubicBezTo>
                  <a:lnTo>
                    <a:pt x="32091" y="101040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1" name="Freeform 820">
              <a:extLst>
                <a:ext uri="{FF2B5EF4-FFF2-40B4-BE49-F238E27FC236}">
                  <a16:creationId xmlns:a16="http://schemas.microsoft.com/office/drawing/2014/main" id="{C697C296-6311-78C0-65C1-0349890913AF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6238804" y="5207952"/>
              <a:ext cx="21345" cy="87252"/>
            </a:xfrm>
            <a:custGeom>
              <a:avLst/>
              <a:gdLst>
                <a:gd name="connsiteX0" fmla="*/ 21442 w 21345"/>
                <a:gd name="connsiteY0" fmla="*/ 10872 h 87252"/>
                <a:gd name="connsiteX1" fmla="*/ 10770 w 21345"/>
                <a:gd name="connsiteY1" fmla="*/ 142 h 87252"/>
                <a:gd name="connsiteX2" fmla="*/ 97 w 21345"/>
                <a:gd name="connsiteY2" fmla="*/ 10872 h 87252"/>
                <a:gd name="connsiteX3" fmla="*/ 10770 w 21345"/>
                <a:gd name="connsiteY3" fmla="*/ 21601 h 87252"/>
                <a:gd name="connsiteX4" fmla="*/ 21442 w 21345"/>
                <a:gd name="connsiteY4" fmla="*/ 10872 h 87252"/>
                <a:gd name="connsiteX5" fmla="*/ 21442 w 21345"/>
                <a:gd name="connsiteY5" fmla="*/ 76665 h 87252"/>
                <a:gd name="connsiteX6" fmla="*/ 10770 w 21345"/>
                <a:gd name="connsiteY6" fmla="*/ 65936 h 87252"/>
                <a:gd name="connsiteX7" fmla="*/ 97 w 21345"/>
                <a:gd name="connsiteY7" fmla="*/ 76665 h 87252"/>
                <a:gd name="connsiteX8" fmla="*/ 10770 w 21345"/>
                <a:gd name="connsiteY8" fmla="*/ 87394 h 87252"/>
                <a:gd name="connsiteX9" fmla="*/ 21442 w 21345"/>
                <a:gd name="connsiteY9" fmla="*/ 7666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42" y="10872"/>
                  </a:moveTo>
                  <a:cubicBezTo>
                    <a:pt x="21442" y="5001"/>
                    <a:pt x="16609" y="142"/>
                    <a:pt x="10770" y="142"/>
                  </a:cubicBezTo>
                  <a:cubicBezTo>
                    <a:pt x="4930" y="142"/>
                    <a:pt x="97" y="5001"/>
                    <a:pt x="97" y="10872"/>
                  </a:cubicBezTo>
                  <a:cubicBezTo>
                    <a:pt x="97" y="16743"/>
                    <a:pt x="4930" y="21601"/>
                    <a:pt x="10770" y="21601"/>
                  </a:cubicBezTo>
                  <a:cubicBezTo>
                    <a:pt x="16609" y="21601"/>
                    <a:pt x="21442" y="16743"/>
                    <a:pt x="21442" y="10872"/>
                  </a:cubicBezTo>
                  <a:close/>
                  <a:moveTo>
                    <a:pt x="21442" y="76665"/>
                  </a:moveTo>
                  <a:cubicBezTo>
                    <a:pt x="21442" y="70794"/>
                    <a:pt x="16609" y="65936"/>
                    <a:pt x="10770" y="65936"/>
                  </a:cubicBezTo>
                  <a:cubicBezTo>
                    <a:pt x="4930" y="65936"/>
                    <a:pt x="97" y="70794"/>
                    <a:pt x="97" y="76665"/>
                  </a:cubicBezTo>
                  <a:cubicBezTo>
                    <a:pt x="97" y="82536"/>
                    <a:pt x="4930" y="87394"/>
                    <a:pt x="10770" y="87394"/>
                  </a:cubicBezTo>
                  <a:cubicBezTo>
                    <a:pt x="16609" y="87394"/>
                    <a:pt x="21442" y="82536"/>
                    <a:pt x="21442" y="7666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2" name="Freeform 821">
              <a:extLst>
                <a:ext uri="{FF2B5EF4-FFF2-40B4-BE49-F238E27FC236}">
                  <a16:creationId xmlns:a16="http://schemas.microsoft.com/office/drawing/2014/main" id="{9C530845-C59A-AD28-AC90-BEBC2E7938E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6373569" y="5156937"/>
              <a:ext cx="110555" cy="138267"/>
            </a:xfrm>
            <a:custGeom>
              <a:avLst/>
              <a:gdLst>
                <a:gd name="connsiteX0" fmla="*/ 110659 w 110555"/>
                <a:gd name="connsiteY0" fmla="*/ 86180 h 138267"/>
                <a:gd name="connsiteX1" fmla="*/ 105625 w 110555"/>
                <a:gd name="connsiteY1" fmla="*/ 86180 h 138267"/>
                <a:gd name="connsiteX2" fmla="*/ 65148 w 110555"/>
                <a:gd name="connsiteY2" fmla="*/ 132134 h 138267"/>
                <a:gd name="connsiteX3" fmla="*/ 48635 w 110555"/>
                <a:gd name="connsiteY3" fmla="*/ 132134 h 138267"/>
                <a:gd name="connsiteX4" fmla="*/ 38768 w 110555"/>
                <a:gd name="connsiteY4" fmla="*/ 124036 h 138267"/>
                <a:gd name="connsiteX5" fmla="*/ 38768 w 110555"/>
                <a:gd name="connsiteY5" fmla="*/ 16135 h 138267"/>
                <a:gd name="connsiteX6" fmla="*/ 57899 w 110555"/>
                <a:gd name="connsiteY6" fmla="*/ 6418 h 138267"/>
                <a:gd name="connsiteX7" fmla="*/ 64544 w 110555"/>
                <a:gd name="connsiteY7" fmla="*/ 6418 h 138267"/>
                <a:gd name="connsiteX8" fmla="*/ 64544 w 110555"/>
                <a:gd name="connsiteY8" fmla="*/ 142 h 138267"/>
                <a:gd name="connsiteX9" fmla="*/ 30713 w 110555"/>
                <a:gd name="connsiteY9" fmla="*/ 750 h 138267"/>
                <a:gd name="connsiteX10" fmla="*/ 104 w 110555"/>
                <a:gd name="connsiteY10" fmla="*/ 142 h 138267"/>
                <a:gd name="connsiteX11" fmla="*/ 104 w 110555"/>
                <a:gd name="connsiteY11" fmla="*/ 6418 h 138267"/>
                <a:gd name="connsiteX12" fmla="*/ 4937 w 110555"/>
                <a:gd name="connsiteY12" fmla="*/ 6418 h 138267"/>
                <a:gd name="connsiteX13" fmla="*/ 20846 w 110555"/>
                <a:gd name="connsiteY13" fmla="*/ 15933 h 138267"/>
                <a:gd name="connsiteX14" fmla="*/ 20846 w 110555"/>
                <a:gd name="connsiteY14" fmla="*/ 122619 h 138267"/>
                <a:gd name="connsiteX15" fmla="*/ 4937 w 110555"/>
                <a:gd name="connsiteY15" fmla="*/ 132134 h 138267"/>
                <a:gd name="connsiteX16" fmla="*/ 104 w 110555"/>
                <a:gd name="connsiteY16" fmla="*/ 132134 h 138267"/>
                <a:gd name="connsiteX17" fmla="*/ 104 w 110555"/>
                <a:gd name="connsiteY17" fmla="*/ 138410 h 138267"/>
                <a:gd name="connsiteX18" fmla="*/ 105020 w 110555"/>
                <a:gd name="connsiteY18" fmla="*/ 138410 h 138267"/>
                <a:gd name="connsiteX19" fmla="*/ 110659 w 110555"/>
                <a:gd name="connsiteY19" fmla="*/ 86180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0555" h="138267">
                  <a:moveTo>
                    <a:pt x="110659" y="86180"/>
                  </a:moveTo>
                  <a:lnTo>
                    <a:pt x="105625" y="86180"/>
                  </a:lnTo>
                  <a:cubicBezTo>
                    <a:pt x="103409" y="106829"/>
                    <a:pt x="100590" y="132134"/>
                    <a:pt x="65148" y="132134"/>
                  </a:cubicBezTo>
                  <a:lnTo>
                    <a:pt x="48635" y="132134"/>
                  </a:lnTo>
                  <a:cubicBezTo>
                    <a:pt x="39171" y="132134"/>
                    <a:pt x="38768" y="130717"/>
                    <a:pt x="38768" y="124036"/>
                  </a:cubicBezTo>
                  <a:lnTo>
                    <a:pt x="38768" y="16135"/>
                  </a:lnTo>
                  <a:cubicBezTo>
                    <a:pt x="38768" y="9252"/>
                    <a:pt x="38768" y="6418"/>
                    <a:pt x="57899" y="6418"/>
                  </a:cubicBezTo>
                  <a:lnTo>
                    <a:pt x="64544" y="6418"/>
                  </a:lnTo>
                  <a:lnTo>
                    <a:pt x="64544" y="142"/>
                  </a:lnTo>
                  <a:cubicBezTo>
                    <a:pt x="57294" y="750"/>
                    <a:pt x="38969" y="750"/>
                    <a:pt x="30713" y="750"/>
                  </a:cubicBezTo>
                  <a:cubicBezTo>
                    <a:pt x="22859" y="750"/>
                    <a:pt x="7152" y="750"/>
                    <a:pt x="104" y="142"/>
                  </a:cubicBezTo>
                  <a:lnTo>
                    <a:pt x="104" y="6418"/>
                  </a:lnTo>
                  <a:lnTo>
                    <a:pt x="4937" y="6418"/>
                  </a:lnTo>
                  <a:cubicBezTo>
                    <a:pt x="20443" y="6418"/>
                    <a:pt x="20846" y="8645"/>
                    <a:pt x="20846" y="15933"/>
                  </a:cubicBezTo>
                  <a:lnTo>
                    <a:pt x="20846" y="122619"/>
                  </a:lnTo>
                  <a:cubicBezTo>
                    <a:pt x="20846" y="129907"/>
                    <a:pt x="20443" y="132134"/>
                    <a:pt x="4937" y="132134"/>
                  </a:cubicBezTo>
                  <a:lnTo>
                    <a:pt x="104" y="132134"/>
                  </a:lnTo>
                  <a:lnTo>
                    <a:pt x="104" y="138410"/>
                  </a:lnTo>
                  <a:lnTo>
                    <a:pt x="105020" y="138410"/>
                  </a:lnTo>
                  <a:lnTo>
                    <a:pt x="110659" y="86180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3" name="Freeform 822">
              <a:extLst>
                <a:ext uri="{FF2B5EF4-FFF2-40B4-BE49-F238E27FC236}">
                  <a16:creationId xmlns:a16="http://schemas.microsoft.com/office/drawing/2014/main" id="{450FEF97-B0EC-9B81-725E-A8A039C693D2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6501242" y="5204510"/>
              <a:ext cx="90820" cy="92920"/>
            </a:xfrm>
            <a:custGeom>
              <a:avLst/>
              <a:gdLst>
                <a:gd name="connsiteX0" fmla="*/ 58710 w 90820"/>
                <a:gd name="connsiteY0" fmla="*/ 75450 h 92920"/>
                <a:gd name="connsiteX1" fmla="*/ 74418 w 90820"/>
                <a:gd name="connsiteY1" fmla="*/ 92051 h 92920"/>
                <a:gd name="connsiteX2" fmla="*/ 90930 w 90820"/>
                <a:gd name="connsiteY2" fmla="*/ 72819 h 92920"/>
                <a:gd name="connsiteX3" fmla="*/ 90930 w 90820"/>
                <a:gd name="connsiteY3" fmla="*/ 61482 h 92920"/>
                <a:gd name="connsiteX4" fmla="*/ 85896 w 90820"/>
                <a:gd name="connsiteY4" fmla="*/ 61482 h 92920"/>
                <a:gd name="connsiteX5" fmla="*/ 85896 w 90820"/>
                <a:gd name="connsiteY5" fmla="*/ 72819 h 92920"/>
                <a:gd name="connsiteX6" fmla="*/ 78647 w 90820"/>
                <a:gd name="connsiteY6" fmla="*/ 85775 h 92920"/>
                <a:gd name="connsiteX7" fmla="*/ 71196 w 90820"/>
                <a:gd name="connsiteY7" fmla="*/ 75653 h 92920"/>
                <a:gd name="connsiteX8" fmla="*/ 71196 w 90820"/>
                <a:gd name="connsiteY8" fmla="*/ 35165 h 92920"/>
                <a:gd name="connsiteX9" fmla="*/ 63946 w 90820"/>
                <a:gd name="connsiteY9" fmla="*/ 11277 h 92920"/>
                <a:gd name="connsiteX10" fmla="*/ 36358 w 90820"/>
                <a:gd name="connsiteY10" fmla="*/ 142 h 92920"/>
                <a:gd name="connsiteX11" fmla="*/ 5950 w 90820"/>
                <a:gd name="connsiteY11" fmla="*/ 23018 h 92920"/>
                <a:gd name="connsiteX12" fmla="*/ 15213 w 90820"/>
                <a:gd name="connsiteY12" fmla="*/ 32533 h 92920"/>
                <a:gd name="connsiteX13" fmla="*/ 24477 w 90820"/>
                <a:gd name="connsiteY13" fmla="*/ 23221 h 92920"/>
                <a:gd name="connsiteX14" fmla="*/ 14206 w 90820"/>
                <a:gd name="connsiteY14" fmla="*/ 13908 h 92920"/>
                <a:gd name="connsiteX15" fmla="*/ 35955 w 90820"/>
                <a:gd name="connsiteY15" fmla="*/ 4596 h 92920"/>
                <a:gd name="connsiteX16" fmla="*/ 57301 w 90820"/>
                <a:gd name="connsiteY16" fmla="*/ 30509 h 92920"/>
                <a:gd name="connsiteX17" fmla="*/ 57301 w 90820"/>
                <a:gd name="connsiteY17" fmla="*/ 37999 h 92920"/>
                <a:gd name="connsiteX18" fmla="*/ 20248 w 90820"/>
                <a:gd name="connsiteY18" fmla="*/ 45287 h 92920"/>
                <a:gd name="connsiteX19" fmla="*/ 110 w 90820"/>
                <a:gd name="connsiteY19" fmla="*/ 71604 h 92920"/>
                <a:gd name="connsiteX20" fmla="*/ 32330 w 90820"/>
                <a:gd name="connsiteY20" fmla="*/ 93063 h 92920"/>
                <a:gd name="connsiteX21" fmla="*/ 58710 w 90820"/>
                <a:gd name="connsiteY21" fmla="*/ 75450 h 92920"/>
                <a:gd name="connsiteX22" fmla="*/ 57301 w 90820"/>
                <a:gd name="connsiteY22" fmla="*/ 42250 h 92920"/>
                <a:gd name="connsiteX23" fmla="*/ 57301 w 90820"/>
                <a:gd name="connsiteY23" fmla="*/ 62494 h 92920"/>
                <a:gd name="connsiteX24" fmla="*/ 33740 w 90820"/>
                <a:gd name="connsiteY24" fmla="*/ 88609 h 92920"/>
                <a:gd name="connsiteX25" fmla="*/ 15616 w 90820"/>
                <a:gd name="connsiteY25" fmla="*/ 71402 h 92920"/>
                <a:gd name="connsiteX26" fmla="*/ 57301 w 90820"/>
                <a:gd name="connsiteY26" fmla="*/ 4225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10" y="75450"/>
                  </a:moveTo>
                  <a:cubicBezTo>
                    <a:pt x="59516" y="83548"/>
                    <a:pt x="64953" y="92051"/>
                    <a:pt x="74418" y="92051"/>
                  </a:cubicBezTo>
                  <a:cubicBezTo>
                    <a:pt x="78647" y="92051"/>
                    <a:pt x="90930" y="89216"/>
                    <a:pt x="90930" y="72819"/>
                  </a:cubicBezTo>
                  <a:lnTo>
                    <a:pt x="90930" y="61482"/>
                  </a:lnTo>
                  <a:lnTo>
                    <a:pt x="85896" y="61482"/>
                  </a:lnTo>
                  <a:lnTo>
                    <a:pt x="85896" y="72819"/>
                  </a:lnTo>
                  <a:cubicBezTo>
                    <a:pt x="85896" y="84560"/>
                    <a:pt x="80862" y="85775"/>
                    <a:pt x="78647" y="85775"/>
                  </a:cubicBezTo>
                  <a:cubicBezTo>
                    <a:pt x="72001" y="85775"/>
                    <a:pt x="71196" y="76665"/>
                    <a:pt x="71196" y="75653"/>
                  </a:cubicBezTo>
                  <a:lnTo>
                    <a:pt x="71196" y="35165"/>
                  </a:lnTo>
                  <a:cubicBezTo>
                    <a:pt x="71196" y="26662"/>
                    <a:pt x="71196" y="18767"/>
                    <a:pt x="63946" y="11277"/>
                  </a:cubicBezTo>
                  <a:cubicBezTo>
                    <a:pt x="56092" y="3382"/>
                    <a:pt x="46024" y="142"/>
                    <a:pt x="36358" y="142"/>
                  </a:cubicBezTo>
                  <a:cubicBezTo>
                    <a:pt x="19845" y="142"/>
                    <a:pt x="5950" y="9657"/>
                    <a:pt x="5950" y="23018"/>
                  </a:cubicBezTo>
                  <a:cubicBezTo>
                    <a:pt x="5950" y="29092"/>
                    <a:pt x="9977" y="32533"/>
                    <a:pt x="15213" y="32533"/>
                  </a:cubicBezTo>
                  <a:cubicBezTo>
                    <a:pt x="20852" y="32533"/>
                    <a:pt x="24477" y="28484"/>
                    <a:pt x="24477" y="23221"/>
                  </a:cubicBezTo>
                  <a:cubicBezTo>
                    <a:pt x="24477" y="20791"/>
                    <a:pt x="23470" y="14111"/>
                    <a:pt x="14206" y="13908"/>
                  </a:cubicBezTo>
                  <a:cubicBezTo>
                    <a:pt x="19644" y="6823"/>
                    <a:pt x="29511" y="4596"/>
                    <a:pt x="35955" y="4596"/>
                  </a:cubicBezTo>
                  <a:cubicBezTo>
                    <a:pt x="45822" y="4596"/>
                    <a:pt x="57301" y="12491"/>
                    <a:pt x="57301" y="30509"/>
                  </a:cubicBezTo>
                  <a:lnTo>
                    <a:pt x="57301" y="37999"/>
                  </a:lnTo>
                  <a:cubicBezTo>
                    <a:pt x="47031" y="38606"/>
                    <a:pt x="32934" y="39214"/>
                    <a:pt x="20248" y="45287"/>
                  </a:cubicBezTo>
                  <a:cubicBezTo>
                    <a:pt x="5144" y="52170"/>
                    <a:pt x="110" y="62697"/>
                    <a:pt x="110" y="71604"/>
                  </a:cubicBezTo>
                  <a:cubicBezTo>
                    <a:pt x="110" y="88002"/>
                    <a:pt x="19644" y="93063"/>
                    <a:pt x="32330" y="93063"/>
                  </a:cubicBezTo>
                  <a:cubicBezTo>
                    <a:pt x="45621" y="93063"/>
                    <a:pt x="54884" y="84965"/>
                    <a:pt x="58710" y="75450"/>
                  </a:cubicBezTo>
                  <a:close/>
                  <a:moveTo>
                    <a:pt x="57301" y="42250"/>
                  </a:moveTo>
                  <a:lnTo>
                    <a:pt x="57301" y="62494"/>
                  </a:lnTo>
                  <a:cubicBezTo>
                    <a:pt x="57301" y="81726"/>
                    <a:pt x="42802" y="88609"/>
                    <a:pt x="33740" y="88609"/>
                  </a:cubicBezTo>
                  <a:cubicBezTo>
                    <a:pt x="23872" y="88609"/>
                    <a:pt x="15616" y="81524"/>
                    <a:pt x="15616" y="71402"/>
                  </a:cubicBezTo>
                  <a:cubicBezTo>
                    <a:pt x="15616" y="60267"/>
                    <a:pt x="24074" y="43465"/>
                    <a:pt x="57301" y="4225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4" name="Freeform 823">
              <a:extLst>
                <a:ext uri="{FF2B5EF4-FFF2-40B4-BE49-F238E27FC236}">
                  <a16:creationId xmlns:a16="http://schemas.microsoft.com/office/drawing/2014/main" id="{958B69B2-4DD9-AAA4-DF71-BEF5AC5B94AE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599111" y="5203498"/>
              <a:ext cx="92028" cy="133408"/>
            </a:xfrm>
            <a:custGeom>
              <a:avLst/>
              <a:gdLst>
                <a:gd name="connsiteX0" fmla="*/ 39182 w 92028"/>
                <a:gd name="connsiteY0" fmla="*/ 57028 h 133408"/>
                <a:gd name="connsiteX1" fmla="*/ 21662 w 92028"/>
                <a:gd name="connsiteY1" fmla="*/ 32128 h 133408"/>
                <a:gd name="connsiteX2" fmla="*/ 24884 w 92028"/>
                <a:gd name="connsiteY2" fmla="*/ 15123 h 133408"/>
                <a:gd name="connsiteX3" fmla="*/ 39182 w 92028"/>
                <a:gd name="connsiteY3" fmla="*/ 7025 h 133408"/>
                <a:gd name="connsiteX4" fmla="*/ 56702 w 92028"/>
                <a:gd name="connsiteY4" fmla="*/ 31926 h 133408"/>
                <a:gd name="connsiteX5" fmla="*/ 53480 w 92028"/>
                <a:gd name="connsiteY5" fmla="*/ 48931 h 133408"/>
                <a:gd name="connsiteX6" fmla="*/ 39182 w 92028"/>
                <a:gd name="connsiteY6" fmla="*/ 57028 h 133408"/>
                <a:gd name="connsiteX7" fmla="*/ 15822 w 92028"/>
                <a:gd name="connsiteY7" fmla="*/ 64924 h 133408"/>
                <a:gd name="connsiteX8" fmla="*/ 19246 w 92028"/>
                <a:gd name="connsiteY8" fmla="*/ 55409 h 133408"/>
                <a:gd name="connsiteX9" fmla="*/ 39182 w 92028"/>
                <a:gd name="connsiteY9" fmla="*/ 61684 h 133408"/>
                <a:gd name="connsiteX10" fmla="*/ 71805 w 92028"/>
                <a:gd name="connsiteY10" fmla="*/ 32128 h 133408"/>
                <a:gd name="connsiteX11" fmla="*/ 63548 w 92028"/>
                <a:gd name="connsiteY11" fmla="*/ 12491 h 133408"/>
                <a:gd name="connsiteX12" fmla="*/ 81672 w 92028"/>
                <a:gd name="connsiteY12" fmla="*/ 4596 h 133408"/>
                <a:gd name="connsiteX13" fmla="*/ 83686 w 92028"/>
                <a:gd name="connsiteY13" fmla="*/ 4799 h 133408"/>
                <a:gd name="connsiteX14" fmla="*/ 80464 w 92028"/>
                <a:gd name="connsiteY14" fmla="*/ 10265 h 133408"/>
                <a:gd name="connsiteX15" fmla="*/ 86304 w 92028"/>
                <a:gd name="connsiteY15" fmla="*/ 16135 h 133408"/>
                <a:gd name="connsiteX16" fmla="*/ 92144 w 92028"/>
                <a:gd name="connsiteY16" fmla="*/ 10062 h 133408"/>
                <a:gd name="connsiteX17" fmla="*/ 81873 w 92028"/>
                <a:gd name="connsiteY17" fmla="*/ 142 h 133408"/>
                <a:gd name="connsiteX18" fmla="*/ 60528 w 92028"/>
                <a:gd name="connsiteY18" fmla="*/ 9657 h 133408"/>
                <a:gd name="connsiteX19" fmla="*/ 39182 w 92028"/>
                <a:gd name="connsiteY19" fmla="*/ 2369 h 133408"/>
                <a:gd name="connsiteX20" fmla="*/ 6559 w 92028"/>
                <a:gd name="connsiteY20" fmla="*/ 31926 h 133408"/>
                <a:gd name="connsiteX21" fmla="*/ 16024 w 92028"/>
                <a:gd name="connsiteY21" fmla="*/ 52777 h 133408"/>
                <a:gd name="connsiteX22" fmla="*/ 9781 w 92028"/>
                <a:gd name="connsiteY22" fmla="*/ 69580 h 133408"/>
                <a:gd name="connsiteX23" fmla="*/ 18642 w 92028"/>
                <a:gd name="connsiteY23" fmla="*/ 87597 h 133408"/>
                <a:gd name="connsiteX24" fmla="*/ 115 w 92028"/>
                <a:gd name="connsiteY24" fmla="*/ 107841 h 133408"/>
                <a:gd name="connsiteX25" fmla="*/ 44619 w 92028"/>
                <a:gd name="connsiteY25" fmla="*/ 133551 h 133408"/>
                <a:gd name="connsiteX26" fmla="*/ 89324 w 92028"/>
                <a:gd name="connsiteY26" fmla="*/ 107436 h 133408"/>
                <a:gd name="connsiteX27" fmla="*/ 76235 w 92028"/>
                <a:gd name="connsiteY27" fmla="*/ 84358 h 133408"/>
                <a:gd name="connsiteX28" fmla="*/ 41598 w 92028"/>
                <a:gd name="connsiteY28" fmla="*/ 78690 h 133408"/>
                <a:gd name="connsiteX29" fmla="*/ 26495 w 92028"/>
                <a:gd name="connsiteY29" fmla="*/ 78487 h 133408"/>
                <a:gd name="connsiteX30" fmla="*/ 15822 w 92028"/>
                <a:gd name="connsiteY30" fmla="*/ 64924 h 133408"/>
                <a:gd name="connsiteX31" fmla="*/ 44820 w 92028"/>
                <a:gd name="connsiteY31" fmla="*/ 128895 h 133408"/>
                <a:gd name="connsiteX32" fmla="*/ 10587 w 92028"/>
                <a:gd name="connsiteY32" fmla="*/ 107841 h 133408"/>
                <a:gd name="connsiteX33" fmla="*/ 27099 w 92028"/>
                <a:gd name="connsiteY33" fmla="*/ 90431 h 133408"/>
                <a:gd name="connsiteX34" fmla="*/ 38981 w 92028"/>
                <a:gd name="connsiteY34" fmla="*/ 90431 h 133408"/>
                <a:gd name="connsiteX35" fmla="*/ 78853 w 92028"/>
                <a:gd name="connsiteY35" fmla="*/ 107841 h 133408"/>
                <a:gd name="connsiteX36" fmla="*/ 44820 w 92028"/>
                <a:gd name="connsiteY36" fmla="*/ 12889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182" y="57028"/>
                  </a:moveTo>
                  <a:cubicBezTo>
                    <a:pt x="21662" y="57028"/>
                    <a:pt x="21662" y="36784"/>
                    <a:pt x="21662" y="32128"/>
                  </a:cubicBezTo>
                  <a:cubicBezTo>
                    <a:pt x="21662" y="26662"/>
                    <a:pt x="21864" y="20184"/>
                    <a:pt x="24884" y="15123"/>
                  </a:cubicBezTo>
                  <a:cubicBezTo>
                    <a:pt x="26495" y="12694"/>
                    <a:pt x="31127" y="7025"/>
                    <a:pt x="39182" y="7025"/>
                  </a:cubicBezTo>
                  <a:cubicBezTo>
                    <a:pt x="56702" y="7025"/>
                    <a:pt x="56702" y="27270"/>
                    <a:pt x="56702" y="31926"/>
                  </a:cubicBezTo>
                  <a:cubicBezTo>
                    <a:pt x="56702" y="37392"/>
                    <a:pt x="56500" y="43870"/>
                    <a:pt x="53480" y="48931"/>
                  </a:cubicBezTo>
                  <a:cubicBezTo>
                    <a:pt x="51869" y="51360"/>
                    <a:pt x="47237" y="57028"/>
                    <a:pt x="39182" y="57028"/>
                  </a:cubicBezTo>
                  <a:close/>
                  <a:moveTo>
                    <a:pt x="15822" y="64924"/>
                  </a:moveTo>
                  <a:cubicBezTo>
                    <a:pt x="15822" y="64114"/>
                    <a:pt x="15822" y="59458"/>
                    <a:pt x="19246" y="55409"/>
                  </a:cubicBezTo>
                  <a:cubicBezTo>
                    <a:pt x="27099" y="61077"/>
                    <a:pt x="35356" y="61684"/>
                    <a:pt x="39182" y="61684"/>
                  </a:cubicBezTo>
                  <a:cubicBezTo>
                    <a:pt x="57910" y="61684"/>
                    <a:pt x="71805" y="47716"/>
                    <a:pt x="71805" y="32128"/>
                  </a:cubicBezTo>
                  <a:cubicBezTo>
                    <a:pt x="71805" y="24638"/>
                    <a:pt x="68583" y="17147"/>
                    <a:pt x="63548" y="12491"/>
                  </a:cubicBezTo>
                  <a:cubicBezTo>
                    <a:pt x="70798" y="5608"/>
                    <a:pt x="78047" y="4596"/>
                    <a:pt x="81672" y="4596"/>
                  </a:cubicBezTo>
                  <a:cubicBezTo>
                    <a:pt x="82075" y="4596"/>
                    <a:pt x="83082" y="4596"/>
                    <a:pt x="83686" y="4799"/>
                  </a:cubicBezTo>
                  <a:cubicBezTo>
                    <a:pt x="81471" y="5608"/>
                    <a:pt x="80464" y="7835"/>
                    <a:pt x="80464" y="10265"/>
                  </a:cubicBezTo>
                  <a:cubicBezTo>
                    <a:pt x="80464" y="13706"/>
                    <a:pt x="83082" y="16135"/>
                    <a:pt x="86304" y="16135"/>
                  </a:cubicBezTo>
                  <a:cubicBezTo>
                    <a:pt x="88317" y="16135"/>
                    <a:pt x="92144" y="14718"/>
                    <a:pt x="92144" y="10062"/>
                  </a:cubicBezTo>
                  <a:cubicBezTo>
                    <a:pt x="92144" y="6621"/>
                    <a:pt x="89727" y="142"/>
                    <a:pt x="81873" y="142"/>
                  </a:cubicBezTo>
                  <a:cubicBezTo>
                    <a:pt x="77846" y="142"/>
                    <a:pt x="68985" y="1357"/>
                    <a:pt x="60528" y="9657"/>
                  </a:cubicBezTo>
                  <a:cubicBezTo>
                    <a:pt x="52070" y="2977"/>
                    <a:pt x="43612" y="2369"/>
                    <a:pt x="39182" y="2369"/>
                  </a:cubicBezTo>
                  <a:cubicBezTo>
                    <a:pt x="20454" y="2369"/>
                    <a:pt x="6559" y="16338"/>
                    <a:pt x="6559" y="31926"/>
                  </a:cubicBezTo>
                  <a:cubicBezTo>
                    <a:pt x="6559" y="40833"/>
                    <a:pt x="10989" y="48526"/>
                    <a:pt x="16024" y="52777"/>
                  </a:cubicBezTo>
                  <a:cubicBezTo>
                    <a:pt x="13406" y="55814"/>
                    <a:pt x="9781" y="62494"/>
                    <a:pt x="9781" y="69580"/>
                  </a:cubicBezTo>
                  <a:cubicBezTo>
                    <a:pt x="9781" y="75855"/>
                    <a:pt x="12399" y="83548"/>
                    <a:pt x="18642" y="87597"/>
                  </a:cubicBezTo>
                  <a:cubicBezTo>
                    <a:pt x="6559" y="91038"/>
                    <a:pt x="115" y="99743"/>
                    <a:pt x="115" y="107841"/>
                  </a:cubicBezTo>
                  <a:cubicBezTo>
                    <a:pt x="115" y="122417"/>
                    <a:pt x="20051" y="133551"/>
                    <a:pt x="44619" y="133551"/>
                  </a:cubicBezTo>
                  <a:cubicBezTo>
                    <a:pt x="68381" y="133551"/>
                    <a:pt x="89324" y="123226"/>
                    <a:pt x="89324" y="107436"/>
                  </a:cubicBezTo>
                  <a:cubicBezTo>
                    <a:pt x="89324" y="100351"/>
                    <a:pt x="86505" y="90026"/>
                    <a:pt x="76235" y="84358"/>
                  </a:cubicBezTo>
                  <a:cubicBezTo>
                    <a:pt x="65562" y="78690"/>
                    <a:pt x="53882" y="78690"/>
                    <a:pt x="41598" y="78690"/>
                  </a:cubicBezTo>
                  <a:cubicBezTo>
                    <a:pt x="36564" y="78690"/>
                    <a:pt x="27905" y="78690"/>
                    <a:pt x="26495" y="78487"/>
                  </a:cubicBezTo>
                  <a:cubicBezTo>
                    <a:pt x="20051" y="77677"/>
                    <a:pt x="15822" y="71402"/>
                    <a:pt x="15822" y="64924"/>
                  </a:cubicBezTo>
                  <a:close/>
                  <a:moveTo>
                    <a:pt x="44820" y="128895"/>
                  </a:moveTo>
                  <a:cubicBezTo>
                    <a:pt x="24482" y="128895"/>
                    <a:pt x="10587" y="118570"/>
                    <a:pt x="10587" y="107841"/>
                  </a:cubicBezTo>
                  <a:cubicBezTo>
                    <a:pt x="10587" y="98529"/>
                    <a:pt x="18239" y="91038"/>
                    <a:pt x="27099" y="90431"/>
                  </a:cubicBezTo>
                  <a:lnTo>
                    <a:pt x="38981" y="90431"/>
                  </a:lnTo>
                  <a:cubicBezTo>
                    <a:pt x="56299" y="90431"/>
                    <a:pt x="78853" y="90431"/>
                    <a:pt x="78853" y="107841"/>
                  </a:cubicBezTo>
                  <a:cubicBezTo>
                    <a:pt x="78853" y="118773"/>
                    <a:pt x="64555" y="128895"/>
                    <a:pt x="44820" y="12889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5" name="Freeform 824">
              <a:extLst>
                <a:ext uri="{FF2B5EF4-FFF2-40B4-BE49-F238E27FC236}">
                  <a16:creationId xmlns:a16="http://schemas.microsoft.com/office/drawing/2014/main" id="{42EB4100-83C4-68BB-83C9-6CCF2A092FBD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699799" y="5205725"/>
              <a:ext cx="67662" cy="89478"/>
            </a:xfrm>
            <a:custGeom>
              <a:avLst/>
              <a:gdLst>
                <a:gd name="connsiteX0" fmla="*/ 28111 w 67662"/>
                <a:gd name="connsiteY0" fmla="*/ 22411 h 89478"/>
                <a:gd name="connsiteX1" fmla="*/ 28111 w 67662"/>
                <a:gd name="connsiteY1" fmla="*/ 142 h 89478"/>
                <a:gd name="connsiteX2" fmla="*/ 120 w 67662"/>
                <a:gd name="connsiteY2" fmla="*/ 2369 h 89478"/>
                <a:gd name="connsiteX3" fmla="*/ 120 w 67662"/>
                <a:gd name="connsiteY3" fmla="*/ 8645 h 89478"/>
                <a:gd name="connsiteX4" fmla="*/ 15827 w 67662"/>
                <a:gd name="connsiteY4" fmla="*/ 19982 h 89478"/>
                <a:gd name="connsiteX5" fmla="*/ 15827 w 67662"/>
                <a:gd name="connsiteY5" fmla="*/ 74236 h 89478"/>
                <a:gd name="connsiteX6" fmla="*/ 120 w 67662"/>
                <a:gd name="connsiteY6" fmla="*/ 83346 h 89478"/>
                <a:gd name="connsiteX7" fmla="*/ 120 w 67662"/>
                <a:gd name="connsiteY7" fmla="*/ 89621 h 89478"/>
                <a:gd name="connsiteX8" fmla="*/ 23077 w 67662"/>
                <a:gd name="connsiteY8" fmla="*/ 89014 h 89478"/>
                <a:gd name="connsiteX9" fmla="*/ 48652 w 67662"/>
                <a:gd name="connsiteY9" fmla="*/ 89621 h 89478"/>
                <a:gd name="connsiteX10" fmla="*/ 48652 w 67662"/>
                <a:gd name="connsiteY10" fmla="*/ 83346 h 89478"/>
                <a:gd name="connsiteX11" fmla="*/ 44423 w 67662"/>
                <a:gd name="connsiteY11" fmla="*/ 83346 h 89478"/>
                <a:gd name="connsiteX12" fmla="*/ 29118 w 67662"/>
                <a:gd name="connsiteY12" fmla="*/ 73831 h 89478"/>
                <a:gd name="connsiteX13" fmla="*/ 29118 w 67662"/>
                <a:gd name="connsiteY13" fmla="*/ 42655 h 89478"/>
                <a:gd name="connsiteX14" fmla="*/ 52880 w 67662"/>
                <a:gd name="connsiteY14" fmla="*/ 4596 h 89478"/>
                <a:gd name="connsiteX15" fmla="*/ 55096 w 67662"/>
                <a:gd name="connsiteY15" fmla="*/ 4799 h 89478"/>
                <a:gd name="connsiteX16" fmla="*/ 50464 w 67662"/>
                <a:gd name="connsiteY16" fmla="*/ 12694 h 89478"/>
                <a:gd name="connsiteX17" fmla="*/ 59123 w 67662"/>
                <a:gd name="connsiteY17" fmla="*/ 21399 h 89478"/>
                <a:gd name="connsiteX18" fmla="*/ 67782 w 67662"/>
                <a:gd name="connsiteY18" fmla="*/ 12491 h 89478"/>
                <a:gd name="connsiteX19" fmla="*/ 52880 w 67662"/>
                <a:gd name="connsiteY19" fmla="*/ 142 h 89478"/>
                <a:gd name="connsiteX20" fmla="*/ 28111 w 67662"/>
                <a:gd name="connsiteY20" fmla="*/ 2241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11" y="22411"/>
                  </a:moveTo>
                  <a:lnTo>
                    <a:pt x="28111" y="142"/>
                  </a:lnTo>
                  <a:lnTo>
                    <a:pt x="120" y="2369"/>
                  </a:lnTo>
                  <a:lnTo>
                    <a:pt x="120" y="8645"/>
                  </a:lnTo>
                  <a:cubicBezTo>
                    <a:pt x="14216" y="8645"/>
                    <a:pt x="15827" y="10062"/>
                    <a:pt x="15827" y="19982"/>
                  </a:cubicBezTo>
                  <a:lnTo>
                    <a:pt x="15827" y="74236"/>
                  </a:lnTo>
                  <a:cubicBezTo>
                    <a:pt x="15827" y="83346"/>
                    <a:pt x="13612" y="83346"/>
                    <a:pt x="120" y="83346"/>
                  </a:cubicBezTo>
                  <a:lnTo>
                    <a:pt x="120" y="89621"/>
                  </a:lnTo>
                  <a:cubicBezTo>
                    <a:pt x="7974" y="89419"/>
                    <a:pt x="17438" y="89014"/>
                    <a:pt x="23077" y="89014"/>
                  </a:cubicBezTo>
                  <a:cubicBezTo>
                    <a:pt x="31132" y="89014"/>
                    <a:pt x="40597" y="89014"/>
                    <a:pt x="48652" y="89621"/>
                  </a:cubicBezTo>
                  <a:lnTo>
                    <a:pt x="48652" y="83346"/>
                  </a:lnTo>
                  <a:lnTo>
                    <a:pt x="44423" y="83346"/>
                  </a:lnTo>
                  <a:cubicBezTo>
                    <a:pt x="29521" y="83346"/>
                    <a:pt x="29118" y="81119"/>
                    <a:pt x="29118" y="73831"/>
                  </a:cubicBezTo>
                  <a:lnTo>
                    <a:pt x="29118" y="42655"/>
                  </a:lnTo>
                  <a:cubicBezTo>
                    <a:pt x="29118" y="22613"/>
                    <a:pt x="37576" y="4596"/>
                    <a:pt x="52880" y="4596"/>
                  </a:cubicBezTo>
                  <a:cubicBezTo>
                    <a:pt x="54290" y="4596"/>
                    <a:pt x="54693" y="4596"/>
                    <a:pt x="55096" y="4799"/>
                  </a:cubicBezTo>
                  <a:cubicBezTo>
                    <a:pt x="54491" y="5001"/>
                    <a:pt x="50464" y="7430"/>
                    <a:pt x="50464" y="12694"/>
                  </a:cubicBezTo>
                  <a:cubicBezTo>
                    <a:pt x="50464" y="18362"/>
                    <a:pt x="54693" y="21399"/>
                    <a:pt x="59123" y="21399"/>
                  </a:cubicBezTo>
                  <a:cubicBezTo>
                    <a:pt x="62748" y="21399"/>
                    <a:pt x="67782" y="18969"/>
                    <a:pt x="67782" y="12491"/>
                  </a:cubicBezTo>
                  <a:cubicBezTo>
                    <a:pt x="67782" y="6013"/>
                    <a:pt x="61540" y="142"/>
                    <a:pt x="52880" y="142"/>
                  </a:cubicBezTo>
                  <a:cubicBezTo>
                    <a:pt x="38180" y="142"/>
                    <a:pt x="30931" y="13706"/>
                    <a:pt x="28111" y="2241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6" name="Freeform 825">
              <a:extLst>
                <a:ext uri="{FF2B5EF4-FFF2-40B4-BE49-F238E27FC236}">
                  <a16:creationId xmlns:a16="http://schemas.microsoft.com/office/drawing/2014/main" id="{44F812FC-248F-1686-DFBC-68ECB487E4AB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781490" y="5204510"/>
              <a:ext cx="90820" cy="92920"/>
            </a:xfrm>
            <a:custGeom>
              <a:avLst/>
              <a:gdLst>
                <a:gd name="connsiteX0" fmla="*/ 58724 w 90820"/>
                <a:gd name="connsiteY0" fmla="*/ 75450 h 92920"/>
                <a:gd name="connsiteX1" fmla="*/ 74431 w 90820"/>
                <a:gd name="connsiteY1" fmla="*/ 92051 h 92920"/>
                <a:gd name="connsiteX2" fmla="*/ 90944 w 90820"/>
                <a:gd name="connsiteY2" fmla="*/ 72819 h 92920"/>
                <a:gd name="connsiteX3" fmla="*/ 90944 w 90820"/>
                <a:gd name="connsiteY3" fmla="*/ 61482 h 92920"/>
                <a:gd name="connsiteX4" fmla="*/ 85910 w 90820"/>
                <a:gd name="connsiteY4" fmla="*/ 61482 h 92920"/>
                <a:gd name="connsiteX5" fmla="*/ 85910 w 90820"/>
                <a:gd name="connsiteY5" fmla="*/ 72819 h 92920"/>
                <a:gd name="connsiteX6" fmla="*/ 78660 w 90820"/>
                <a:gd name="connsiteY6" fmla="*/ 85775 h 92920"/>
                <a:gd name="connsiteX7" fmla="*/ 71209 w 90820"/>
                <a:gd name="connsiteY7" fmla="*/ 75653 h 92920"/>
                <a:gd name="connsiteX8" fmla="*/ 71209 w 90820"/>
                <a:gd name="connsiteY8" fmla="*/ 35165 h 92920"/>
                <a:gd name="connsiteX9" fmla="*/ 63960 w 90820"/>
                <a:gd name="connsiteY9" fmla="*/ 11277 h 92920"/>
                <a:gd name="connsiteX10" fmla="*/ 36372 w 90820"/>
                <a:gd name="connsiteY10" fmla="*/ 142 h 92920"/>
                <a:gd name="connsiteX11" fmla="*/ 5964 w 90820"/>
                <a:gd name="connsiteY11" fmla="*/ 23018 h 92920"/>
                <a:gd name="connsiteX12" fmla="*/ 15227 w 90820"/>
                <a:gd name="connsiteY12" fmla="*/ 32533 h 92920"/>
                <a:gd name="connsiteX13" fmla="*/ 24490 w 90820"/>
                <a:gd name="connsiteY13" fmla="*/ 23221 h 92920"/>
                <a:gd name="connsiteX14" fmla="*/ 14220 w 90820"/>
                <a:gd name="connsiteY14" fmla="*/ 13908 h 92920"/>
                <a:gd name="connsiteX15" fmla="*/ 35969 w 90820"/>
                <a:gd name="connsiteY15" fmla="*/ 4596 h 92920"/>
                <a:gd name="connsiteX16" fmla="*/ 57315 w 90820"/>
                <a:gd name="connsiteY16" fmla="*/ 30509 h 92920"/>
                <a:gd name="connsiteX17" fmla="*/ 57315 w 90820"/>
                <a:gd name="connsiteY17" fmla="*/ 37999 h 92920"/>
                <a:gd name="connsiteX18" fmla="*/ 20262 w 90820"/>
                <a:gd name="connsiteY18" fmla="*/ 45287 h 92920"/>
                <a:gd name="connsiteX19" fmla="*/ 124 w 90820"/>
                <a:gd name="connsiteY19" fmla="*/ 71604 h 92920"/>
                <a:gd name="connsiteX20" fmla="*/ 32344 w 90820"/>
                <a:gd name="connsiteY20" fmla="*/ 93063 h 92920"/>
                <a:gd name="connsiteX21" fmla="*/ 58724 w 90820"/>
                <a:gd name="connsiteY21" fmla="*/ 75450 h 92920"/>
                <a:gd name="connsiteX22" fmla="*/ 57315 w 90820"/>
                <a:gd name="connsiteY22" fmla="*/ 42250 h 92920"/>
                <a:gd name="connsiteX23" fmla="*/ 57315 w 90820"/>
                <a:gd name="connsiteY23" fmla="*/ 62494 h 92920"/>
                <a:gd name="connsiteX24" fmla="*/ 33754 w 90820"/>
                <a:gd name="connsiteY24" fmla="*/ 88609 h 92920"/>
                <a:gd name="connsiteX25" fmla="*/ 15630 w 90820"/>
                <a:gd name="connsiteY25" fmla="*/ 71402 h 92920"/>
                <a:gd name="connsiteX26" fmla="*/ 57315 w 90820"/>
                <a:gd name="connsiteY26" fmla="*/ 4225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24" y="75450"/>
                  </a:moveTo>
                  <a:cubicBezTo>
                    <a:pt x="59530" y="83548"/>
                    <a:pt x="64967" y="92051"/>
                    <a:pt x="74431" y="92051"/>
                  </a:cubicBezTo>
                  <a:cubicBezTo>
                    <a:pt x="78660" y="92051"/>
                    <a:pt x="90944" y="89216"/>
                    <a:pt x="90944" y="72819"/>
                  </a:cubicBezTo>
                  <a:lnTo>
                    <a:pt x="90944" y="61482"/>
                  </a:lnTo>
                  <a:lnTo>
                    <a:pt x="85910" y="61482"/>
                  </a:lnTo>
                  <a:lnTo>
                    <a:pt x="85910" y="72819"/>
                  </a:lnTo>
                  <a:cubicBezTo>
                    <a:pt x="85910" y="84560"/>
                    <a:pt x="80875" y="85775"/>
                    <a:pt x="78660" y="85775"/>
                  </a:cubicBezTo>
                  <a:cubicBezTo>
                    <a:pt x="72015" y="85775"/>
                    <a:pt x="71209" y="76665"/>
                    <a:pt x="71209" y="75653"/>
                  </a:cubicBezTo>
                  <a:lnTo>
                    <a:pt x="71209" y="35165"/>
                  </a:lnTo>
                  <a:cubicBezTo>
                    <a:pt x="71209" y="26662"/>
                    <a:pt x="71209" y="18767"/>
                    <a:pt x="63960" y="11277"/>
                  </a:cubicBezTo>
                  <a:cubicBezTo>
                    <a:pt x="56106" y="3382"/>
                    <a:pt x="46038" y="142"/>
                    <a:pt x="36372" y="142"/>
                  </a:cubicBezTo>
                  <a:cubicBezTo>
                    <a:pt x="19859" y="142"/>
                    <a:pt x="5964" y="9657"/>
                    <a:pt x="5964" y="23018"/>
                  </a:cubicBezTo>
                  <a:cubicBezTo>
                    <a:pt x="5964" y="29092"/>
                    <a:pt x="9991" y="32533"/>
                    <a:pt x="15227" y="32533"/>
                  </a:cubicBezTo>
                  <a:cubicBezTo>
                    <a:pt x="20866" y="32533"/>
                    <a:pt x="24490" y="28484"/>
                    <a:pt x="24490" y="23221"/>
                  </a:cubicBezTo>
                  <a:cubicBezTo>
                    <a:pt x="24490" y="20791"/>
                    <a:pt x="23484" y="14111"/>
                    <a:pt x="14220" y="13908"/>
                  </a:cubicBezTo>
                  <a:cubicBezTo>
                    <a:pt x="19657" y="6823"/>
                    <a:pt x="29525" y="4596"/>
                    <a:pt x="35969" y="4596"/>
                  </a:cubicBezTo>
                  <a:cubicBezTo>
                    <a:pt x="45836" y="4596"/>
                    <a:pt x="57315" y="12491"/>
                    <a:pt x="57315" y="30509"/>
                  </a:cubicBezTo>
                  <a:lnTo>
                    <a:pt x="57315" y="37999"/>
                  </a:lnTo>
                  <a:cubicBezTo>
                    <a:pt x="47044" y="38606"/>
                    <a:pt x="32948" y="39214"/>
                    <a:pt x="20262" y="45287"/>
                  </a:cubicBezTo>
                  <a:cubicBezTo>
                    <a:pt x="5158" y="52170"/>
                    <a:pt x="124" y="62697"/>
                    <a:pt x="124" y="71604"/>
                  </a:cubicBezTo>
                  <a:cubicBezTo>
                    <a:pt x="124" y="88002"/>
                    <a:pt x="19657" y="93063"/>
                    <a:pt x="32344" y="93063"/>
                  </a:cubicBezTo>
                  <a:cubicBezTo>
                    <a:pt x="45635" y="93063"/>
                    <a:pt x="54898" y="84965"/>
                    <a:pt x="58724" y="75450"/>
                  </a:cubicBezTo>
                  <a:close/>
                  <a:moveTo>
                    <a:pt x="57315" y="42250"/>
                  </a:moveTo>
                  <a:lnTo>
                    <a:pt x="57315" y="62494"/>
                  </a:lnTo>
                  <a:cubicBezTo>
                    <a:pt x="57315" y="81726"/>
                    <a:pt x="42816" y="88609"/>
                    <a:pt x="33754" y="88609"/>
                  </a:cubicBezTo>
                  <a:cubicBezTo>
                    <a:pt x="23886" y="88609"/>
                    <a:pt x="15630" y="81524"/>
                    <a:pt x="15630" y="71402"/>
                  </a:cubicBezTo>
                  <a:cubicBezTo>
                    <a:pt x="15630" y="60267"/>
                    <a:pt x="24088" y="43465"/>
                    <a:pt x="57315" y="4225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7" name="Freeform 826">
              <a:extLst>
                <a:ext uri="{FF2B5EF4-FFF2-40B4-BE49-F238E27FC236}">
                  <a16:creationId xmlns:a16="http://schemas.microsoft.com/office/drawing/2014/main" id="{5065E2E4-8D89-D6BE-6DFE-92356FEC0313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6880165" y="5205725"/>
              <a:ext cx="101291" cy="89478"/>
            </a:xfrm>
            <a:custGeom>
              <a:avLst/>
              <a:gdLst>
                <a:gd name="connsiteX0" fmla="*/ 15836 w 101291"/>
                <a:gd name="connsiteY0" fmla="*/ 19982 h 89478"/>
                <a:gd name="connsiteX1" fmla="*/ 15836 w 101291"/>
                <a:gd name="connsiteY1" fmla="*/ 74236 h 89478"/>
                <a:gd name="connsiteX2" fmla="*/ 129 w 101291"/>
                <a:gd name="connsiteY2" fmla="*/ 83346 h 89478"/>
                <a:gd name="connsiteX3" fmla="*/ 129 w 101291"/>
                <a:gd name="connsiteY3" fmla="*/ 89621 h 89478"/>
                <a:gd name="connsiteX4" fmla="*/ 22884 w 101291"/>
                <a:gd name="connsiteY4" fmla="*/ 89014 h 89478"/>
                <a:gd name="connsiteX5" fmla="*/ 45438 w 101291"/>
                <a:gd name="connsiteY5" fmla="*/ 89621 h 89478"/>
                <a:gd name="connsiteX6" fmla="*/ 45438 w 101291"/>
                <a:gd name="connsiteY6" fmla="*/ 83346 h 89478"/>
                <a:gd name="connsiteX7" fmla="*/ 29731 w 101291"/>
                <a:gd name="connsiteY7" fmla="*/ 74236 h 89478"/>
                <a:gd name="connsiteX8" fmla="*/ 29731 w 101291"/>
                <a:gd name="connsiteY8" fmla="*/ 36987 h 89478"/>
                <a:gd name="connsiteX9" fmla="*/ 56917 w 101291"/>
                <a:gd name="connsiteY9" fmla="*/ 4596 h 89478"/>
                <a:gd name="connsiteX10" fmla="*/ 71819 w 101291"/>
                <a:gd name="connsiteY10" fmla="*/ 27067 h 89478"/>
                <a:gd name="connsiteX11" fmla="*/ 71819 w 101291"/>
                <a:gd name="connsiteY11" fmla="*/ 74236 h 89478"/>
                <a:gd name="connsiteX12" fmla="*/ 56111 w 101291"/>
                <a:gd name="connsiteY12" fmla="*/ 83346 h 89478"/>
                <a:gd name="connsiteX13" fmla="*/ 56111 w 101291"/>
                <a:gd name="connsiteY13" fmla="*/ 89621 h 89478"/>
                <a:gd name="connsiteX14" fmla="*/ 78867 w 101291"/>
                <a:gd name="connsiteY14" fmla="*/ 89014 h 89478"/>
                <a:gd name="connsiteX15" fmla="*/ 101421 w 101291"/>
                <a:gd name="connsiteY15" fmla="*/ 89621 h 89478"/>
                <a:gd name="connsiteX16" fmla="*/ 101421 w 101291"/>
                <a:gd name="connsiteY16" fmla="*/ 83346 h 89478"/>
                <a:gd name="connsiteX17" fmla="*/ 85714 w 101291"/>
                <a:gd name="connsiteY17" fmla="*/ 77272 h 89478"/>
                <a:gd name="connsiteX18" fmla="*/ 85714 w 101291"/>
                <a:gd name="connsiteY18" fmla="*/ 38606 h 89478"/>
                <a:gd name="connsiteX19" fmla="*/ 79471 w 101291"/>
                <a:gd name="connsiteY19" fmla="*/ 7633 h 89478"/>
                <a:gd name="connsiteX20" fmla="*/ 58326 w 101291"/>
                <a:gd name="connsiteY20" fmla="*/ 142 h 89478"/>
                <a:gd name="connsiteX21" fmla="*/ 28523 w 101291"/>
                <a:gd name="connsiteY21" fmla="*/ 21399 h 89478"/>
                <a:gd name="connsiteX22" fmla="*/ 28523 w 101291"/>
                <a:gd name="connsiteY22" fmla="*/ 142 h 89478"/>
                <a:gd name="connsiteX23" fmla="*/ 129 w 101291"/>
                <a:gd name="connsiteY23" fmla="*/ 2369 h 89478"/>
                <a:gd name="connsiteX24" fmla="*/ 129 w 101291"/>
                <a:gd name="connsiteY24" fmla="*/ 8645 h 89478"/>
                <a:gd name="connsiteX25" fmla="*/ 15836 w 101291"/>
                <a:gd name="connsiteY25" fmla="*/ 1998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36" y="19982"/>
                  </a:moveTo>
                  <a:lnTo>
                    <a:pt x="15836" y="74236"/>
                  </a:lnTo>
                  <a:cubicBezTo>
                    <a:pt x="15836" y="83346"/>
                    <a:pt x="13621" y="83346"/>
                    <a:pt x="129" y="83346"/>
                  </a:cubicBezTo>
                  <a:lnTo>
                    <a:pt x="129" y="89621"/>
                  </a:lnTo>
                  <a:cubicBezTo>
                    <a:pt x="7177" y="89419"/>
                    <a:pt x="17447" y="89014"/>
                    <a:pt x="22884" y="89014"/>
                  </a:cubicBezTo>
                  <a:cubicBezTo>
                    <a:pt x="28120" y="89014"/>
                    <a:pt x="38592" y="89419"/>
                    <a:pt x="45438" y="89621"/>
                  </a:cubicBezTo>
                  <a:lnTo>
                    <a:pt x="45438" y="83346"/>
                  </a:lnTo>
                  <a:cubicBezTo>
                    <a:pt x="31946" y="83346"/>
                    <a:pt x="29731" y="83346"/>
                    <a:pt x="29731" y="74236"/>
                  </a:cubicBezTo>
                  <a:lnTo>
                    <a:pt x="29731" y="36987"/>
                  </a:lnTo>
                  <a:cubicBezTo>
                    <a:pt x="29731" y="15933"/>
                    <a:pt x="44029" y="4596"/>
                    <a:pt x="56917" y="4596"/>
                  </a:cubicBezTo>
                  <a:cubicBezTo>
                    <a:pt x="69603" y="4596"/>
                    <a:pt x="71819" y="15528"/>
                    <a:pt x="71819" y="27067"/>
                  </a:cubicBezTo>
                  <a:lnTo>
                    <a:pt x="71819" y="74236"/>
                  </a:lnTo>
                  <a:cubicBezTo>
                    <a:pt x="71819" y="83346"/>
                    <a:pt x="69603" y="83346"/>
                    <a:pt x="56111" y="83346"/>
                  </a:cubicBezTo>
                  <a:lnTo>
                    <a:pt x="56111" y="89621"/>
                  </a:lnTo>
                  <a:cubicBezTo>
                    <a:pt x="63159" y="89419"/>
                    <a:pt x="73430" y="89014"/>
                    <a:pt x="78867" y="89014"/>
                  </a:cubicBezTo>
                  <a:cubicBezTo>
                    <a:pt x="84102" y="89014"/>
                    <a:pt x="94574" y="89419"/>
                    <a:pt x="101421" y="89621"/>
                  </a:cubicBezTo>
                  <a:lnTo>
                    <a:pt x="101421" y="83346"/>
                  </a:lnTo>
                  <a:cubicBezTo>
                    <a:pt x="90949" y="83346"/>
                    <a:pt x="85915" y="83346"/>
                    <a:pt x="85714" y="77272"/>
                  </a:cubicBezTo>
                  <a:lnTo>
                    <a:pt x="85714" y="38606"/>
                  </a:lnTo>
                  <a:cubicBezTo>
                    <a:pt x="85714" y="21196"/>
                    <a:pt x="85714" y="14921"/>
                    <a:pt x="79471" y="7633"/>
                  </a:cubicBezTo>
                  <a:cubicBezTo>
                    <a:pt x="76652" y="4191"/>
                    <a:pt x="70006" y="142"/>
                    <a:pt x="58326" y="142"/>
                  </a:cubicBezTo>
                  <a:cubicBezTo>
                    <a:pt x="43626" y="142"/>
                    <a:pt x="34161" y="8847"/>
                    <a:pt x="28523" y="21399"/>
                  </a:cubicBezTo>
                  <a:lnTo>
                    <a:pt x="28523" y="142"/>
                  </a:lnTo>
                  <a:lnTo>
                    <a:pt x="129" y="2369"/>
                  </a:lnTo>
                  <a:lnTo>
                    <a:pt x="129" y="8645"/>
                  </a:lnTo>
                  <a:cubicBezTo>
                    <a:pt x="14225" y="8645"/>
                    <a:pt x="15836" y="10062"/>
                    <a:pt x="15836" y="1998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8" name="Freeform 827">
              <a:extLst>
                <a:ext uri="{FF2B5EF4-FFF2-40B4-BE49-F238E27FC236}">
                  <a16:creationId xmlns:a16="http://schemas.microsoft.com/office/drawing/2014/main" id="{382F2C97-1193-8CE9-F629-91F223F734AF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6991235" y="5203498"/>
              <a:ext cx="92028" cy="133408"/>
            </a:xfrm>
            <a:custGeom>
              <a:avLst/>
              <a:gdLst>
                <a:gd name="connsiteX0" fmla="*/ 39201 w 92028"/>
                <a:gd name="connsiteY0" fmla="*/ 57028 h 133408"/>
                <a:gd name="connsiteX1" fmla="*/ 21682 w 92028"/>
                <a:gd name="connsiteY1" fmla="*/ 32128 h 133408"/>
                <a:gd name="connsiteX2" fmla="*/ 24904 w 92028"/>
                <a:gd name="connsiteY2" fmla="*/ 15123 h 133408"/>
                <a:gd name="connsiteX3" fmla="*/ 39201 w 92028"/>
                <a:gd name="connsiteY3" fmla="*/ 7025 h 133408"/>
                <a:gd name="connsiteX4" fmla="*/ 56721 w 92028"/>
                <a:gd name="connsiteY4" fmla="*/ 31926 h 133408"/>
                <a:gd name="connsiteX5" fmla="*/ 53499 w 92028"/>
                <a:gd name="connsiteY5" fmla="*/ 48931 h 133408"/>
                <a:gd name="connsiteX6" fmla="*/ 39201 w 92028"/>
                <a:gd name="connsiteY6" fmla="*/ 57028 h 133408"/>
                <a:gd name="connsiteX7" fmla="*/ 15842 w 92028"/>
                <a:gd name="connsiteY7" fmla="*/ 64924 h 133408"/>
                <a:gd name="connsiteX8" fmla="*/ 19265 w 92028"/>
                <a:gd name="connsiteY8" fmla="*/ 55409 h 133408"/>
                <a:gd name="connsiteX9" fmla="*/ 39201 w 92028"/>
                <a:gd name="connsiteY9" fmla="*/ 61684 h 133408"/>
                <a:gd name="connsiteX10" fmla="*/ 71824 w 92028"/>
                <a:gd name="connsiteY10" fmla="*/ 32128 h 133408"/>
                <a:gd name="connsiteX11" fmla="*/ 63568 w 92028"/>
                <a:gd name="connsiteY11" fmla="*/ 12491 h 133408"/>
                <a:gd name="connsiteX12" fmla="*/ 81692 w 92028"/>
                <a:gd name="connsiteY12" fmla="*/ 4596 h 133408"/>
                <a:gd name="connsiteX13" fmla="*/ 83705 w 92028"/>
                <a:gd name="connsiteY13" fmla="*/ 4799 h 133408"/>
                <a:gd name="connsiteX14" fmla="*/ 80483 w 92028"/>
                <a:gd name="connsiteY14" fmla="*/ 10265 h 133408"/>
                <a:gd name="connsiteX15" fmla="*/ 86323 w 92028"/>
                <a:gd name="connsiteY15" fmla="*/ 16135 h 133408"/>
                <a:gd name="connsiteX16" fmla="*/ 92163 w 92028"/>
                <a:gd name="connsiteY16" fmla="*/ 10062 h 133408"/>
                <a:gd name="connsiteX17" fmla="*/ 81893 w 92028"/>
                <a:gd name="connsiteY17" fmla="*/ 142 h 133408"/>
                <a:gd name="connsiteX18" fmla="*/ 60547 w 92028"/>
                <a:gd name="connsiteY18" fmla="*/ 9657 h 133408"/>
                <a:gd name="connsiteX19" fmla="*/ 39201 w 92028"/>
                <a:gd name="connsiteY19" fmla="*/ 2369 h 133408"/>
                <a:gd name="connsiteX20" fmla="*/ 6578 w 92028"/>
                <a:gd name="connsiteY20" fmla="*/ 31926 h 133408"/>
                <a:gd name="connsiteX21" fmla="*/ 16043 w 92028"/>
                <a:gd name="connsiteY21" fmla="*/ 52777 h 133408"/>
                <a:gd name="connsiteX22" fmla="*/ 9801 w 92028"/>
                <a:gd name="connsiteY22" fmla="*/ 69580 h 133408"/>
                <a:gd name="connsiteX23" fmla="*/ 18661 w 92028"/>
                <a:gd name="connsiteY23" fmla="*/ 87597 h 133408"/>
                <a:gd name="connsiteX24" fmla="*/ 134 w 92028"/>
                <a:gd name="connsiteY24" fmla="*/ 107841 h 133408"/>
                <a:gd name="connsiteX25" fmla="*/ 44638 w 92028"/>
                <a:gd name="connsiteY25" fmla="*/ 133551 h 133408"/>
                <a:gd name="connsiteX26" fmla="*/ 89344 w 92028"/>
                <a:gd name="connsiteY26" fmla="*/ 107436 h 133408"/>
                <a:gd name="connsiteX27" fmla="*/ 76254 w 92028"/>
                <a:gd name="connsiteY27" fmla="*/ 84358 h 133408"/>
                <a:gd name="connsiteX28" fmla="*/ 41618 w 92028"/>
                <a:gd name="connsiteY28" fmla="*/ 78690 h 133408"/>
                <a:gd name="connsiteX29" fmla="*/ 26515 w 92028"/>
                <a:gd name="connsiteY29" fmla="*/ 78487 h 133408"/>
                <a:gd name="connsiteX30" fmla="*/ 15842 w 92028"/>
                <a:gd name="connsiteY30" fmla="*/ 64924 h 133408"/>
                <a:gd name="connsiteX31" fmla="*/ 44840 w 92028"/>
                <a:gd name="connsiteY31" fmla="*/ 128895 h 133408"/>
                <a:gd name="connsiteX32" fmla="*/ 10606 w 92028"/>
                <a:gd name="connsiteY32" fmla="*/ 107841 h 133408"/>
                <a:gd name="connsiteX33" fmla="*/ 27119 w 92028"/>
                <a:gd name="connsiteY33" fmla="*/ 90431 h 133408"/>
                <a:gd name="connsiteX34" fmla="*/ 39000 w 92028"/>
                <a:gd name="connsiteY34" fmla="*/ 90431 h 133408"/>
                <a:gd name="connsiteX35" fmla="*/ 78872 w 92028"/>
                <a:gd name="connsiteY35" fmla="*/ 107841 h 133408"/>
                <a:gd name="connsiteX36" fmla="*/ 44840 w 92028"/>
                <a:gd name="connsiteY36" fmla="*/ 12889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01" y="57028"/>
                  </a:moveTo>
                  <a:cubicBezTo>
                    <a:pt x="21682" y="57028"/>
                    <a:pt x="21682" y="36784"/>
                    <a:pt x="21682" y="32128"/>
                  </a:cubicBezTo>
                  <a:cubicBezTo>
                    <a:pt x="21682" y="26662"/>
                    <a:pt x="21883" y="20184"/>
                    <a:pt x="24904" y="15123"/>
                  </a:cubicBezTo>
                  <a:cubicBezTo>
                    <a:pt x="26515" y="12694"/>
                    <a:pt x="31146" y="7025"/>
                    <a:pt x="39201" y="7025"/>
                  </a:cubicBezTo>
                  <a:cubicBezTo>
                    <a:pt x="56721" y="7025"/>
                    <a:pt x="56721" y="27270"/>
                    <a:pt x="56721" y="31926"/>
                  </a:cubicBezTo>
                  <a:cubicBezTo>
                    <a:pt x="56721" y="37392"/>
                    <a:pt x="56520" y="43870"/>
                    <a:pt x="53499" y="48931"/>
                  </a:cubicBezTo>
                  <a:cubicBezTo>
                    <a:pt x="51888" y="51360"/>
                    <a:pt x="47256" y="57028"/>
                    <a:pt x="39201" y="57028"/>
                  </a:cubicBezTo>
                  <a:close/>
                  <a:moveTo>
                    <a:pt x="15842" y="64924"/>
                  </a:moveTo>
                  <a:cubicBezTo>
                    <a:pt x="15842" y="64114"/>
                    <a:pt x="15842" y="59458"/>
                    <a:pt x="19265" y="55409"/>
                  </a:cubicBezTo>
                  <a:cubicBezTo>
                    <a:pt x="27119" y="61077"/>
                    <a:pt x="35375" y="61684"/>
                    <a:pt x="39201" y="61684"/>
                  </a:cubicBezTo>
                  <a:cubicBezTo>
                    <a:pt x="57929" y="61684"/>
                    <a:pt x="71824" y="47716"/>
                    <a:pt x="71824" y="32128"/>
                  </a:cubicBezTo>
                  <a:cubicBezTo>
                    <a:pt x="71824" y="24638"/>
                    <a:pt x="68602" y="17147"/>
                    <a:pt x="63568" y="12491"/>
                  </a:cubicBezTo>
                  <a:cubicBezTo>
                    <a:pt x="70817" y="5608"/>
                    <a:pt x="78067" y="4596"/>
                    <a:pt x="81692" y="4596"/>
                  </a:cubicBezTo>
                  <a:cubicBezTo>
                    <a:pt x="82094" y="4596"/>
                    <a:pt x="83101" y="4596"/>
                    <a:pt x="83705" y="4799"/>
                  </a:cubicBezTo>
                  <a:cubicBezTo>
                    <a:pt x="81490" y="5608"/>
                    <a:pt x="80483" y="7835"/>
                    <a:pt x="80483" y="10265"/>
                  </a:cubicBezTo>
                  <a:cubicBezTo>
                    <a:pt x="80483" y="13706"/>
                    <a:pt x="83101" y="16135"/>
                    <a:pt x="86323" y="16135"/>
                  </a:cubicBezTo>
                  <a:cubicBezTo>
                    <a:pt x="88337" y="16135"/>
                    <a:pt x="92163" y="14718"/>
                    <a:pt x="92163" y="10062"/>
                  </a:cubicBezTo>
                  <a:cubicBezTo>
                    <a:pt x="92163" y="6621"/>
                    <a:pt x="89747" y="142"/>
                    <a:pt x="81893" y="142"/>
                  </a:cubicBezTo>
                  <a:cubicBezTo>
                    <a:pt x="77865" y="142"/>
                    <a:pt x="69005" y="1357"/>
                    <a:pt x="60547" y="9657"/>
                  </a:cubicBezTo>
                  <a:cubicBezTo>
                    <a:pt x="52089" y="2977"/>
                    <a:pt x="43632" y="2369"/>
                    <a:pt x="39201" y="2369"/>
                  </a:cubicBezTo>
                  <a:cubicBezTo>
                    <a:pt x="20473" y="2369"/>
                    <a:pt x="6578" y="16338"/>
                    <a:pt x="6578" y="31926"/>
                  </a:cubicBezTo>
                  <a:cubicBezTo>
                    <a:pt x="6578" y="40833"/>
                    <a:pt x="11009" y="48526"/>
                    <a:pt x="16043" y="52777"/>
                  </a:cubicBezTo>
                  <a:cubicBezTo>
                    <a:pt x="13425" y="55814"/>
                    <a:pt x="9801" y="62494"/>
                    <a:pt x="9801" y="69580"/>
                  </a:cubicBezTo>
                  <a:cubicBezTo>
                    <a:pt x="9801" y="75855"/>
                    <a:pt x="12418" y="83548"/>
                    <a:pt x="18661" y="87597"/>
                  </a:cubicBezTo>
                  <a:cubicBezTo>
                    <a:pt x="6578" y="91038"/>
                    <a:pt x="134" y="99743"/>
                    <a:pt x="134" y="107841"/>
                  </a:cubicBezTo>
                  <a:cubicBezTo>
                    <a:pt x="134" y="122417"/>
                    <a:pt x="20071" y="133551"/>
                    <a:pt x="44638" y="133551"/>
                  </a:cubicBezTo>
                  <a:cubicBezTo>
                    <a:pt x="68401" y="133551"/>
                    <a:pt x="89344" y="123226"/>
                    <a:pt x="89344" y="107436"/>
                  </a:cubicBezTo>
                  <a:cubicBezTo>
                    <a:pt x="89344" y="100351"/>
                    <a:pt x="86525" y="90026"/>
                    <a:pt x="76254" y="84358"/>
                  </a:cubicBezTo>
                  <a:cubicBezTo>
                    <a:pt x="65581" y="78690"/>
                    <a:pt x="53902" y="78690"/>
                    <a:pt x="41618" y="78690"/>
                  </a:cubicBezTo>
                  <a:cubicBezTo>
                    <a:pt x="36583" y="78690"/>
                    <a:pt x="27924" y="78690"/>
                    <a:pt x="26515" y="78487"/>
                  </a:cubicBezTo>
                  <a:cubicBezTo>
                    <a:pt x="20071" y="77677"/>
                    <a:pt x="15842" y="71402"/>
                    <a:pt x="15842" y="64924"/>
                  </a:cubicBezTo>
                  <a:close/>
                  <a:moveTo>
                    <a:pt x="44840" y="128895"/>
                  </a:moveTo>
                  <a:cubicBezTo>
                    <a:pt x="24501" y="128895"/>
                    <a:pt x="10606" y="118570"/>
                    <a:pt x="10606" y="107841"/>
                  </a:cubicBezTo>
                  <a:cubicBezTo>
                    <a:pt x="10606" y="98529"/>
                    <a:pt x="18258" y="91038"/>
                    <a:pt x="27119" y="90431"/>
                  </a:cubicBezTo>
                  <a:lnTo>
                    <a:pt x="39000" y="90431"/>
                  </a:lnTo>
                  <a:cubicBezTo>
                    <a:pt x="56318" y="90431"/>
                    <a:pt x="78872" y="90431"/>
                    <a:pt x="78872" y="107841"/>
                  </a:cubicBezTo>
                  <a:cubicBezTo>
                    <a:pt x="78872" y="118773"/>
                    <a:pt x="64575" y="128895"/>
                    <a:pt x="44840" y="12889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29" name="Freeform 828">
              <a:extLst>
                <a:ext uri="{FF2B5EF4-FFF2-40B4-BE49-F238E27FC236}">
                  <a16:creationId xmlns:a16="http://schemas.microsoft.com/office/drawing/2014/main" id="{F36447A3-5902-802B-3ED4-6212C5CAB205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7091923" y="5204510"/>
              <a:ext cx="77932" cy="92920"/>
            </a:xfrm>
            <a:custGeom>
              <a:avLst/>
              <a:gdLst>
                <a:gd name="connsiteX0" fmla="*/ 17055 w 77932"/>
                <a:gd name="connsiteY0" fmla="*/ 39821 h 92920"/>
                <a:gd name="connsiteX1" fmla="*/ 42026 w 77932"/>
                <a:gd name="connsiteY1" fmla="*/ 4596 h 92920"/>
                <a:gd name="connsiteX2" fmla="*/ 64781 w 77932"/>
                <a:gd name="connsiteY2" fmla="*/ 39821 h 92920"/>
                <a:gd name="connsiteX3" fmla="*/ 17055 w 77932"/>
                <a:gd name="connsiteY3" fmla="*/ 39821 h 92920"/>
                <a:gd name="connsiteX4" fmla="*/ 16854 w 77932"/>
                <a:gd name="connsiteY4" fmla="*/ 44072 h 92920"/>
                <a:gd name="connsiteX5" fmla="*/ 73037 w 77932"/>
                <a:gd name="connsiteY5" fmla="*/ 44072 h 92920"/>
                <a:gd name="connsiteX6" fmla="*/ 78072 w 77932"/>
                <a:gd name="connsiteY6" fmla="*/ 39821 h 92920"/>
                <a:gd name="connsiteX7" fmla="*/ 42026 w 77932"/>
                <a:gd name="connsiteY7" fmla="*/ 142 h 92920"/>
                <a:gd name="connsiteX8" fmla="*/ 139 w 77932"/>
                <a:gd name="connsiteY8" fmla="*/ 46299 h 92920"/>
                <a:gd name="connsiteX9" fmla="*/ 44442 w 77932"/>
                <a:gd name="connsiteY9" fmla="*/ 93063 h 92920"/>
                <a:gd name="connsiteX10" fmla="*/ 78072 w 77932"/>
                <a:gd name="connsiteY10" fmla="*/ 66746 h 92920"/>
                <a:gd name="connsiteX11" fmla="*/ 75454 w 77932"/>
                <a:gd name="connsiteY11" fmla="*/ 64316 h 92920"/>
                <a:gd name="connsiteX12" fmla="*/ 72836 w 77932"/>
                <a:gd name="connsiteY12" fmla="*/ 67150 h 92920"/>
                <a:gd name="connsiteX13" fmla="*/ 45650 w 77932"/>
                <a:gd name="connsiteY13" fmla="*/ 88002 h 92920"/>
                <a:gd name="connsiteX14" fmla="*/ 22895 w 77932"/>
                <a:gd name="connsiteY14" fmla="*/ 74438 h 92920"/>
                <a:gd name="connsiteX15" fmla="*/ 16854 w 77932"/>
                <a:gd name="connsiteY15" fmla="*/ 4407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55" y="39821"/>
                  </a:moveTo>
                  <a:cubicBezTo>
                    <a:pt x="18263" y="9657"/>
                    <a:pt x="35179" y="4596"/>
                    <a:pt x="42026" y="4596"/>
                  </a:cubicBezTo>
                  <a:cubicBezTo>
                    <a:pt x="62767" y="4596"/>
                    <a:pt x="64781" y="31926"/>
                    <a:pt x="64781" y="39821"/>
                  </a:cubicBezTo>
                  <a:lnTo>
                    <a:pt x="17055" y="39821"/>
                  </a:lnTo>
                  <a:close/>
                  <a:moveTo>
                    <a:pt x="16854" y="44072"/>
                  </a:moveTo>
                  <a:lnTo>
                    <a:pt x="73037" y="44072"/>
                  </a:lnTo>
                  <a:cubicBezTo>
                    <a:pt x="77468" y="44072"/>
                    <a:pt x="78072" y="44072"/>
                    <a:pt x="78072" y="39821"/>
                  </a:cubicBezTo>
                  <a:cubicBezTo>
                    <a:pt x="78072" y="19779"/>
                    <a:pt x="67197" y="142"/>
                    <a:pt x="42026" y="142"/>
                  </a:cubicBezTo>
                  <a:cubicBezTo>
                    <a:pt x="18666" y="142"/>
                    <a:pt x="139" y="20994"/>
                    <a:pt x="139" y="46299"/>
                  </a:cubicBezTo>
                  <a:cubicBezTo>
                    <a:pt x="139" y="73426"/>
                    <a:pt x="21284" y="93063"/>
                    <a:pt x="44442" y="93063"/>
                  </a:cubicBezTo>
                  <a:cubicBezTo>
                    <a:pt x="69010" y="93063"/>
                    <a:pt x="78072" y="70592"/>
                    <a:pt x="78072" y="66746"/>
                  </a:cubicBezTo>
                  <a:cubicBezTo>
                    <a:pt x="78072" y="64721"/>
                    <a:pt x="76461" y="64316"/>
                    <a:pt x="75454" y="64316"/>
                  </a:cubicBezTo>
                  <a:cubicBezTo>
                    <a:pt x="73641" y="64316"/>
                    <a:pt x="73239" y="65531"/>
                    <a:pt x="72836" y="67150"/>
                  </a:cubicBezTo>
                  <a:cubicBezTo>
                    <a:pt x="65788" y="88002"/>
                    <a:pt x="47664" y="88002"/>
                    <a:pt x="45650" y="88002"/>
                  </a:cubicBezTo>
                  <a:cubicBezTo>
                    <a:pt x="35582" y="88002"/>
                    <a:pt x="27527" y="81929"/>
                    <a:pt x="22895" y="74438"/>
                  </a:cubicBezTo>
                  <a:cubicBezTo>
                    <a:pt x="16854" y="64721"/>
                    <a:pt x="16854" y="51360"/>
                    <a:pt x="16854" y="4407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0" name="Freeform 829">
              <a:extLst>
                <a:ext uri="{FF2B5EF4-FFF2-40B4-BE49-F238E27FC236}">
                  <a16:creationId xmlns:a16="http://schemas.microsoft.com/office/drawing/2014/main" id="{63D5138F-2E09-7E38-361D-C27B6827C9BA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7249354" y="5205725"/>
              <a:ext cx="157274" cy="89478"/>
            </a:xfrm>
            <a:custGeom>
              <a:avLst/>
              <a:gdLst>
                <a:gd name="connsiteX0" fmla="*/ 15854 w 157274"/>
                <a:gd name="connsiteY0" fmla="*/ 19982 h 89478"/>
                <a:gd name="connsiteX1" fmla="*/ 15854 w 157274"/>
                <a:gd name="connsiteY1" fmla="*/ 74236 h 89478"/>
                <a:gd name="connsiteX2" fmla="*/ 147 w 157274"/>
                <a:gd name="connsiteY2" fmla="*/ 83346 h 89478"/>
                <a:gd name="connsiteX3" fmla="*/ 147 w 157274"/>
                <a:gd name="connsiteY3" fmla="*/ 89621 h 89478"/>
                <a:gd name="connsiteX4" fmla="*/ 22903 w 157274"/>
                <a:gd name="connsiteY4" fmla="*/ 89014 h 89478"/>
                <a:gd name="connsiteX5" fmla="*/ 45457 w 157274"/>
                <a:gd name="connsiteY5" fmla="*/ 89621 h 89478"/>
                <a:gd name="connsiteX6" fmla="*/ 45457 w 157274"/>
                <a:gd name="connsiteY6" fmla="*/ 83346 h 89478"/>
                <a:gd name="connsiteX7" fmla="*/ 29749 w 157274"/>
                <a:gd name="connsiteY7" fmla="*/ 74236 h 89478"/>
                <a:gd name="connsiteX8" fmla="*/ 29749 w 157274"/>
                <a:gd name="connsiteY8" fmla="*/ 36987 h 89478"/>
                <a:gd name="connsiteX9" fmla="*/ 56935 w 157274"/>
                <a:gd name="connsiteY9" fmla="*/ 4596 h 89478"/>
                <a:gd name="connsiteX10" fmla="*/ 71837 w 157274"/>
                <a:gd name="connsiteY10" fmla="*/ 27067 h 89478"/>
                <a:gd name="connsiteX11" fmla="*/ 71837 w 157274"/>
                <a:gd name="connsiteY11" fmla="*/ 74236 h 89478"/>
                <a:gd name="connsiteX12" fmla="*/ 56130 w 157274"/>
                <a:gd name="connsiteY12" fmla="*/ 83346 h 89478"/>
                <a:gd name="connsiteX13" fmla="*/ 56130 w 157274"/>
                <a:gd name="connsiteY13" fmla="*/ 89621 h 89478"/>
                <a:gd name="connsiteX14" fmla="*/ 78885 w 157274"/>
                <a:gd name="connsiteY14" fmla="*/ 89014 h 89478"/>
                <a:gd name="connsiteX15" fmla="*/ 101439 w 157274"/>
                <a:gd name="connsiteY15" fmla="*/ 89621 h 89478"/>
                <a:gd name="connsiteX16" fmla="*/ 101439 w 157274"/>
                <a:gd name="connsiteY16" fmla="*/ 83346 h 89478"/>
                <a:gd name="connsiteX17" fmla="*/ 85732 w 157274"/>
                <a:gd name="connsiteY17" fmla="*/ 74236 h 89478"/>
                <a:gd name="connsiteX18" fmla="*/ 85732 w 157274"/>
                <a:gd name="connsiteY18" fmla="*/ 36987 h 89478"/>
                <a:gd name="connsiteX19" fmla="*/ 112917 w 157274"/>
                <a:gd name="connsiteY19" fmla="*/ 4596 h 89478"/>
                <a:gd name="connsiteX20" fmla="*/ 127819 w 157274"/>
                <a:gd name="connsiteY20" fmla="*/ 27067 h 89478"/>
                <a:gd name="connsiteX21" fmla="*/ 127819 w 157274"/>
                <a:gd name="connsiteY21" fmla="*/ 74236 h 89478"/>
                <a:gd name="connsiteX22" fmla="*/ 112112 w 157274"/>
                <a:gd name="connsiteY22" fmla="*/ 83346 h 89478"/>
                <a:gd name="connsiteX23" fmla="*/ 112112 w 157274"/>
                <a:gd name="connsiteY23" fmla="*/ 89621 h 89478"/>
                <a:gd name="connsiteX24" fmla="*/ 134867 w 157274"/>
                <a:gd name="connsiteY24" fmla="*/ 89014 h 89478"/>
                <a:gd name="connsiteX25" fmla="*/ 157421 w 157274"/>
                <a:gd name="connsiteY25" fmla="*/ 89621 h 89478"/>
                <a:gd name="connsiteX26" fmla="*/ 157421 w 157274"/>
                <a:gd name="connsiteY26" fmla="*/ 83346 h 89478"/>
                <a:gd name="connsiteX27" fmla="*/ 141714 w 157274"/>
                <a:gd name="connsiteY27" fmla="*/ 77272 h 89478"/>
                <a:gd name="connsiteX28" fmla="*/ 141714 w 157274"/>
                <a:gd name="connsiteY28" fmla="*/ 38606 h 89478"/>
                <a:gd name="connsiteX29" fmla="*/ 135471 w 157274"/>
                <a:gd name="connsiteY29" fmla="*/ 7633 h 89478"/>
                <a:gd name="connsiteX30" fmla="*/ 114327 w 157274"/>
                <a:gd name="connsiteY30" fmla="*/ 142 h 89478"/>
                <a:gd name="connsiteX31" fmla="*/ 85128 w 157274"/>
                <a:gd name="connsiteY31" fmla="*/ 19982 h 89478"/>
                <a:gd name="connsiteX32" fmla="*/ 58345 w 157274"/>
                <a:gd name="connsiteY32" fmla="*/ 142 h 89478"/>
                <a:gd name="connsiteX33" fmla="*/ 28541 w 157274"/>
                <a:gd name="connsiteY33" fmla="*/ 21399 h 89478"/>
                <a:gd name="connsiteX34" fmla="*/ 28541 w 157274"/>
                <a:gd name="connsiteY34" fmla="*/ 142 h 89478"/>
                <a:gd name="connsiteX35" fmla="*/ 147 w 157274"/>
                <a:gd name="connsiteY35" fmla="*/ 2369 h 89478"/>
                <a:gd name="connsiteX36" fmla="*/ 147 w 157274"/>
                <a:gd name="connsiteY36" fmla="*/ 8645 h 89478"/>
                <a:gd name="connsiteX37" fmla="*/ 15854 w 157274"/>
                <a:gd name="connsiteY37" fmla="*/ 1998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7274" h="89478">
                  <a:moveTo>
                    <a:pt x="15854" y="19982"/>
                  </a:moveTo>
                  <a:lnTo>
                    <a:pt x="15854" y="74236"/>
                  </a:lnTo>
                  <a:cubicBezTo>
                    <a:pt x="15854" y="83346"/>
                    <a:pt x="13639" y="83346"/>
                    <a:pt x="147" y="83346"/>
                  </a:cubicBezTo>
                  <a:lnTo>
                    <a:pt x="147" y="89621"/>
                  </a:lnTo>
                  <a:cubicBezTo>
                    <a:pt x="7195" y="89419"/>
                    <a:pt x="17466" y="89014"/>
                    <a:pt x="22903" y="89014"/>
                  </a:cubicBezTo>
                  <a:cubicBezTo>
                    <a:pt x="28138" y="89014"/>
                    <a:pt x="38610" y="89419"/>
                    <a:pt x="45457" y="89621"/>
                  </a:cubicBezTo>
                  <a:lnTo>
                    <a:pt x="45457" y="83346"/>
                  </a:lnTo>
                  <a:cubicBezTo>
                    <a:pt x="31965" y="83346"/>
                    <a:pt x="29749" y="83346"/>
                    <a:pt x="29749" y="74236"/>
                  </a:cubicBezTo>
                  <a:lnTo>
                    <a:pt x="29749" y="36987"/>
                  </a:lnTo>
                  <a:cubicBezTo>
                    <a:pt x="29749" y="15933"/>
                    <a:pt x="44047" y="4596"/>
                    <a:pt x="56935" y="4596"/>
                  </a:cubicBezTo>
                  <a:cubicBezTo>
                    <a:pt x="69622" y="4596"/>
                    <a:pt x="71837" y="15528"/>
                    <a:pt x="71837" y="27067"/>
                  </a:cubicBezTo>
                  <a:lnTo>
                    <a:pt x="71837" y="74236"/>
                  </a:lnTo>
                  <a:cubicBezTo>
                    <a:pt x="71837" y="83346"/>
                    <a:pt x="69622" y="83346"/>
                    <a:pt x="56130" y="83346"/>
                  </a:cubicBezTo>
                  <a:lnTo>
                    <a:pt x="56130" y="89621"/>
                  </a:lnTo>
                  <a:cubicBezTo>
                    <a:pt x="63178" y="89419"/>
                    <a:pt x="73448" y="89014"/>
                    <a:pt x="78885" y="89014"/>
                  </a:cubicBezTo>
                  <a:cubicBezTo>
                    <a:pt x="84121" y="89014"/>
                    <a:pt x="94592" y="89419"/>
                    <a:pt x="101439" y="89621"/>
                  </a:cubicBezTo>
                  <a:lnTo>
                    <a:pt x="101439" y="83346"/>
                  </a:lnTo>
                  <a:cubicBezTo>
                    <a:pt x="87947" y="83346"/>
                    <a:pt x="85732" y="83346"/>
                    <a:pt x="85732" y="74236"/>
                  </a:cubicBezTo>
                  <a:lnTo>
                    <a:pt x="85732" y="36987"/>
                  </a:lnTo>
                  <a:cubicBezTo>
                    <a:pt x="85732" y="15933"/>
                    <a:pt x="100029" y="4596"/>
                    <a:pt x="112917" y="4596"/>
                  </a:cubicBezTo>
                  <a:cubicBezTo>
                    <a:pt x="125604" y="4596"/>
                    <a:pt x="127819" y="15528"/>
                    <a:pt x="127819" y="27067"/>
                  </a:cubicBezTo>
                  <a:lnTo>
                    <a:pt x="127819" y="74236"/>
                  </a:lnTo>
                  <a:cubicBezTo>
                    <a:pt x="127819" y="83346"/>
                    <a:pt x="125604" y="83346"/>
                    <a:pt x="112112" y="83346"/>
                  </a:cubicBezTo>
                  <a:lnTo>
                    <a:pt x="112112" y="89621"/>
                  </a:lnTo>
                  <a:cubicBezTo>
                    <a:pt x="119160" y="89419"/>
                    <a:pt x="129430" y="89014"/>
                    <a:pt x="134867" y="89014"/>
                  </a:cubicBezTo>
                  <a:cubicBezTo>
                    <a:pt x="140103" y="89014"/>
                    <a:pt x="150575" y="89419"/>
                    <a:pt x="157421" y="89621"/>
                  </a:cubicBezTo>
                  <a:lnTo>
                    <a:pt x="157421" y="83346"/>
                  </a:lnTo>
                  <a:cubicBezTo>
                    <a:pt x="146950" y="83346"/>
                    <a:pt x="141915" y="83346"/>
                    <a:pt x="141714" y="77272"/>
                  </a:cubicBezTo>
                  <a:lnTo>
                    <a:pt x="141714" y="38606"/>
                  </a:lnTo>
                  <a:cubicBezTo>
                    <a:pt x="141714" y="21196"/>
                    <a:pt x="141714" y="14921"/>
                    <a:pt x="135471" y="7633"/>
                  </a:cubicBezTo>
                  <a:cubicBezTo>
                    <a:pt x="132652" y="4191"/>
                    <a:pt x="126007" y="142"/>
                    <a:pt x="114327" y="142"/>
                  </a:cubicBezTo>
                  <a:cubicBezTo>
                    <a:pt x="97412" y="142"/>
                    <a:pt x="88551" y="12289"/>
                    <a:pt x="85128" y="19982"/>
                  </a:cubicBezTo>
                  <a:cubicBezTo>
                    <a:pt x="82308" y="2369"/>
                    <a:pt x="67407" y="142"/>
                    <a:pt x="58345" y="142"/>
                  </a:cubicBezTo>
                  <a:cubicBezTo>
                    <a:pt x="43644" y="142"/>
                    <a:pt x="34180" y="8847"/>
                    <a:pt x="28541" y="21399"/>
                  </a:cubicBezTo>
                  <a:lnTo>
                    <a:pt x="28541" y="142"/>
                  </a:lnTo>
                  <a:lnTo>
                    <a:pt x="147" y="2369"/>
                  </a:lnTo>
                  <a:lnTo>
                    <a:pt x="147" y="8645"/>
                  </a:lnTo>
                  <a:cubicBezTo>
                    <a:pt x="14243" y="8645"/>
                    <a:pt x="15854" y="10062"/>
                    <a:pt x="15854" y="1998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1" name="Freeform 830">
              <a:extLst>
                <a:ext uri="{FF2B5EF4-FFF2-40B4-BE49-F238E27FC236}">
                  <a16:creationId xmlns:a16="http://schemas.microsoft.com/office/drawing/2014/main" id="{C5989FD9-7B79-3BF1-99CE-74F233B4D752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7411573" y="5205725"/>
              <a:ext cx="101291" cy="91705"/>
            </a:xfrm>
            <a:custGeom>
              <a:avLst/>
              <a:gdLst>
                <a:gd name="connsiteX0" fmla="*/ 72449 w 101291"/>
                <a:gd name="connsiteY0" fmla="*/ 73628 h 91705"/>
                <a:gd name="connsiteX1" fmla="*/ 72449 w 101291"/>
                <a:gd name="connsiteY1" fmla="*/ 91848 h 91705"/>
                <a:gd name="connsiteX2" fmla="*/ 101447 w 101291"/>
                <a:gd name="connsiteY2" fmla="*/ 89621 h 91705"/>
                <a:gd name="connsiteX3" fmla="*/ 101447 w 101291"/>
                <a:gd name="connsiteY3" fmla="*/ 83346 h 91705"/>
                <a:gd name="connsiteX4" fmla="*/ 85740 w 101291"/>
                <a:gd name="connsiteY4" fmla="*/ 72009 h 91705"/>
                <a:gd name="connsiteX5" fmla="*/ 85740 w 101291"/>
                <a:gd name="connsiteY5" fmla="*/ 142 h 91705"/>
                <a:gd name="connsiteX6" fmla="*/ 56138 w 101291"/>
                <a:gd name="connsiteY6" fmla="*/ 2369 h 91705"/>
                <a:gd name="connsiteX7" fmla="*/ 56138 w 101291"/>
                <a:gd name="connsiteY7" fmla="*/ 8645 h 91705"/>
                <a:gd name="connsiteX8" fmla="*/ 71845 w 101291"/>
                <a:gd name="connsiteY8" fmla="*/ 19982 h 91705"/>
                <a:gd name="connsiteX9" fmla="*/ 71845 w 101291"/>
                <a:gd name="connsiteY9" fmla="*/ 56016 h 91705"/>
                <a:gd name="connsiteX10" fmla="*/ 47478 w 101291"/>
                <a:gd name="connsiteY10" fmla="*/ 87394 h 91705"/>
                <a:gd name="connsiteX11" fmla="*/ 29757 w 101291"/>
                <a:gd name="connsiteY11" fmla="*/ 67353 h 91705"/>
                <a:gd name="connsiteX12" fmla="*/ 29757 w 101291"/>
                <a:gd name="connsiteY12" fmla="*/ 142 h 91705"/>
                <a:gd name="connsiteX13" fmla="*/ 155 w 101291"/>
                <a:gd name="connsiteY13" fmla="*/ 2369 h 91705"/>
                <a:gd name="connsiteX14" fmla="*/ 155 w 101291"/>
                <a:gd name="connsiteY14" fmla="*/ 8645 h 91705"/>
                <a:gd name="connsiteX15" fmla="*/ 15863 w 101291"/>
                <a:gd name="connsiteY15" fmla="*/ 27270 h 91705"/>
                <a:gd name="connsiteX16" fmla="*/ 15863 w 101291"/>
                <a:gd name="connsiteY16" fmla="*/ 57636 h 91705"/>
                <a:gd name="connsiteX17" fmla="*/ 46472 w 101291"/>
                <a:gd name="connsiteY17" fmla="*/ 91848 h 91705"/>
                <a:gd name="connsiteX18" fmla="*/ 72449 w 101291"/>
                <a:gd name="connsiteY18" fmla="*/ 73628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449" y="73628"/>
                  </a:moveTo>
                  <a:lnTo>
                    <a:pt x="72449" y="91848"/>
                  </a:lnTo>
                  <a:lnTo>
                    <a:pt x="101447" y="89621"/>
                  </a:lnTo>
                  <a:lnTo>
                    <a:pt x="101447" y="83346"/>
                  </a:lnTo>
                  <a:cubicBezTo>
                    <a:pt x="87351" y="83346"/>
                    <a:pt x="85740" y="81929"/>
                    <a:pt x="85740" y="72009"/>
                  </a:cubicBezTo>
                  <a:lnTo>
                    <a:pt x="85740" y="142"/>
                  </a:lnTo>
                  <a:lnTo>
                    <a:pt x="56138" y="2369"/>
                  </a:lnTo>
                  <a:lnTo>
                    <a:pt x="56138" y="8645"/>
                  </a:lnTo>
                  <a:cubicBezTo>
                    <a:pt x="70234" y="8645"/>
                    <a:pt x="71845" y="10062"/>
                    <a:pt x="71845" y="19982"/>
                  </a:cubicBezTo>
                  <a:lnTo>
                    <a:pt x="71845" y="56016"/>
                  </a:lnTo>
                  <a:cubicBezTo>
                    <a:pt x="71845" y="73628"/>
                    <a:pt x="62179" y="87394"/>
                    <a:pt x="47478" y="87394"/>
                  </a:cubicBezTo>
                  <a:cubicBezTo>
                    <a:pt x="30563" y="87394"/>
                    <a:pt x="29757" y="77880"/>
                    <a:pt x="29757" y="67353"/>
                  </a:cubicBezTo>
                  <a:lnTo>
                    <a:pt x="29757" y="142"/>
                  </a:lnTo>
                  <a:lnTo>
                    <a:pt x="155" y="2369"/>
                  </a:lnTo>
                  <a:lnTo>
                    <a:pt x="155" y="8645"/>
                  </a:lnTo>
                  <a:cubicBezTo>
                    <a:pt x="15863" y="8645"/>
                    <a:pt x="15863" y="9252"/>
                    <a:pt x="15863" y="27270"/>
                  </a:cubicBezTo>
                  <a:lnTo>
                    <a:pt x="15863" y="57636"/>
                  </a:lnTo>
                  <a:cubicBezTo>
                    <a:pt x="15863" y="73426"/>
                    <a:pt x="15863" y="91848"/>
                    <a:pt x="46472" y="91848"/>
                  </a:cubicBezTo>
                  <a:cubicBezTo>
                    <a:pt x="57749" y="91848"/>
                    <a:pt x="66609" y="86180"/>
                    <a:pt x="72449" y="7362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2" name="Freeform 831">
              <a:extLst>
                <a:ext uri="{FF2B5EF4-FFF2-40B4-BE49-F238E27FC236}">
                  <a16:creationId xmlns:a16="http://schemas.microsoft.com/office/drawing/2014/main" id="{CCA345B7-CBA0-CE44-53A2-0045A2E21AB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7523650" y="5154710"/>
              <a:ext cx="44705" cy="140493"/>
            </a:xfrm>
            <a:custGeom>
              <a:avLst/>
              <a:gdLst>
                <a:gd name="connsiteX0" fmla="*/ 29159 w 44705"/>
                <a:gd name="connsiteY0" fmla="*/ 142 h 140493"/>
                <a:gd name="connsiteX1" fmla="*/ 161 w 44705"/>
                <a:gd name="connsiteY1" fmla="*/ 2369 h 140493"/>
                <a:gd name="connsiteX2" fmla="*/ 161 w 44705"/>
                <a:gd name="connsiteY2" fmla="*/ 8645 h 140493"/>
                <a:gd name="connsiteX3" fmla="*/ 15868 w 44705"/>
                <a:gd name="connsiteY3" fmla="*/ 19982 h 140493"/>
                <a:gd name="connsiteX4" fmla="*/ 15868 w 44705"/>
                <a:gd name="connsiteY4" fmla="*/ 125251 h 140493"/>
                <a:gd name="connsiteX5" fmla="*/ 161 w 44705"/>
                <a:gd name="connsiteY5" fmla="*/ 134361 h 140493"/>
                <a:gd name="connsiteX6" fmla="*/ 161 w 44705"/>
                <a:gd name="connsiteY6" fmla="*/ 140636 h 140493"/>
                <a:gd name="connsiteX7" fmla="*/ 22513 w 44705"/>
                <a:gd name="connsiteY7" fmla="*/ 140029 h 140493"/>
                <a:gd name="connsiteX8" fmla="*/ 44866 w 44705"/>
                <a:gd name="connsiteY8" fmla="*/ 140636 h 140493"/>
                <a:gd name="connsiteX9" fmla="*/ 44866 w 44705"/>
                <a:gd name="connsiteY9" fmla="*/ 134361 h 140493"/>
                <a:gd name="connsiteX10" fmla="*/ 29159 w 44705"/>
                <a:gd name="connsiteY10" fmla="*/ 125251 h 140493"/>
                <a:gd name="connsiteX11" fmla="*/ 29159 w 44705"/>
                <a:gd name="connsiteY11" fmla="*/ 14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59" y="142"/>
                  </a:moveTo>
                  <a:lnTo>
                    <a:pt x="161" y="2369"/>
                  </a:lnTo>
                  <a:lnTo>
                    <a:pt x="161" y="8645"/>
                  </a:lnTo>
                  <a:cubicBezTo>
                    <a:pt x="14257" y="8645"/>
                    <a:pt x="15868" y="10062"/>
                    <a:pt x="15868" y="19982"/>
                  </a:cubicBezTo>
                  <a:lnTo>
                    <a:pt x="15868" y="125251"/>
                  </a:lnTo>
                  <a:cubicBezTo>
                    <a:pt x="15868" y="134361"/>
                    <a:pt x="13653" y="134361"/>
                    <a:pt x="161" y="134361"/>
                  </a:cubicBezTo>
                  <a:lnTo>
                    <a:pt x="161" y="140636"/>
                  </a:lnTo>
                  <a:cubicBezTo>
                    <a:pt x="6806" y="140434"/>
                    <a:pt x="17479" y="140029"/>
                    <a:pt x="22513" y="140029"/>
                  </a:cubicBezTo>
                  <a:cubicBezTo>
                    <a:pt x="27548" y="140029"/>
                    <a:pt x="37415" y="140434"/>
                    <a:pt x="44866" y="140636"/>
                  </a:cubicBezTo>
                  <a:lnTo>
                    <a:pt x="44866" y="134361"/>
                  </a:lnTo>
                  <a:cubicBezTo>
                    <a:pt x="31374" y="134361"/>
                    <a:pt x="29159" y="134361"/>
                    <a:pt x="29159" y="125251"/>
                  </a:cubicBezTo>
                  <a:lnTo>
                    <a:pt x="29159" y="14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3" name="Freeform 832">
              <a:extLst>
                <a:ext uri="{FF2B5EF4-FFF2-40B4-BE49-F238E27FC236}">
                  <a16:creationId xmlns:a16="http://schemas.microsoft.com/office/drawing/2014/main" id="{2461E28D-7C3A-8C88-9D60-04A5C2345C5F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7576768" y="5170702"/>
              <a:ext cx="63030" cy="126727"/>
            </a:xfrm>
            <a:custGeom>
              <a:avLst/>
              <a:gdLst>
                <a:gd name="connsiteX0" fmla="*/ 31175 w 63030"/>
                <a:gd name="connsiteY0" fmla="*/ 43667 h 126727"/>
                <a:gd name="connsiteX1" fmla="*/ 59972 w 63030"/>
                <a:gd name="connsiteY1" fmla="*/ 43667 h 126727"/>
                <a:gd name="connsiteX2" fmla="*/ 59972 w 63030"/>
                <a:gd name="connsiteY2" fmla="*/ 37392 h 126727"/>
                <a:gd name="connsiteX3" fmla="*/ 31175 w 63030"/>
                <a:gd name="connsiteY3" fmla="*/ 37392 h 126727"/>
                <a:gd name="connsiteX4" fmla="*/ 31175 w 63030"/>
                <a:gd name="connsiteY4" fmla="*/ 142 h 126727"/>
                <a:gd name="connsiteX5" fmla="*/ 26141 w 63030"/>
                <a:gd name="connsiteY5" fmla="*/ 142 h 126727"/>
                <a:gd name="connsiteX6" fmla="*/ 164 w 63030"/>
                <a:gd name="connsiteY6" fmla="*/ 39214 h 126727"/>
                <a:gd name="connsiteX7" fmla="*/ 164 w 63030"/>
                <a:gd name="connsiteY7" fmla="*/ 43667 h 126727"/>
                <a:gd name="connsiteX8" fmla="*/ 17280 w 63030"/>
                <a:gd name="connsiteY8" fmla="*/ 43667 h 126727"/>
                <a:gd name="connsiteX9" fmla="*/ 17280 w 63030"/>
                <a:gd name="connsiteY9" fmla="*/ 99541 h 126727"/>
                <a:gd name="connsiteX10" fmla="*/ 43258 w 63030"/>
                <a:gd name="connsiteY10" fmla="*/ 126870 h 126727"/>
                <a:gd name="connsiteX11" fmla="*/ 63194 w 63030"/>
                <a:gd name="connsiteY11" fmla="*/ 99541 h 126727"/>
                <a:gd name="connsiteX12" fmla="*/ 63194 w 63030"/>
                <a:gd name="connsiteY12" fmla="*/ 88002 h 126727"/>
                <a:gd name="connsiteX13" fmla="*/ 58160 w 63030"/>
                <a:gd name="connsiteY13" fmla="*/ 88002 h 126727"/>
                <a:gd name="connsiteX14" fmla="*/ 58160 w 63030"/>
                <a:gd name="connsiteY14" fmla="*/ 99136 h 126727"/>
                <a:gd name="connsiteX15" fmla="*/ 44668 w 63030"/>
                <a:gd name="connsiteY15" fmla="*/ 121809 h 126727"/>
                <a:gd name="connsiteX16" fmla="*/ 31175 w 63030"/>
                <a:gd name="connsiteY16" fmla="*/ 99946 h 126727"/>
                <a:gd name="connsiteX17" fmla="*/ 31175 w 63030"/>
                <a:gd name="connsiteY17" fmla="*/ 4366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75" y="43667"/>
                  </a:moveTo>
                  <a:lnTo>
                    <a:pt x="59972" y="43667"/>
                  </a:lnTo>
                  <a:lnTo>
                    <a:pt x="59972" y="37392"/>
                  </a:lnTo>
                  <a:lnTo>
                    <a:pt x="31175" y="37392"/>
                  </a:lnTo>
                  <a:lnTo>
                    <a:pt x="31175" y="142"/>
                  </a:lnTo>
                  <a:lnTo>
                    <a:pt x="26141" y="142"/>
                  </a:lnTo>
                  <a:cubicBezTo>
                    <a:pt x="25940" y="16743"/>
                    <a:pt x="19898" y="38404"/>
                    <a:pt x="164" y="39214"/>
                  </a:cubicBezTo>
                  <a:lnTo>
                    <a:pt x="164" y="43667"/>
                  </a:lnTo>
                  <a:lnTo>
                    <a:pt x="17280" y="43667"/>
                  </a:lnTo>
                  <a:lnTo>
                    <a:pt x="17280" y="99541"/>
                  </a:lnTo>
                  <a:cubicBezTo>
                    <a:pt x="17280" y="124441"/>
                    <a:pt x="36008" y="126870"/>
                    <a:pt x="43258" y="126870"/>
                  </a:cubicBezTo>
                  <a:cubicBezTo>
                    <a:pt x="57556" y="126870"/>
                    <a:pt x="63194" y="112497"/>
                    <a:pt x="63194" y="99541"/>
                  </a:cubicBezTo>
                  <a:lnTo>
                    <a:pt x="63194" y="88002"/>
                  </a:lnTo>
                  <a:lnTo>
                    <a:pt x="58160" y="88002"/>
                  </a:lnTo>
                  <a:lnTo>
                    <a:pt x="58160" y="99136"/>
                  </a:lnTo>
                  <a:cubicBezTo>
                    <a:pt x="58160" y="114117"/>
                    <a:pt x="52118" y="121809"/>
                    <a:pt x="44668" y="121809"/>
                  </a:cubicBezTo>
                  <a:cubicBezTo>
                    <a:pt x="31175" y="121809"/>
                    <a:pt x="31175" y="103387"/>
                    <a:pt x="31175" y="99946"/>
                  </a:cubicBezTo>
                  <a:lnTo>
                    <a:pt x="31175" y="4366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4" name="Freeform 833">
              <a:extLst>
                <a:ext uri="{FF2B5EF4-FFF2-40B4-BE49-F238E27FC236}">
                  <a16:creationId xmlns:a16="http://schemas.microsoft.com/office/drawing/2014/main" id="{281E8C34-8D6C-7423-530E-1A6FC89D4EE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657901" y="5159771"/>
              <a:ext cx="43094" cy="135432"/>
            </a:xfrm>
            <a:custGeom>
              <a:avLst/>
              <a:gdLst>
                <a:gd name="connsiteX0" fmla="*/ 29165 w 43094"/>
                <a:gd name="connsiteY0" fmla="*/ 46097 h 135432"/>
                <a:gd name="connsiteX1" fmla="*/ 973 w 43094"/>
                <a:gd name="connsiteY1" fmla="*/ 48323 h 135432"/>
                <a:gd name="connsiteX2" fmla="*/ 973 w 43094"/>
                <a:gd name="connsiteY2" fmla="*/ 54599 h 135432"/>
                <a:gd name="connsiteX3" fmla="*/ 15875 w 43094"/>
                <a:gd name="connsiteY3" fmla="*/ 65733 h 135432"/>
                <a:gd name="connsiteX4" fmla="*/ 15875 w 43094"/>
                <a:gd name="connsiteY4" fmla="*/ 120190 h 135432"/>
                <a:gd name="connsiteX5" fmla="*/ 167 w 43094"/>
                <a:gd name="connsiteY5" fmla="*/ 129300 h 135432"/>
                <a:gd name="connsiteX6" fmla="*/ 167 w 43094"/>
                <a:gd name="connsiteY6" fmla="*/ 135575 h 135432"/>
                <a:gd name="connsiteX7" fmla="*/ 22319 w 43094"/>
                <a:gd name="connsiteY7" fmla="*/ 134968 h 135432"/>
                <a:gd name="connsiteX8" fmla="*/ 43262 w 43094"/>
                <a:gd name="connsiteY8" fmla="*/ 135575 h 135432"/>
                <a:gd name="connsiteX9" fmla="*/ 43262 w 43094"/>
                <a:gd name="connsiteY9" fmla="*/ 129300 h 135432"/>
                <a:gd name="connsiteX10" fmla="*/ 29165 w 43094"/>
                <a:gd name="connsiteY10" fmla="*/ 120392 h 135432"/>
                <a:gd name="connsiteX11" fmla="*/ 29165 w 43094"/>
                <a:gd name="connsiteY11" fmla="*/ 46097 h 135432"/>
                <a:gd name="connsiteX12" fmla="*/ 29971 w 43094"/>
                <a:gd name="connsiteY12" fmla="*/ 10872 h 135432"/>
                <a:gd name="connsiteX13" fmla="*/ 19298 w 43094"/>
                <a:gd name="connsiteY13" fmla="*/ 142 h 135432"/>
                <a:gd name="connsiteX14" fmla="*/ 8625 w 43094"/>
                <a:gd name="connsiteY14" fmla="*/ 10872 h 135432"/>
                <a:gd name="connsiteX15" fmla="*/ 19298 w 43094"/>
                <a:gd name="connsiteY15" fmla="*/ 21601 h 135432"/>
                <a:gd name="connsiteX16" fmla="*/ 29971 w 43094"/>
                <a:gd name="connsiteY16" fmla="*/ 1087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65" y="46097"/>
                  </a:moveTo>
                  <a:lnTo>
                    <a:pt x="973" y="48323"/>
                  </a:lnTo>
                  <a:lnTo>
                    <a:pt x="973" y="54599"/>
                  </a:lnTo>
                  <a:cubicBezTo>
                    <a:pt x="14062" y="54599"/>
                    <a:pt x="15875" y="55814"/>
                    <a:pt x="15875" y="65733"/>
                  </a:cubicBezTo>
                  <a:lnTo>
                    <a:pt x="15875" y="120190"/>
                  </a:lnTo>
                  <a:cubicBezTo>
                    <a:pt x="15875" y="129300"/>
                    <a:pt x="13660" y="129300"/>
                    <a:pt x="167" y="129300"/>
                  </a:cubicBezTo>
                  <a:lnTo>
                    <a:pt x="167" y="135575"/>
                  </a:lnTo>
                  <a:cubicBezTo>
                    <a:pt x="6611" y="135373"/>
                    <a:pt x="17486" y="134968"/>
                    <a:pt x="22319" y="134968"/>
                  </a:cubicBezTo>
                  <a:cubicBezTo>
                    <a:pt x="29367" y="134968"/>
                    <a:pt x="36415" y="135373"/>
                    <a:pt x="43262" y="135575"/>
                  </a:cubicBezTo>
                  <a:lnTo>
                    <a:pt x="43262" y="129300"/>
                  </a:lnTo>
                  <a:cubicBezTo>
                    <a:pt x="29971" y="129300"/>
                    <a:pt x="29165" y="128288"/>
                    <a:pt x="29165" y="120392"/>
                  </a:cubicBezTo>
                  <a:lnTo>
                    <a:pt x="29165" y="46097"/>
                  </a:lnTo>
                  <a:close/>
                  <a:moveTo>
                    <a:pt x="29971" y="10872"/>
                  </a:moveTo>
                  <a:cubicBezTo>
                    <a:pt x="29971" y="4394"/>
                    <a:pt x="24937" y="142"/>
                    <a:pt x="19298" y="142"/>
                  </a:cubicBezTo>
                  <a:cubicBezTo>
                    <a:pt x="13055" y="142"/>
                    <a:pt x="8625" y="5608"/>
                    <a:pt x="8625" y="10872"/>
                  </a:cubicBezTo>
                  <a:cubicBezTo>
                    <a:pt x="8625" y="16338"/>
                    <a:pt x="13055" y="21601"/>
                    <a:pt x="19298" y="21601"/>
                  </a:cubicBezTo>
                  <a:cubicBezTo>
                    <a:pt x="24937" y="21601"/>
                    <a:pt x="29971" y="17350"/>
                    <a:pt x="29971" y="1087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5" name="Freeform 834">
              <a:extLst>
                <a:ext uri="{FF2B5EF4-FFF2-40B4-BE49-F238E27FC236}">
                  <a16:creationId xmlns:a16="http://schemas.microsoft.com/office/drawing/2014/main" id="{A1FF2F5B-5885-9366-F3CB-5C43703D7DA3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7712831" y="5205725"/>
              <a:ext cx="99278" cy="128752"/>
            </a:xfrm>
            <a:custGeom>
              <a:avLst/>
              <a:gdLst>
                <a:gd name="connsiteX0" fmla="*/ 29168 w 99278"/>
                <a:gd name="connsiteY0" fmla="*/ 13504 h 128752"/>
                <a:gd name="connsiteX1" fmla="*/ 29168 w 99278"/>
                <a:gd name="connsiteY1" fmla="*/ 142 h 128752"/>
                <a:gd name="connsiteX2" fmla="*/ 170 w 99278"/>
                <a:gd name="connsiteY2" fmla="*/ 2369 h 128752"/>
                <a:gd name="connsiteX3" fmla="*/ 170 w 99278"/>
                <a:gd name="connsiteY3" fmla="*/ 8645 h 128752"/>
                <a:gd name="connsiteX4" fmla="*/ 15877 w 99278"/>
                <a:gd name="connsiteY4" fmla="*/ 18767 h 128752"/>
                <a:gd name="connsiteX5" fmla="*/ 15877 w 99278"/>
                <a:gd name="connsiteY5" fmla="*/ 113509 h 128752"/>
                <a:gd name="connsiteX6" fmla="*/ 170 w 99278"/>
                <a:gd name="connsiteY6" fmla="*/ 122619 h 128752"/>
                <a:gd name="connsiteX7" fmla="*/ 170 w 99278"/>
                <a:gd name="connsiteY7" fmla="*/ 128895 h 128752"/>
                <a:gd name="connsiteX8" fmla="*/ 22724 w 99278"/>
                <a:gd name="connsiteY8" fmla="*/ 128288 h 128752"/>
                <a:gd name="connsiteX9" fmla="*/ 45480 w 99278"/>
                <a:gd name="connsiteY9" fmla="*/ 128895 h 128752"/>
                <a:gd name="connsiteX10" fmla="*/ 45480 w 99278"/>
                <a:gd name="connsiteY10" fmla="*/ 122619 h 128752"/>
                <a:gd name="connsiteX11" fmla="*/ 29772 w 99278"/>
                <a:gd name="connsiteY11" fmla="*/ 113509 h 128752"/>
                <a:gd name="connsiteX12" fmla="*/ 29772 w 99278"/>
                <a:gd name="connsiteY12" fmla="*/ 79499 h 128752"/>
                <a:gd name="connsiteX13" fmla="*/ 29772 w 99278"/>
                <a:gd name="connsiteY13" fmla="*/ 77677 h 128752"/>
                <a:gd name="connsiteX14" fmla="*/ 54542 w 99278"/>
                <a:gd name="connsiteY14" fmla="*/ 91848 h 128752"/>
                <a:gd name="connsiteX15" fmla="*/ 99448 w 99278"/>
                <a:gd name="connsiteY15" fmla="*/ 45894 h 128752"/>
                <a:gd name="connsiteX16" fmla="*/ 57361 w 99278"/>
                <a:gd name="connsiteY16" fmla="*/ 142 h 128752"/>
                <a:gd name="connsiteX17" fmla="*/ 29168 w 99278"/>
                <a:gd name="connsiteY17" fmla="*/ 13504 h 128752"/>
                <a:gd name="connsiteX18" fmla="*/ 29772 w 99278"/>
                <a:gd name="connsiteY18" fmla="*/ 66543 h 128752"/>
                <a:gd name="connsiteX19" fmla="*/ 29772 w 99278"/>
                <a:gd name="connsiteY19" fmla="*/ 21399 h 128752"/>
                <a:gd name="connsiteX20" fmla="*/ 55750 w 99278"/>
                <a:gd name="connsiteY20" fmla="*/ 5203 h 128752"/>
                <a:gd name="connsiteX21" fmla="*/ 82734 w 99278"/>
                <a:gd name="connsiteY21" fmla="*/ 45894 h 128752"/>
                <a:gd name="connsiteX22" fmla="*/ 53736 w 99278"/>
                <a:gd name="connsiteY22" fmla="*/ 87394 h 128752"/>
                <a:gd name="connsiteX23" fmla="*/ 32592 w 99278"/>
                <a:gd name="connsiteY23" fmla="*/ 75046 h 128752"/>
                <a:gd name="connsiteX24" fmla="*/ 29772 w 99278"/>
                <a:gd name="connsiteY24" fmla="*/ 66543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278" h="128752">
                  <a:moveTo>
                    <a:pt x="29168" y="13504"/>
                  </a:moveTo>
                  <a:lnTo>
                    <a:pt x="29168" y="142"/>
                  </a:lnTo>
                  <a:lnTo>
                    <a:pt x="170" y="2369"/>
                  </a:lnTo>
                  <a:lnTo>
                    <a:pt x="170" y="8645"/>
                  </a:lnTo>
                  <a:cubicBezTo>
                    <a:pt x="14468" y="8645"/>
                    <a:pt x="15877" y="9860"/>
                    <a:pt x="15877" y="18767"/>
                  </a:cubicBezTo>
                  <a:lnTo>
                    <a:pt x="15877" y="113509"/>
                  </a:lnTo>
                  <a:cubicBezTo>
                    <a:pt x="15877" y="122619"/>
                    <a:pt x="13662" y="122619"/>
                    <a:pt x="170" y="122619"/>
                  </a:cubicBezTo>
                  <a:lnTo>
                    <a:pt x="170" y="128895"/>
                  </a:lnTo>
                  <a:cubicBezTo>
                    <a:pt x="7017" y="128692"/>
                    <a:pt x="17488" y="128288"/>
                    <a:pt x="22724" y="128288"/>
                  </a:cubicBezTo>
                  <a:cubicBezTo>
                    <a:pt x="28161" y="128288"/>
                    <a:pt x="38432" y="128692"/>
                    <a:pt x="45480" y="128895"/>
                  </a:cubicBezTo>
                  <a:lnTo>
                    <a:pt x="45480" y="122619"/>
                  </a:lnTo>
                  <a:cubicBezTo>
                    <a:pt x="31987" y="122619"/>
                    <a:pt x="29772" y="122619"/>
                    <a:pt x="29772" y="113509"/>
                  </a:cubicBezTo>
                  <a:lnTo>
                    <a:pt x="29772" y="79499"/>
                  </a:lnTo>
                  <a:lnTo>
                    <a:pt x="29772" y="77677"/>
                  </a:lnTo>
                  <a:cubicBezTo>
                    <a:pt x="30779" y="80916"/>
                    <a:pt x="39237" y="91848"/>
                    <a:pt x="54542" y="91848"/>
                  </a:cubicBezTo>
                  <a:cubicBezTo>
                    <a:pt x="78505" y="91848"/>
                    <a:pt x="99448" y="72009"/>
                    <a:pt x="99448" y="45894"/>
                  </a:cubicBezTo>
                  <a:cubicBezTo>
                    <a:pt x="99448" y="20184"/>
                    <a:pt x="79915" y="142"/>
                    <a:pt x="57361" y="142"/>
                  </a:cubicBezTo>
                  <a:cubicBezTo>
                    <a:pt x="41654" y="142"/>
                    <a:pt x="33196" y="9050"/>
                    <a:pt x="29168" y="13504"/>
                  </a:cubicBezTo>
                  <a:close/>
                  <a:moveTo>
                    <a:pt x="29772" y="66543"/>
                  </a:moveTo>
                  <a:lnTo>
                    <a:pt x="29772" y="21399"/>
                  </a:lnTo>
                  <a:cubicBezTo>
                    <a:pt x="35612" y="11074"/>
                    <a:pt x="45480" y="5203"/>
                    <a:pt x="55750" y="5203"/>
                  </a:cubicBezTo>
                  <a:cubicBezTo>
                    <a:pt x="70450" y="5203"/>
                    <a:pt x="82734" y="23018"/>
                    <a:pt x="82734" y="45894"/>
                  </a:cubicBezTo>
                  <a:cubicBezTo>
                    <a:pt x="82734" y="70389"/>
                    <a:pt x="68638" y="87394"/>
                    <a:pt x="53736" y="87394"/>
                  </a:cubicBezTo>
                  <a:cubicBezTo>
                    <a:pt x="45681" y="87394"/>
                    <a:pt x="38029" y="83346"/>
                    <a:pt x="32592" y="75046"/>
                  </a:cubicBezTo>
                  <a:cubicBezTo>
                    <a:pt x="29772" y="70794"/>
                    <a:pt x="29772" y="70592"/>
                    <a:pt x="29772" y="6654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6" name="Freeform 835">
              <a:extLst>
                <a:ext uri="{FF2B5EF4-FFF2-40B4-BE49-F238E27FC236}">
                  <a16:creationId xmlns:a16="http://schemas.microsoft.com/office/drawing/2014/main" id="{84EA5B58-5B08-7FC7-0DF9-D5A784A8DAB0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7825714" y="5154710"/>
              <a:ext cx="44705" cy="140493"/>
            </a:xfrm>
            <a:custGeom>
              <a:avLst/>
              <a:gdLst>
                <a:gd name="connsiteX0" fmla="*/ 29174 w 44705"/>
                <a:gd name="connsiteY0" fmla="*/ 142 h 140493"/>
                <a:gd name="connsiteX1" fmla="*/ 176 w 44705"/>
                <a:gd name="connsiteY1" fmla="*/ 2369 h 140493"/>
                <a:gd name="connsiteX2" fmla="*/ 176 w 44705"/>
                <a:gd name="connsiteY2" fmla="*/ 8645 h 140493"/>
                <a:gd name="connsiteX3" fmla="*/ 15883 w 44705"/>
                <a:gd name="connsiteY3" fmla="*/ 19982 h 140493"/>
                <a:gd name="connsiteX4" fmla="*/ 15883 w 44705"/>
                <a:gd name="connsiteY4" fmla="*/ 125251 h 140493"/>
                <a:gd name="connsiteX5" fmla="*/ 176 w 44705"/>
                <a:gd name="connsiteY5" fmla="*/ 134361 h 140493"/>
                <a:gd name="connsiteX6" fmla="*/ 176 w 44705"/>
                <a:gd name="connsiteY6" fmla="*/ 140636 h 140493"/>
                <a:gd name="connsiteX7" fmla="*/ 22528 w 44705"/>
                <a:gd name="connsiteY7" fmla="*/ 140029 h 140493"/>
                <a:gd name="connsiteX8" fmla="*/ 44881 w 44705"/>
                <a:gd name="connsiteY8" fmla="*/ 140636 h 140493"/>
                <a:gd name="connsiteX9" fmla="*/ 44881 w 44705"/>
                <a:gd name="connsiteY9" fmla="*/ 134361 h 140493"/>
                <a:gd name="connsiteX10" fmla="*/ 29174 w 44705"/>
                <a:gd name="connsiteY10" fmla="*/ 125251 h 140493"/>
                <a:gd name="connsiteX11" fmla="*/ 29174 w 44705"/>
                <a:gd name="connsiteY11" fmla="*/ 14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74" y="142"/>
                  </a:moveTo>
                  <a:lnTo>
                    <a:pt x="176" y="2369"/>
                  </a:lnTo>
                  <a:lnTo>
                    <a:pt x="176" y="8645"/>
                  </a:lnTo>
                  <a:cubicBezTo>
                    <a:pt x="14272" y="8645"/>
                    <a:pt x="15883" y="10062"/>
                    <a:pt x="15883" y="19982"/>
                  </a:cubicBezTo>
                  <a:lnTo>
                    <a:pt x="15883" y="125251"/>
                  </a:lnTo>
                  <a:cubicBezTo>
                    <a:pt x="15883" y="134361"/>
                    <a:pt x="13668" y="134361"/>
                    <a:pt x="176" y="134361"/>
                  </a:cubicBezTo>
                  <a:lnTo>
                    <a:pt x="176" y="140636"/>
                  </a:lnTo>
                  <a:cubicBezTo>
                    <a:pt x="6821" y="140434"/>
                    <a:pt x="17494" y="140029"/>
                    <a:pt x="22528" y="140029"/>
                  </a:cubicBezTo>
                  <a:cubicBezTo>
                    <a:pt x="27563" y="140029"/>
                    <a:pt x="37430" y="140434"/>
                    <a:pt x="44881" y="140636"/>
                  </a:cubicBezTo>
                  <a:lnTo>
                    <a:pt x="44881" y="134361"/>
                  </a:lnTo>
                  <a:cubicBezTo>
                    <a:pt x="31389" y="134361"/>
                    <a:pt x="29174" y="134361"/>
                    <a:pt x="29174" y="125251"/>
                  </a:cubicBezTo>
                  <a:lnTo>
                    <a:pt x="29174" y="14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7" name="Freeform 836">
              <a:extLst>
                <a:ext uri="{FF2B5EF4-FFF2-40B4-BE49-F238E27FC236}">
                  <a16:creationId xmlns:a16="http://schemas.microsoft.com/office/drawing/2014/main" id="{B26218A7-0620-B45A-5D7B-9EAAB19D61F5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7881652" y="5159771"/>
              <a:ext cx="43094" cy="135432"/>
            </a:xfrm>
            <a:custGeom>
              <a:avLst/>
              <a:gdLst>
                <a:gd name="connsiteX0" fmla="*/ 29177 w 43094"/>
                <a:gd name="connsiteY0" fmla="*/ 46097 h 135432"/>
                <a:gd name="connsiteX1" fmla="*/ 984 w 43094"/>
                <a:gd name="connsiteY1" fmla="*/ 48323 h 135432"/>
                <a:gd name="connsiteX2" fmla="*/ 984 w 43094"/>
                <a:gd name="connsiteY2" fmla="*/ 54599 h 135432"/>
                <a:gd name="connsiteX3" fmla="*/ 15886 w 43094"/>
                <a:gd name="connsiteY3" fmla="*/ 65733 h 135432"/>
                <a:gd name="connsiteX4" fmla="*/ 15886 w 43094"/>
                <a:gd name="connsiteY4" fmla="*/ 120190 h 135432"/>
                <a:gd name="connsiteX5" fmla="*/ 178 w 43094"/>
                <a:gd name="connsiteY5" fmla="*/ 129300 h 135432"/>
                <a:gd name="connsiteX6" fmla="*/ 178 w 43094"/>
                <a:gd name="connsiteY6" fmla="*/ 135575 h 135432"/>
                <a:gd name="connsiteX7" fmla="*/ 22330 w 43094"/>
                <a:gd name="connsiteY7" fmla="*/ 134968 h 135432"/>
                <a:gd name="connsiteX8" fmla="*/ 43273 w 43094"/>
                <a:gd name="connsiteY8" fmla="*/ 135575 h 135432"/>
                <a:gd name="connsiteX9" fmla="*/ 43273 w 43094"/>
                <a:gd name="connsiteY9" fmla="*/ 129300 h 135432"/>
                <a:gd name="connsiteX10" fmla="*/ 29177 w 43094"/>
                <a:gd name="connsiteY10" fmla="*/ 120392 h 135432"/>
                <a:gd name="connsiteX11" fmla="*/ 29177 w 43094"/>
                <a:gd name="connsiteY11" fmla="*/ 46097 h 135432"/>
                <a:gd name="connsiteX12" fmla="*/ 29982 w 43094"/>
                <a:gd name="connsiteY12" fmla="*/ 10872 h 135432"/>
                <a:gd name="connsiteX13" fmla="*/ 19309 w 43094"/>
                <a:gd name="connsiteY13" fmla="*/ 142 h 135432"/>
                <a:gd name="connsiteX14" fmla="*/ 8636 w 43094"/>
                <a:gd name="connsiteY14" fmla="*/ 10872 h 135432"/>
                <a:gd name="connsiteX15" fmla="*/ 19309 w 43094"/>
                <a:gd name="connsiteY15" fmla="*/ 21601 h 135432"/>
                <a:gd name="connsiteX16" fmla="*/ 29982 w 43094"/>
                <a:gd name="connsiteY16" fmla="*/ 1087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77" y="46097"/>
                  </a:moveTo>
                  <a:lnTo>
                    <a:pt x="984" y="48323"/>
                  </a:lnTo>
                  <a:lnTo>
                    <a:pt x="984" y="54599"/>
                  </a:lnTo>
                  <a:cubicBezTo>
                    <a:pt x="14073" y="54599"/>
                    <a:pt x="15886" y="55814"/>
                    <a:pt x="15886" y="65733"/>
                  </a:cubicBezTo>
                  <a:lnTo>
                    <a:pt x="15886" y="120190"/>
                  </a:lnTo>
                  <a:cubicBezTo>
                    <a:pt x="15886" y="129300"/>
                    <a:pt x="13671" y="129300"/>
                    <a:pt x="178" y="129300"/>
                  </a:cubicBezTo>
                  <a:lnTo>
                    <a:pt x="178" y="135575"/>
                  </a:lnTo>
                  <a:cubicBezTo>
                    <a:pt x="6623" y="135373"/>
                    <a:pt x="17497" y="134968"/>
                    <a:pt x="22330" y="134968"/>
                  </a:cubicBezTo>
                  <a:cubicBezTo>
                    <a:pt x="29378" y="134968"/>
                    <a:pt x="36426" y="135373"/>
                    <a:pt x="43273" y="135575"/>
                  </a:cubicBezTo>
                  <a:lnTo>
                    <a:pt x="43273" y="129300"/>
                  </a:lnTo>
                  <a:cubicBezTo>
                    <a:pt x="29982" y="129300"/>
                    <a:pt x="29177" y="128288"/>
                    <a:pt x="29177" y="120392"/>
                  </a:cubicBezTo>
                  <a:lnTo>
                    <a:pt x="29177" y="46097"/>
                  </a:lnTo>
                  <a:close/>
                  <a:moveTo>
                    <a:pt x="29982" y="10872"/>
                  </a:moveTo>
                  <a:cubicBezTo>
                    <a:pt x="29982" y="4394"/>
                    <a:pt x="24948" y="142"/>
                    <a:pt x="19309" y="142"/>
                  </a:cubicBezTo>
                  <a:cubicBezTo>
                    <a:pt x="13067" y="142"/>
                    <a:pt x="8636" y="5608"/>
                    <a:pt x="8636" y="10872"/>
                  </a:cubicBezTo>
                  <a:cubicBezTo>
                    <a:pt x="8636" y="16338"/>
                    <a:pt x="13067" y="21601"/>
                    <a:pt x="19309" y="21601"/>
                  </a:cubicBezTo>
                  <a:cubicBezTo>
                    <a:pt x="24948" y="21601"/>
                    <a:pt x="29982" y="17350"/>
                    <a:pt x="29982" y="1087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8" name="Freeform 837">
              <a:extLst>
                <a:ext uri="{FF2B5EF4-FFF2-40B4-BE49-F238E27FC236}">
                  <a16:creationId xmlns:a16="http://schemas.microsoft.com/office/drawing/2014/main" id="{5194E053-99A1-3F9A-D7BF-91AD72E2B4E7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7936583" y="5204510"/>
              <a:ext cx="77932" cy="92920"/>
            </a:xfrm>
            <a:custGeom>
              <a:avLst/>
              <a:gdLst>
                <a:gd name="connsiteX0" fmla="*/ 17097 w 77932"/>
                <a:gd name="connsiteY0" fmla="*/ 39821 h 92920"/>
                <a:gd name="connsiteX1" fmla="*/ 42067 w 77932"/>
                <a:gd name="connsiteY1" fmla="*/ 4596 h 92920"/>
                <a:gd name="connsiteX2" fmla="*/ 64823 w 77932"/>
                <a:gd name="connsiteY2" fmla="*/ 39821 h 92920"/>
                <a:gd name="connsiteX3" fmla="*/ 17097 w 77932"/>
                <a:gd name="connsiteY3" fmla="*/ 39821 h 92920"/>
                <a:gd name="connsiteX4" fmla="*/ 16895 w 77932"/>
                <a:gd name="connsiteY4" fmla="*/ 44072 h 92920"/>
                <a:gd name="connsiteX5" fmla="*/ 73079 w 77932"/>
                <a:gd name="connsiteY5" fmla="*/ 44072 h 92920"/>
                <a:gd name="connsiteX6" fmla="*/ 78114 w 77932"/>
                <a:gd name="connsiteY6" fmla="*/ 39821 h 92920"/>
                <a:gd name="connsiteX7" fmla="*/ 42067 w 77932"/>
                <a:gd name="connsiteY7" fmla="*/ 142 h 92920"/>
                <a:gd name="connsiteX8" fmla="*/ 181 w 77932"/>
                <a:gd name="connsiteY8" fmla="*/ 46299 h 92920"/>
                <a:gd name="connsiteX9" fmla="*/ 44484 w 77932"/>
                <a:gd name="connsiteY9" fmla="*/ 93063 h 92920"/>
                <a:gd name="connsiteX10" fmla="*/ 78114 w 77932"/>
                <a:gd name="connsiteY10" fmla="*/ 66746 h 92920"/>
                <a:gd name="connsiteX11" fmla="*/ 75496 w 77932"/>
                <a:gd name="connsiteY11" fmla="*/ 64316 h 92920"/>
                <a:gd name="connsiteX12" fmla="*/ 72878 w 77932"/>
                <a:gd name="connsiteY12" fmla="*/ 67150 h 92920"/>
                <a:gd name="connsiteX13" fmla="*/ 45692 w 77932"/>
                <a:gd name="connsiteY13" fmla="*/ 88002 h 92920"/>
                <a:gd name="connsiteX14" fmla="*/ 22937 w 77932"/>
                <a:gd name="connsiteY14" fmla="*/ 74438 h 92920"/>
                <a:gd name="connsiteX15" fmla="*/ 16895 w 77932"/>
                <a:gd name="connsiteY15" fmla="*/ 4407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97" y="39821"/>
                  </a:moveTo>
                  <a:cubicBezTo>
                    <a:pt x="18305" y="9657"/>
                    <a:pt x="35221" y="4596"/>
                    <a:pt x="42067" y="4596"/>
                  </a:cubicBezTo>
                  <a:cubicBezTo>
                    <a:pt x="62809" y="4596"/>
                    <a:pt x="64823" y="31926"/>
                    <a:pt x="64823" y="39821"/>
                  </a:cubicBezTo>
                  <a:lnTo>
                    <a:pt x="17097" y="39821"/>
                  </a:lnTo>
                  <a:close/>
                  <a:moveTo>
                    <a:pt x="16895" y="44072"/>
                  </a:moveTo>
                  <a:lnTo>
                    <a:pt x="73079" y="44072"/>
                  </a:lnTo>
                  <a:cubicBezTo>
                    <a:pt x="77509" y="44072"/>
                    <a:pt x="78114" y="44072"/>
                    <a:pt x="78114" y="39821"/>
                  </a:cubicBezTo>
                  <a:cubicBezTo>
                    <a:pt x="78114" y="19779"/>
                    <a:pt x="67239" y="142"/>
                    <a:pt x="42067" y="142"/>
                  </a:cubicBezTo>
                  <a:cubicBezTo>
                    <a:pt x="18708" y="142"/>
                    <a:pt x="181" y="20994"/>
                    <a:pt x="181" y="46299"/>
                  </a:cubicBezTo>
                  <a:cubicBezTo>
                    <a:pt x="181" y="73426"/>
                    <a:pt x="21326" y="93063"/>
                    <a:pt x="44484" y="93063"/>
                  </a:cubicBezTo>
                  <a:cubicBezTo>
                    <a:pt x="69052" y="93063"/>
                    <a:pt x="78114" y="70592"/>
                    <a:pt x="78114" y="66746"/>
                  </a:cubicBezTo>
                  <a:cubicBezTo>
                    <a:pt x="78114" y="64721"/>
                    <a:pt x="76503" y="64316"/>
                    <a:pt x="75496" y="64316"/>
                  </a:cubicBezTo>
                  <a:cubicBezTo>
                    <a:pt x="73683" y="64316"/>
                    <a:pt x="73281" y="65531"/>
                    <a:pt x="72878" y="67150"/>
                  </a:cubicBezTo>
                  <a:cubicBezTo>
                    <a:pt x="65830" y="88002"/>
                    <a:pt x="47706" y="88002"/>
                    <a:pt x="45692" y="88002"/>
                  </a:cubicBezTo>
                  <a:cubicBezTo>
                    <a:pt x="35623" y="88002"/>
                    <a:pt x="27568" y="81929"/>
                    <a:pt x="22937" y="74438"/>
                  </a:cubicBezTo>
                  <a:cubicBezTo>
                    <a:pt x="16895" y="64721"/>
                    <a:pt x="16895" y="51360"/>
                    <a:pt x="16895" y="4407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39" name="Freeform 838">
              <a:extLst>
                <a:ext uri="{FF2B5EF4-FFF2-40B4-BE49-F238E27FC236}">
                  <a16:creationId xmlns:a16="http://schemas.microsoft.com/office/drawing/2014/main" id="{6F17D00B-E4F4-5DFE-291C-3B4C8C5EF680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026083" y="5205725"/>
              <a:ext cx="67662" cy="89478"/>
            </a:xfrm>
            <a:custGeom>
              <a:avLst/>
              <a:gdLst>
                <a:gd name="connsiteX0" fmla="*/ 28177 w 67662"/>
                <a:gd name="connsiteY0" fmla="*/ 22411 h 89478"/>
                <a:gd name="connsiteX1" fmla="*/ 28177 w 67662"/>
                <a:gd name="connsiteY1" fmla="*/ 142 h 89478"/>
                <a:gd name="connsiteX2" fmla="*/ 186 w 67662"/>
                <a:gd name="connsiteY2" fmla="*/ 2369 h 89478"/>
                <a:gd name="connsiteX3" fmla="*/ 186 w 67662"/>
                <a:gd name="connsiteY3" fmla="*/ 8645 h 89478"/>
                <a:gd name="connsiteX4" fmla="*/ 15893 w 67662"/>
                <a:gd name="connsiteY4" fmla="*/ 19982 h 89478"/>
                <a:gd name="connsiteX5" fmla="*/ 15893 w 67662"/>
                <a:gd name="connsiteY5" fmla="*/ 74236 h 89478"/>
                <a:gd name="connsiteX6" fmla="*/ 186 w 67662"/>
                <a:gd name="connsiteY6" fmla="*/ 83346 h 89478"/>
                <a:gd name="connsiteX7" fmla="*/ 186 w 67662"/>
                <a:gd name="connsiteY7" fmla="*/ 89621 h 89478"/>
                <a:gd name="connsiteX8" fmla="*/ 23142 w 67662"/>
                <a:gd name="connsiteY8" fmla="*/ 89014 h 89478"/>
                <a:gd name="connsiteX9" fmla="*/ 48717 w 67662"/>
                <a:gd name="connsiteY9" fmla="*/ 89621 h 89478"/>
                <a:gd name="connsiteX10" fmla="*/ 48717 w 67662"/>
                <a:gd name="connsiteY10" fmla="*/ 83346 h 89478"/>
                <a:gd name="connsiteX11" fmla="*/ 44488 w 67662"/>
                <a:gd name="connsiteY11" fmla="*/ 83346 h 89478"/>
                <a:gd name="connsiteX12" fmla="*/ 29184 w 67662"/>
                <a:gd name="connsiteY12" fmla="*/ 73831 h 89478"/>
                <a:gd name="connsiteX13" fmla="*/ 29184 w 67662"/>
                <a:gd name="connsiteY13" fmla="*/ 42655 h 89478"/>
                <a:gd name="connsiteX14" fmla="*/ 52946 w 67662"/>
                <a:gd name="connsiteY14" fmla="*/ 4596 h 89478"/>
                <a:gd name="connsiteX15" fmla="*/ 55161 w 67662"/>
                <a:gd name="connsiteY15" fmla="*/ 4799 h 89478"/>
                <a:gd name="connsiteX16" fmla="*/ 50530 w 67662"/>
                <a:gd name="connsiteY16" fmla="*/ 12694 h 89478"/>
                <a:gd name="connsiteX17" fmla="*/ 59189 w 67662"/>
                <a:gd name="connsiteY17" fmla="*/ 21399 h 89478"/>
                <a:gd name="connsiteX18" fmla="*/ 67848 w 67662"/>
                <a:gd name="connsiteY18" fmla="*/ 12491 h 89478"/>
                <a:gd name="connsiteX19" fmla="*/ 52946 w 67662"/>
                <a:gd name="connsiteY19" fmla="*/ 142 h 89478"/>
                <a:gd name="connsiteX20" fmla="*/ 28177 w 67662"/>
                <a:gd name="connsiteY20" fmla="*/ 2241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77" y="22411"/>
                  </a:moveTo>
                  <a:lnTo>
                    <a:pt x="28177" y="142"/>
                  </a:lnTo>
                  <a:lnTo>
                    <a:pt x="186" y="2369"/>
                  </a:lnTo>
                  <a:lnTo>
                    <a:pt x="186" y="8645"/>
                  </a:lnTo>
                  <a:cubicBezTo>
                    <a:pt x="14282" y="8645"/>
                    <a:pt x="15893" y="10062"/>
                    <a:pt x="15893" y="19982"/>
                  </a:cubicBezTo>
                  <a:lnTo>
                    <a:pt x="15893" y="74236"/>
                  </a:lnTo>
                  <a:cubicBezTo>
                    <a:pt x="15893" y="83346"/>
                    <a:pt x="13678" y="83346"/>
                    <a:pt x="186" y="83346"/>
                  </a:cubicBezTo>
                  <a:lnTo>
                    <a:pt x="186" y="89621"/>
                  </a:lnTo>
                  <a:cubicBezTo>
                    <a:pt x="8039" y="89419"/>
                    <a:pt x="17504" y="89014"/>
                    <a:pt x="23142" y="89014"/>
                  </a:cubicBezTo>
                  <a:cubicBezTo>
                    <a:pt x="31197" y="89014"/>
                    <a:pt x="40662" y="89014"/>
                    <a:pt x="48717" y="89621"/>
                  </a:cubicBezTo>
                  <a:lnTo>
                    <a:pt x="48717" y="83346"/>
                  </a:lnTo>
                  <a:lnTo>
                    <a:pt x="44488" y="83346"/>
                  </a:lnTo>
                  <a:cubicBezTo>
                    <a:pt x="29586" y="83346"/>
                    <a:pt x="29184" y="81119"/>
                    <a:pt x="29184" y="73831"/>
                  </a:cubicBezTo>
                  <a:lnTo>
                    <a:pt x="29184" y="42655"/>
                  </a:lnTo>
                  <a:cubicBezTo>
                    <a:pt x="29184" y="22613"/>
                    <a:pt x="37642" y="4596"/>
                    <a:pt x="52946" y="4596"/>
                  </a:cubicBezTo>
                  <a:cubicBezTo>
                    <a:pt x="54356" y="4596"/>
                    <a:pt x="54758" y="4596"/>
                    <a:pt x="55161" y="4799"/>
                  </a:cubicBezTo>
                  <a:cubicBezTo>
                    <a:pt x="54557" y="5001"/>
                    <a:pt x="50530" y="7430"/>
                    <a:pt x="50530" y="12694"/>
                  </a:cubicBezTo>
                  <a:cubicBezTo>
                    <a:pt x="50530" y="18362"/>
                    <a:pt x="54758" y="21399"/>
                    <a:pt x="59189" y="21399"/>
                  </a:cubicBezTo>
                  <a:cubicBezTo>
                    <a:pt x="62813" y="21399"/>
                    <a:pt x="67848" y="18969"/>
                    <a:pt x="67848" y="12491"/>
                  </a:cubicBezTo>
                  <a:cubicBezTo>
                    <a:pt x="67848" y="6013"/>
                    <a:pt x="61605" y="142"/>
                    <a:pt x="52946" y="142"/>
                  </a:cubicBezTo>
                  <a:cubicBezTo>
                    <a:pt x="38246" y="142"/>
                    <a:pt x="30996" y="13706"/>
                    <a:pt x="28177" y="2241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0" name="Freeform 839">
              <a:extLst>
                <a:ext uri="{FF2B5EF4-FFF2-40B4-BE49-F238E27FC236}">
                  <a16:creationId xmlns:a16="http://schemas.microsoft.com/office/drawing/2014/main" id="{C665F9B9-3D04-125E-4FBE-749B1F6D9925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8105962" y="5204510"/>
              <a:ext cx="65849" cy="92920"/>
            </a:xfrm>
            <a:custGeom>
              <a:avLst/>
              <a:gdLst>
                <a:gd name="connsiteX0" fmla="*/ 35430 w 65849"/>
                <a:gd name="connsiteY0" fmla="*/ 51562 h 92920"/>
                <a:gd name="connsiteX1" fmla="*/ 56373 w 65849"/>
                <a:gd name="connsiteY1" fmla="*/ 70187 h 92920"/>
                <a:gd name="connsiteX2" fmla="*/ 33618 w 65849"/>
                <a:gd name="connsiteY2" fmla="*/ 88609 h 92920"/>
                <a:gd name="connsiteX3" fmla="*/ 5627 w 65849"/>
                <a:gd name="connsiteY3" fmla="*/ 59863 h 92920"/>
                <a:gd name="connsiteX4" fmla="*/ 2807 w 65849"/>
                <a:gd name="connsiteY4" fmla="*/ 56421 h 92920"/>
                <a:gd name="connsiteX5" fmla="*/ 190 w 65849"/>
                <a:gd name="connsiteY5" fmla="*/ 61482 h 92920"/>
                <a:gd name="connsiteX6" fmla="*/ 190 w 65849"/>
                <a:gd name="connsiteY6" fmla="*/ 88204 h 92920"/>
                <a:gd name="connsiteX7" fmla="*/ 2405 w 65849"/>
                <a:gd name="connsiteY7" fmla="*/ 93063 h 92920"/>
                <a:gd name="connsiteX8" fmla="*/ 7439 w 65849"/>
                <a:gd name="connsiteY8" fmla="*/ 89014 h 92920"/>
                <a:gd name="connsiteX9" fmla="*/ 11467 w 65849"/>
                <a:gd name="connsiteY9" fmla="*/ 84358 h 92920"/>
                <a:gd name="connsiteX10" fmla="*/ 33618 w 65849"/>
                <a:gd name="connsiteY10" fmla="*/ 93063 h 92920"/>
                <a:gd name="connsiteX11" fmla="*/ 66039 w 65849"/>
                <a:gd name="connsiteY11" fmla="*/ 64924 h 92920"/>
                <a:gd name="connsiteX12" fmla="*/ 57582 w 65849"/>
                <a:gd name="connsiteY12" fmla="*/ 45692 h 92920"/>
                <a:gd name="connsiteX13" fmla="*/ 34625 w 65849"/>
                <a:gd name="connsiteY13" fmla="*/ 35975 h 92920"/>
                <a:gd name="connsiteX14" fmla="*/ 9856 w 65849"/>
                <a:gd name="connsiteY14" fmla="*/ 19374 h 92920"/>
                <a:gd name="connsiteX15" fmla="*/ 32410 w 65849"/>
                <a:gd name="connsiteY15" fmla="*/ 3989 h 92920"/>
                <a:gd name="connsiteX16" fmla="*/ 55971 w 65849"/>
                <a:gd name="connsiteY16" fmla="*/ 28484 h 92920"/>
                <a:gd name="connsiteX17" fmla="*/ 58387 w 65849"/>
                <a:gd name="connsiteY17" fmla="*/ 30306 h 92920"/>
                <a:gd name="connsiteX18" fmla="*/ 61005 w 65849"/>
                <a:gd name="connsiteY18" fmla="*/ 25448 h 92920"/>
                <a:gd name="connsiteX19" fmla="*/ 61005 w 65849"/>
                <a:gd name="connsiteY19" fmla="*/ 5001 h 92920"/>
                <a:gd name="connsiteX20" fmla="*/ 58790 w 65849"/>
                <a:gd name="connsiteY20" fmla="*/ 142 h 92920"/>
                <a:gd name="connsiteX21" fmla="*/ 54762 w 65849"/>
                <a:gd name="connsiteY21" fmla="*/ 2572 h 92920"/>
                <a:gd name="connsiteX22" fmla="*/ 51339 w 65849"/>
                <a:gd name="connsiteY22" fmla="*/ 5811 h 92920"/>
                <a:gd name="connsiteX23" fmla="*/ 32410 w 65849"/>
                <a:gd name="connsiteY23" fmla="*/ 142 h 92920"/>
                <a:gd name="connsiteX24" fmla="*/ 190 w 65849"/>
                <a:gd name="connsiteY24" fmla="*/ 25043 h 92920"/>
                <a:gd name="connsiteX25" fmla="*/ 8849 w 65849"/>
                <a:gd name="connsiteY25" fmla="*/ 42250 h 92920"/>
                <a:gd name="connsiteX26" fmla="*/ 35430 w 65849"/>
                <a:gd name="connsiteY26" fmla="*/ 5156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430" y="51562"/>
                  </a:moveTo>
                  <a:cubicBezTo>
                    <a:pt x="39861" y="52372"/>
                    <a:pt x="56373" y="55611"/>
                    <a:pt x="56373" y="70187"/>
                  </a:cubicBezTo>
                  <a:cubicBezTo>
                    <a:pt x="56373" y="80511"/>
                    <a:pt x="49325" y="88609"/>
                    <a:pt x="33618" y="88609"/>
                  </a:cubicBezTo>
                  <a:cubicBezTo>
                    <a:pt x="16702" y="88609"/>
                    <a:pt x="9453" y="77070"/>
                    <a:pt x="5627" y="59863"/>
                  </a:cubicBezTo>
                  <a:cubicBezTo>
                    <a:pt x="5023" y="57231"/>
                    <a:pt x="4821" y="56421"/>
                    <a:pt x="2807" y="56421"/>
                  </a:cubicBezTo>
                  <a:cubicBezTo>
                    <a:pt x="190" y="56421"/>
                    <a:pt x="190" y="57838"/>
                    <a:pt x="190" y="61482"/>
                  </a:cubicBezTo>
                  <a:lnTo>
                    <a:pt x="190" y="88204"/>
                  </a:lnTo>
                  <a:cubicBezTo>
                    <a:pt x="190" y="91646"/>
                    <a:pt x="190" y="93063"/>
                    <a:pt x="2405" y="93063"/>
                  </a:cubicBezTo>
                  <a:cubicBezTo>
                    <a:pt x="3412" y="93063"/>
                    <a:pt x="3613" y="92860"/>
                    <a:pt x="7439" y="89014"/>
                  </a:cubicBezTo>
                  <a:cubicBezTo>
                    <a:pt x="7842" y="88609"/>
                    <a:pt x="7842" y="88204"/>
                    <a:pt x="11467" y="84358"/>
                  </a:cubicBezTo>
                  <a:cubicBezTo>
                    <a:pt x="20327" y="92860"/>
                    <a:pt x="29389" y="93063"/>
                    <a:pt x="33618" y="93063"/>
                  </a:cubicBezTo>
                  <a:cubicBezTo>
                    <a:pt x="56776" y="93063"/>
                    <a:pt x="66039" y="79499"/>
                    <a:pt x="66039" y="64924"/>
                  </a:cubicBezTo>
                  <a:cubicBezTo>
                    <a:pt x="66039" y="54194"/>
                    <a:pt x="59998" y="48121"/>
                    <a:pt x="57582" y="45692"/>
                  </a:cubicBezTo>
                  <a:cubicBezTo>
                    <a:pt x="50936" y="39214"/>
                    <a:pt x="43083" y="37594"/>
                    <a:pt x="34625" y="35975"/>
                  </a:cubicBezTo>
                  <a:cubicBezTo>
                    <a:pt x="23348" y="33748"/>
                    <a:pt x="9856" y="31116"/>
                    <a:pt x="9856" y="19374"/>
                  </a:cubicBezTo>
                  <a:cubicBezTo>
                    <a:pt x="9856" y="12289"/>
                    <a:pt x="15091" y="3989"/>
                    <a:pt x="32410" y="3989"/>
                  </a:cubicBezTo>
                  <a:cubicBezTo>
                    <a:pt x="54561" y="3989"/>
                    <a:pt x="55568" y="22209"/>
                    <a:pt x="55971" y="28484"/>
                  </a:cubicBezTo>
                  <a:cubicBezTo>
                    <a:pt x="56172" y="30306"/>
                    <a:pt x="57984" y="30306"/>
                    <a:pt x="58387" y="30306"/>
                  </a:cubicBezTo>
                  <a:cubicBezTo>
                    <a:pt x="61005" y="30306"/>
                    <a:pt x="61005" y="29294"/>
                    <a:pt x="61005" y="25448"/>
                  </a:cubicBezTo>
                  <a:lnTo>
                    <a:pt x="61005" y="5001"/>
                  </a:lnTo>
                  <a:cubicBezTo>
                    <a:pt x="61005" y="1560"/>
                    <a:pt x="61005" y="142"/>
                    <a:pt x="58790" y="142"/>
                  </a:cubicBezTo>
                  <a:cubicBezTo>
                    <a:pt x="57783" y="142"/>
                    <a:pt x="57380" y="142"/>
                    <a:pt x="54762" y="2572"/>
                  </a:cubicBezTo>
                  <a:cubicBezTo>
                    <a:pt x="54158" y="3382"/>
                    <a:pt x="52144" y="5203"/>
                    <a:pt x="51339" y="5811"/>
                  </a:cubicBezTo>
                  <a:cubicBezTo>
                    <a:pt x="43687" y="142"/>
                    <a:pt x="35430" y="142"/>
                    <a:pt x="32410" y="142"/>
                  </a:cubicBezTo>
                  <a:cubicBezTo>
                    <a:pt x="7842" y="142"/>
                    <a:pt x="190" y="13706"/>
                    <a:pt x="190" y="25043"/>
                  </a:cubicBezTo>
                  <a:cubicBezTo>
                    <a:pt x="190" y="32128"/>
                    <a:pt x="3412" y="37796"/>
                    <a:pt x="8849" y="42250"/>
                  </a:cubicBezTo>
                  <a:cubicBezTo>
                    <a:pt x="15293" y="47514"/>
                    <a:pt x="20931" y="48728"/>
                    <a:pt x="35430" y="5156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1" name="Freeform 840">
              <a:extLst>
                <a:ext uri="{FF2B5EF4-FFF2-40B4-BE49-F238E27FC236}">
                  <a16:creationId xmlns:a16="http://schemas.microsoft.com/office/drawing/2014/main" id="{8D312DC9-CBEF-5EB9-7F81-575584864572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5828891" y="5609797"/>
              <a:ext cx="78133" cy="78951"/>
            </a:xfrm>
            <a:custGeom>
              <a:avLst/>
              <a:gdLst>
                <a:gd name="connsiteX0" fmla="*/ 36123 w 78133"/>
                <a:gd name="connsiteY0" fmla="*/ 365 h 78951"/>
                <a:gd name="connsiteX1" fmla="*/ 8736 w 78133"/>
                <a:gd name="connsiteY1" fmla="*/ 14941 h 78951"/>
                <a:gd name="connsiteX2" fmla="*/ 77 w 78133"/>
                <a:gd name="connsiteY2" fmla="*/ 39841 h 78951"/>
                <a:gd name="connsiteX3" fmla="*/ 39144 w 78133"/>
                <a:gd name="connsiteY3" fmla="*/ 79114 h 78951"/>
                <a:gd name="connsiteX4" fmla="*/ 78210 w 78133"/>
                <a:gd name="connsiteY4" fmla="*/ 39841 h 78951"/>
                <a:gd name="connsiteX5" fmla="*/ 38942 w 78133"/>
                <a:gd name="connsiteY5" fmla="*/ 162 h 78951"/>
                <a:gd name="connsiteX6" fmla="*/ 36123 w 78133"/>
                <a:gd name="connsiteY6" fmla="*/ 36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365"/>
                  </a:moveTo>
                  <a:cubicBezTo>
                    <a:pt x="25450" y="1782"/>
                    <a:pt x="15381" y="6236"/>
                    <a:pt x="8736" y="14941"/>
                  </a:cubicBezTo>
                  <a:cubicBezTo>
                    <a:pt x="3097" y="22026"/>
                    <a:pt x="77" y="30933"/>
                    <a:pt x="77" y="39841"/>
                  </a:cubicBezTo>
                  <a:cubicBezTo>
                    <a:pt x="77" y="60692"/>
                    <a:pt x="17395" y="79114"/>
                    <a:pt x="39144" y="79114"/>
                  </a:cubicBezTo>
                  <a:cubicBezTo>
                    <a:pt x="59885" y="79114"/>
                    <a:pt x="78210" y="61300"/>
                    <a:pt x="78210" y="39841"/>
                  </a:cubicBezTo>
                  <a:cubicBezTo>
                    <a:pt x="78210" y="20002"/>
                    <a:pt x="62906" y="162"/>
                    <a:pt x="38942" y="162"/>
                  </a:cubicBezTo>
                  <a:cubicBezTo>
                    <a:pt x="37935" y="162"/>
                    <a:pt x="37130" y="365"/>
                    <a:pt x="36123" y="36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2" name="Freeform 841">
              <a:extLst>
                <a:ext uri="{FF2B5EF4-FFF2-40B4-BE49-F238E27FC236}">
                  <a16:creationId xmlns:a16="http://schemas.microsoft.com/office/drawing/2014/main" id="{65A9AA08-BFAE-640A-0758-47734FAD05E4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014333" y="5561818"/>
              <a:ext cx="132706" cy="138267"/>
            </a:xfrm>
            <a:custGeom>
              <a:avLst/>
              <a:gdLst>
                <a:gd name="connsiteX0" fmla="*/ 76408 w 132706"/>
                <a:gd name="connsiteY0" fmla="*/ 162 h 138267"/>
                <a:gd name="connsiteX1" fmla="*/ 35730 w 132706"/>
                <a:gd name="connsiteY1" fmla="*/ 6640 h 138267"/>
                <a:gd name="connsiteX2" fmla="*/ 10558 w 132706"/>
                <a:gd name="connsiteY2" fmla="*/ 31743 h 138267"/>
                <a:gd name="connsiteX3" fmla="*/ 12773 w 132706"/>
                <a:gd name="connsiteY3" fmla="*/ 33363 h 138267"/>
                <a:gd name="connsiteX4" fmla="*/ 27675 w 132706"/>
                <a:gd name="connsiteY4" fmla="*/ 23848 h 138267"/>
                <a:gd name="connsiteX5" fmla="*/ 44188 w 132706"/>
                <a:gd name="connsiteY5" fmla="*/ 12511 h 138267"/>
                <a:gd name="connsiteX6" fmla="*/ 64527 w 132706"/>
                <a:gd name="connsiteY6" fmla="*/ 11297 h 138267"/>
                <a:gd name="connsiteX7" fmla="*/ 82852 w 132706"/>
                <a:gd name="connsiteY7" fmla="*/ 11297 h 138267"/>
                <a:gd name="connsiteX8" fmla="*/ 57076 w 132706"/>
                <a:gd name="connsiteY8" fmla="*/ 74458 h 138267"/>
                <a:gd name="connsiteX9" fmla="*/ 38348 w 132706"/>
                <a:gd name="connsiteY9" fmla="*/ 124866 h 138267"/>
                <a:gd name="connsiteX10" fmla="*/ 30696 w 132706"/>
                <a:gd name="connsiteY10" fmla="*/ 127295 h 138267"/>
                <a:gd name="connsiteX11" fmla="*/ 17808 w 132706"/>
                <a:gd name="connsiteY11" fmla="*/ 127295 h 138267"/>
                <a:gd name="connsiteX12" fmla="*/ 6732 w 132706"/>
                <a:gd name="connsiteY12" fmla="*/ 130332 h 138267"/>
                <a:gd name="connsiteX13" fmla="*/ 87 w 132706"/>
                <a:gd name="connsiteY13" fmla="*/ 137012 h 138267"/>
                <a:gd name="connsiteX14" fmla="*/ 4718 w 132706"/>
                <a:gd name="connsiteY14" fmla="*/ 138429 h 138267"/>
                <a:gd name="connsiteX15" fmla="*/ 73589 w 132706"/>
                <a:gd name="connsiteY15" fmla="*/ 138429 h 138267"/>
                <a:gd name="connsiteX16" fmla="*/ 114669 w 132706"/>
                <a:gd name="connsiteY16" fmla="*/ 113529 h 138267"/>
                <a:gd name="connsiteX17" fmla="*/ 112454 w 132706"/>
                <a:gd name="connsiteY17" fmla="*/ 112112 h 138267"/>
                <a:gd name="connsiteX18" fmla="*/ 97552 w 132706"/>
                <a:gd name="connsiteY18" fmla="*/ 121829 h 138267"/>
                <a:gd name="connsiteX19" fmla="*/ 85470 w 132706"/>
                <a:gd name="connsiteY19" fmla="*/ 127295 h 138267"/>
                <a:gd name="connsiteX20" fmla="*/ 47007 w 132706"/>
                <a:gd name="connsiteY20" fmla="*/ 127295 h 138267"/>
                <a:gd name="connsiteX21" fmla="*/ 74193 w 132706"/>
                <a:gd name="connsiteY21" fmla="*/ 67373 h 138267"/>
                <a:gd name="connsiteX22" fmla="*/ 92719 w 132706"/>
                <a:gd name="connsiteY22" fmla="*/ 13321 h 138267"/>
                <a:gd name="connsiteX23" fmla="*/ 98156 w 132706"/>
                <a:gd name="connsiteY23" fmla="*/ 11297 h 138267"/>
                <a:gd name="connsiteX24" fmla="*/ 115273 w 132706"/>
                <a:gd name="connsiteY24" fmla="*/ 11297 h 138267"/>
                <a:gd name="connsiteX25" fmla="*/ 126349 w 132706"/>
                <a:gd name="connsiteY25" fmla="*/ 8260 h 138267"/>
                <a:gd name="connsiteX26" fmla="*/ 132793 w 132706"/>
                <a:gd name="connsiteY26" fmla="*/ 1579 h 138267"/>
                <a:gd name="connsiteX27" fmla="*/ 128161 w 132706"/>
                <a:gd name="connsiteY27" fmla="*/ 162 h 138267"/>
                <a:gd name="connsiteX28" fmla="*/ 76408 w 132706"/>
                <a:gd name="connsiteY28" fmla="*/ 162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706" h="138267">
                  <a:moveTo>
                    <a:pt x="76408" y="162"/>
                  </a:moveTo>
                  <a:cubicBezTo>
                    <a:pt x="51437" y="162"/>
                    <a:pt x="40563" y="4819"/>
                    <a:pt x="35730" y="6640"/>
                  </a:cubicBezTo>
                  <a:cubicBezTo>
                    <a:pt x="15190" y="15345"/>
                    <a:pt x="10558" y="29111"/>
                    <a:pt x="10558" y="31743"/>
                  </a:cubicBezTo>
                  <a:cubicBezTo>
                    <a:pt x="10558" y="33160"/>
                    <a:pt x="11565" y="33363"/>
                    <a:pt x="12773" y="33363"/>
                  </a:cubicBezTo>
                  <a:cubicBezTo>
                    <a:pt x="16398" y="33363"/>
                    <a:pt x="26064" y="28302"/>
                    <a:pt x="27675" y="23848"/>
                  </a:cubicBezTo>
                  <a:cubicBezTo>
                    <a:pt x="30092" y="16155"/>
                    <a:pt x="30696" y="14333"/>
                    <a:pt x="44188" y="12511"/>
                  </a:cubicBezTo>
                  <a:cubicBezTo>
                    <a:pt x="51035" y="11702"/>
                    <a:pt x="57680" y="11297"/>
                    <a:pt x="64527" y="11297"/>
                  </a:cubicBezTo>
                  <a:lnTo>
                    <a:pt x="82852" y="11297"/>
                  </a:lnTo>
                  <a:cubicBezTo>
                    <a:pt x="70165" y="23646"/>
                    <a:pt x="64325" y="45307"/>
                    <a:pt x="57076" y="74458"/>
                  </a:cubicBezTo>
                  <a:cubicBezTo>
                    <a:pt x="51236" y="98346"/>
                    <a:pt x="46604" y="114137"/>
                    <a:pt x="38348" y="124866"/>
                  </a:cubicBezTo>
                  <a:cubicBezTo>
                    <a:pt x="36334" y="127093"/>
                    <a:pt x="36133" y="127295"/>
                    <a:pt x="30696" y="127295"/>
                  </a:cubicBezTo>
                  <a:lnTo>
                    <a:pt x="17808" y="127295"/>
                  </a:lnTo>
                  <a:cubicBezTo>
                    <a:pt x="13982" y="127295"/>
                    <a:pt x="11766" y="127295"/>
                    <a:pt x="6732" y="130332"/>
                  </a:cubicBezTo>
                  <a:cubicBezTo>
                    <a:pt x="4517" y="131546"/>
                    <a:pt x="87" y="134988"/>
                    <a:pt x="87" y="137012"/>
                  </a:cubicBezTo>
                  <a:cubicBezTo>
                    <a:pt x="87" y="138227"/>
                    <a:pt x="288" y="138429"/>
                    <a:pt x="4718" y="138429"/>
                  </a:cubicBezTo>
                  <a:lnTo>
                    <a:pt x="73589" y="138429"/>
                  </a:lnTo>
                  <a:cubicBezTo>
                    <a:pt x="97150" y="138429"/>
                    <a:pt x="114669" y="120817"/>
                    <a:pt x="114669" y="113529"/>
                  </a:cubicBezTo>
                  <a:cubicBezTo>
                    <a:pt x="114669" y="112112"/>
                    <a:pt x="113058" y="112112"/>
                    <a:pt x="112454" y="112112"/>
                  </a:cubicBezTo>
                  <a:cubicBezTo>
                    <a:pt x="109031" y="112112"/>
                    <a:pt x="99566" y="116768"/>
                    <a:pt x="97552" y="121829"/>
                  </a:cubicBezTo>
                  <a:cubicBezTo>
                    <a:pt x="96143" y="126081"/>
                    <a:pt x="95539" y="127295"/>
                    <a:pt x="85470" y="127295"/>
                  </a:cubicBezTo>
                  <a:lnTo>
                    <a:pt x="47007" y="127295"/>
                  </a:lnTo>
                  <a:cubicBezTo>
                    <a:pt x="61305" y="114946"/>
                    <a:pt x="67346" y="94905"/>
                    <a:pt x="74193" y="67373"/>
                  </a:cubicBezTo>
                  <a:cubicBezTo>
                    <a:pt x="79630" y="45307"/>
                    <a:pt x="84463" y="25670"/>
                    <a:pt x="92719" y="13321"/>
                  </a:cubicBezTo>
                  <a:cubicBezTo>
                    <a:pt x="93928" y="11499"/>
                    <a:pt x="94129" y="11297"/>
                    <a:pt x="98156" y="11297"/>
                  </a:cubicBezTo>
                  <a:lnTo>
                    <a:pt x="115273" y="11297"/>
                  </a:lnTo>
                  <a:cubicBezTo>
                    <a:pt x="119301" y="11297"/>
                    <a:pt x="121113" y="11297"/>
                    <a:pt x="126349" y="8260"/>
                  </a:cubicBezTo>
                  <a:cubicBezTo>
                    <a:pt x="128161" y="7248"/>
                    <a:pt x="132793" y="4009"/>
                    <a:pt x="132793" y="1579"/>
                  </a:cubicBezTo>
                  <a:cubicBezTo>
                    <a:pt x="132793" y="365"/>
                    <a:pt x="132592" y="162"/>
                    <a:pt x="128161" y="162"/>
                  </a:cubicBezTo>
                  <a:lnTo>
                    <a:pt x="76408" y="16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3" name="Freeform 842">
              <a:extLst>
                <a:ext uri="{FF2B5EF4-FFF2-40B4-BE49-F238E27FC236}">
                  <a16:creationId xmlns:a16="http://schemas.microsoft.com/office/drawing/2014/main" id="{14186835-3BB4-D8F3-04AD-E106D5C1015D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6161002" y="5612833"/>
              <a:ext cx="21345" cy="87252"/>
            </a:xfrm>
            <a:custGeom>
              <a:avLst/>
              <a:gdLst>
                <a:gd name="connsiteX0" fmla="*/ 21439 w 21345"/>
                <a:gd name="connsiteY0" fmla="*/ 10892 h 87252"/>
                <a:gd name="connsiteX1" fmla="*/ 10766 w 21345"/>
                <a:gd name="connsiteY1" fmla="*/ 162 h 87252"/>
                <a:gd name="connsiteX2" fmla="*/ 93 w 21345"/>
                <a:gd name="connsiteY2" fmla="*/ 10892 h 87252"/>
                <a:gd name="connsiteX3" fmla="*/ 10766 w 21345"/>
                <a:gd name="connsiteY3" fmla="*/ 21621 h 87252"/>
                <a:gd name="connsiteX4" fmla="*/ 21439 w 21345"/>
                <a:gd name="connsiteY4" fmla="*/ 10892 h 87252"/>
                <a:gd name="connsiteX5" fmla="*/ 21439 w 21345"/>
                <a:gd name="connsiteY5" fmla="*/ 76685 h 87252"/>
                <a:gd name="connsiteX6" fmla="*/ 10766 w 21345"/>
                <a:gd name="connsiteY6" fmla="*/ 65956 h 87252"/>
                <a:gd name="connsiteX7" fmla="*/ 93 w 21345"/>
                <a:gd name="connsiteY7" fmla="*/ 76685 h 87252"/>
                <a:gd name="connsiteX8" fmla="*/ 10766 w 21345"/>
                <a:gd name="connsiteY8" fmla="*/ 87414 h 87252"/>
                <a:gd name="connsiteX9" fmla="*/ 21439 w 21345"/>
                <a:gd name="connsiteY9" fmla="*/ 7668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39" y="10892"/>
                  </a:moveTo>
                  <a:cubicBezTo>
                    <a:pt x="21439" y="5021"/>
                    <a:pt x="16606" y="162"/>
                    <a:pt x="10766" y="162"/>
                  </a:cubicBezTo>
                  <a:cubicBezTo>
                    <a:pt x="4926" y="162"/>
                    <a:pt x="93" y="5021"/>
                    <a:pt x="93" y="10892"/>
                  </a:cubicBezTo>
                  <a:cubicBezTo>
                    <a:pt x="93" y="16763"/>
                    <a:pt x="4926" y="21621"/>
                    <a:pt x="10766" y="21621"/>
                  </a:cubicBezTo>
                  <a:cubicBezTo>
                    <a:pt x="16606" y="21621"/>
                    <a:pt x="21439" y="16763"/>
                    <a:pt x="21439" y="10892"/>
                  </a:cubicBezTo>
                  <a:close/>
                  <a:moveTo>
                    <a:pt x="21439" y="76685"/>
                  </a:moveTo>
                  <a:cubicBezTo>
                    <a:pt x="21439" y="70814"/>
                    <a:pt x="16606" y="65956"/>
                    <a:pt x="10766" y="65956"/>
                  </a:cubicBezTo>
                  <a:cubicBezTo>
                    <a:pt x="4926" y="65956"/>
                    <a:pt x="93" y="70814"/>
                    <a:pt x="93" y="76685"/>
                  </a:cubicBezTo>
                  <a:cubicBezTo>
                    <a:pt x="93" y="82556"/>
                    <a:pt x="4926" y="87414"/>
                    <a:pt x="10766" y="87414"/>
                  </a:cubicBezTo>
                  <a:cubicBezTo>
                    <a:pt x="16606" y="87414"/>
                    <a:pt x="21439" y="82556"/>
                    <a:pt x="21439" y="7668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4" name="Freeform 843">
              <a:extLst>
                <a:ext uri="{FF2B5EF4-FFF2-40B4-BE49-F238E27FC236}">
                  <a16:creationId xmlns:a16="http://schemas.microsoft.com/office/drawing/2014/main" id="{4EDD78BE-5570-D1CD-D7E0-E3807F188E52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294760" y="5561818"/>
              <a:ext cx="61419" cy="138267"/>
            </a:xfrm>
            <a:custGeom>
              <a:avLst/>
              <a:gdLst>
                <a:gd name="connsiteX0" fmla="*/ 39771 w 61419"/>
                <a:gd name="connsiteY0" fmla="*/ 15953 h 138267"/>
                <a:gd name="connsiteX1" fmla="*/ 56284 w 61419"/>
                <a:gd name="connsiteY1" fmla="*/ 6438 h 138267"/>
                <a:gd name="connsiteX2" fmla="*/ 61520 w 61419"/>
                <a:gd name="connsiteY2" fmla="*/ 6438 h 138267"/>
                <a:gd name="connsiteX3" fmla="*/ 61520 w 61419"/>
                <a:gd name="connsiteY3" fmla="*/ 162 h 138267"/>
                <a:gd name="connsiteX4" fmla="*/ 30910 w 61419"/>
                <a:gd name="connsiteY4" fmla="*/ 770 h 138267"/>
                <a:gd name="connsiteX5" fmla="*/ 100 w 61419"/>
                <a:gd name="connsiteY5" fmla="*/ 162 h 138267"/>
                <a:gd name="connsiteX6" fmla="*/ 100 w 61419"/>
                <a:gd name="connsiteY6" fmla="*/ 6438 h 138267"/>
                <a:gd name="connsiteX7" fmla="*/ 5336 w 61419"/>
                <a:gd name="connsiteY7" fmla="*/ 6438 h 138267"/>
                <a:gd name="connsiteX8" fmla="*/ 21849 w 61419"/>
                <a:gd name="connsiteY8" fmla="*/ 15953 h 138267"/>
                <a:gd name="connsiteX9" fmla="*/ 21849 w 61419"/>
                <a:gd name="connsiteY9" fmla="*/ 122639 h 138267"/>
                <a:gd name="connsiteX10" fmla="*/ 5336 w 61419"/>
                <a:gd name="connsiteY10" fmla="*/ 132154 h 138267"/>
                <a:gd name="connsiteX11" fmla="*/ 100 w 61419"/>
                <a:gd name="connsiteY11" fmla="*/ 132154 h 138267"/>
                <a:gd name="connsiteX12" fmla="*/ 100 w 61419"/>
                <a:gd name="connsiteY12" fmla="*/ 138429 h 138267"/>
                <a:gd name="connsiteX13" fmla="*/ 30709 w 61419"/>
                <a:gd name="connsiteY13" fmla="*/ 137822 h 138267"/>
                <a:gd name="connsiteX14" fmla="*/ 61520 w 61419"/>
                <a:gd name="connsiteY14" fmla="*/ 138429 h 138267"/>
                <a:gd name="connsiteX15" fmla="*/ 61520 w 61419"/>
                <a:gd name="connsiteY15" fmla="*/ 132154 h 138267"/>
                <a:gd name="connsiteX16" fmla="*/ 56284 w 61419"/>
                <a:gd name="connsiteY16" fmla="*/ 132154 h 138267"/>
                <a:gd name="connsiteX17" fmla="*/ 39771 w 61419"/>
                <a:gd name="connsiteY17" fmla="*/ 122639 h 138267"/>
                <a:gd name="connsiteX18" fmla="*/ 39771 w 61419"/>
                <a:gd name="connsiteY18" fmla="*/ 15953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419" h="138267">
                  <a:moveTo>
                    <a:pt x="39771" y="15953"/>
                  </a:moveTo>
                  <a:cubicBezTo>
                    <a:pt x="39771" y="8665"/>
                    <a:pt x="40375" y="6438"/>
                    <a:pt x="56284" y="6438"/>
                  </a:cubicBezTo>
                  <a:lnTo>
                    <a:pt x="61520" y="6438"/>
                  </a:lnTo>
                  <a:lnTo>
                    <a:pt x="61520" y="162"/>
                  </a:lnTo>
                  <a:cubicBezTo>
                    <a:pt x="54471" y="770"/>
                    <a:pt x="38563" y="770"/>
                    <a:pt x="30910" y="770"/>
                  </a:cubicBezTo>
                  <a:cubicBezTo>
                    <a:pt x="23057" y="770"/>
                    <a:pt x="7148" y="770"/>
                    <a:pt x="100" y="162"/>
                  </a:cubicBezTo>
                  <a:lnTo>
                    <a:pt x="100" y="6438"/>
                  </a:lnTo>
                  <a:lnTo>
                    <a:pt x="5336" y="6438"/>
                  </a:lnTo>
                  <a:cubicBezTo>
                    <a:pt x="21244" y="6438"/>
                    <a:pt x="21849" y="8665"/>
                    <a:pt x="21849" y="15953"/>
                  </a:cubicBezTo>
                  <a:lnTo>
                    <a:pt x="21849" y="122639"/>
                  </a:lnTo>
                  <a:cubicBezTo>
                    <a:pt x="21849" y="129927"/>
                    <a:pt x="21244" y="132154"/>
                    <a:pt x="5336" y="132154"/>
                  </a:cubicBezTo>
                  <a:lnTo>
                    <a:pt x="100" y="132154"/>
                  </a:lnTo>
                  <a:lnTo>
                    <a:pt x="100" y="138429"/>
                  </a:lnTo>
                  <a:cubicBezTo>
                    <a:pt x="7148" y="137822"/>
                    <a:pt x="23057" y="137822"/>
                    <a:pt x="30709" y="137822"/>
                  </a:cubicBezTo>
                  <a:cubicBezTo>
                    <a:pt x="38563" y="137822"/>
                    <a:pt x="54471" y="137822"/>
                    <a:pt x="61520" y="138429"/>
                  </a:cubicBezTo>
                  <a:lnTo>
                    <a:pt x="61520" y="132154"/>
                  </a:lnTo>
                  <a:lnTo>
                    <a:pt x="56284" y="132154"/>
                  </a:lnTo>
                  <a:cubicBezTo>
                    <a:pt x="40375" y="132154"/>
                    <a:pt x="39771" y="129927"/>
                    <a:pt x="39771" y="122639"/>
                  </a:cubicBezTo>
                  <a:lnTo>
                    <a:pt x="39771" y="15953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5" name="Freeform 844">
              <a:extLst>
                <a:ext uri="{FF2B5EF4-FFF2-40B4-BE49-F238E27FC236}">
                  <a16:creationId xmlns:a16="http://schemas.microsoft.com/office/drawing/2014/main" id="{D868B7ED-071C-E6DD-42E7-34C1D8493CA3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368285" y="5610606"/>
              <a:ext cx="101291" cy="89478"/>
            </a:xfrm>
            <a:custGeom>
              <a:avLst/>
              <a:gdLst>
                <a:gd name="connsiteX0" fmla="*/ 15811 w 101291"/>
                <a:gd name="connsiteY0" fmla="*/ 20002 h 89478"/>
                <a:gd name="connsiteX1" fmla="*/ 15811 w 101291"/>
                <a:gd name="connsiteY1" fmla="*/ 74256 h 89478"/>
                <a:gd name="connsiteX2" fmla="*/ 104 w 101291"/>
                <a:gd name="connsiteY2" fmla="*/ 83366 h 89478"/>
                <a:gd name="connsiteX3" fmla="*/ 104 w 101291"/>
                <a:gd name="connsiteY3" fmla="*/ 89641 h 89478"/>
                <a:gd name="connsiteX4" fmla="*/ 22859 w 101291"/>
                <a:gd name="connsiteY4" fmla="*/ 89034 h 89478"/>
                <a:gd name="connsiteX5" fmla="*/ 45413 w 101291"/>
                <a:gd name="connsiteY5" fmla="*/ 89641 h 89478"/>
                <a:gd name="connsiteX6" fmla="*/ 45413 w 101291"/>
                <a:gd name="connsiteY6" fmla="*/ 83366 h 89478"/>
                <a:gd name="connsiteX7" fmla="*/ 29706 w 101291"/>
                <a:gd name="connsiteY7" fmla="*/ 74256 h 89478"/>
                <a:gd name="connsiteX8" fmla="*/ 29706 w 101291"/>
                <a:gd name="connsiteY8" fmla="*/ 37007 h 89478"/>
                <a:gd name="connsiteX9" fmla="*/ 56891 w 101291"/>
                <a:gd name="connsiteY9" fmla="*/ 4616 h 89478"/>
                <a:gd name="connsiteX10" fmla="*/ 71793 w 101291"/>
                <a:gd name="connsiteY10" fmla="*/ 27087 h 89478"/>
                <a:gd name="connsiteX11" fmla="*/ 71793 w 101291"/>
                <a:gd name="connsiteY11" fmla="*/ 74256 h 89478"/>
                <a:gd name="connsiteX12" fmla="*/ 56086 w 101291"/>
                <a:gd name="connsiteY12" fmla="*/ 83366 h 89478"/>
                <a:gd name="connsiteX13" fmla="*/ 56086 w 101291"/>
                <a:gd name="connsiteY13" fmla="*/ 89641 h 89478"/>
                <a:gd name="connsiteX14" fmla="*/ 78841 w 101291"/>
                <a:gd name="connsiteY14" fmla="*/ 89034 h 89478"/>
                <a:gd name="connsiteX15" fmla="*/ 101395 w 101291"/>
                <a:gd name="connsiteY15" fmla="*/ 89641 h 89478"/>
                <a:gd name="connsiteX16" fmla="*/ 101395 w 101291"/>
                <a:gd name="connsiteY16" fmla="*/ 83366 h 89478"/>
                <a:gd name="connsiteX17" fmla="*/ 85688 w 101291"/>
                <a:gd name="connsiteY17" fmla="*/ 77292 h 89478"/>
                <a:gd name="connsiteX18" fmla="*/ 85688 w 101291"/>
                <a:gd name="connsiteY18" fmla="*/ 38626 h 89478"/>
                <a:gd name="connsiteX19" fmla="*/ 79446 w 101291"/>
                <a:gd name="connsiteY19" fmla="*/ 7653 h 89478"/>
                <a:gd name="connsiteX20" fmla="*/ 58301 w 101291"/>
                <a:gd name="connsiteY20" fmla="*/ 162 h 89478"/>
                <a:gd name="connsiteX21" fmla="*/ 28498 w 101291"/>
                <a:gd name="connsiteY21" fmla="*/ 21419 h 89478"/>
                <a:gd name="connsiteX22" fmla="*/ 28498 w 101291"/>
                <a:gd name="connsiteY22" fmla="*/ 162 h 89478"/>
                <a:gd name="connsiteX23" fmla="*/ 104 w 101291"/>
                <a:gd name="connsiteY23" fmla="*/ 2389 h 89478"/>
                <a:gd name="connsiteX24" fmla="*/ 104 w 101291"/>
                <a:gd name="connsiteY24" fmla="*/ 8665 h 89478"/>
                <a:gd name="connsiteX25" fmla="*/ 15811 w 101291"/>
                <a:gd name="connsiteY25" fmla="*/ 2000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11" y="20002"/>
                  </a:moveTo>
                  <a:lnTo>
                    <a:pt x="15811" y="74256"/>
                  </a:lnTo>
                  <a:cubicBezTo>
                    <a:pt x="15811" y="83366"/>
                    <a:pt x="13596" y="83366"/>
                    <a:pt x="104" y="83366"/>
                  </a:cubicBezTo>
                  <a:lnTo>
                    <a:pt x="104" y="89641"/>
                  </a:lnTo>
                  <a:cubicBezTo>
                    <a:pt x="7152" y="89439"/>
                    <a:pt x="17422" y="89034"/>
                    <a:pt x="22859" y="89034"/>
                  </a:cubicBezTo>
                  <a:cubicBezTo>
                    <a:pt x="28095" y="89034"/>
                    <a:pt x="38566" y="89439"/>
                    <a:pt x="45413" y="89641"/>
                  </a:cubicBezTo>
                  <a:lnTo>
                    <a:pt x="45413" y="83366"/>
                  </a:lnTo>
                  <a:cubicBezTo>
                    <a:pt x="31921" y="83366"/>
                    <a:pt x="29706" y="83366"/>
                    <a:pt x="29706" y="74256"/>
                  </a:cubicBezTo>
                  <a:lnTo>
                    <a:pt x="29706" y="37007"/>
                  </a:lnTo>
                  <a:cubicBezTo>
                    <a:pt x="29706" y="15953"/>
                    <a:pt x="44003" y="4616"/>
                    <a:pt x="56891" y="4616"/>
                  </a:cubicBezTo>
                  <a:cubicBezTo>
                    <a:pt x="69578" y="4616"/>
                    <a:pt x="71793" y="15548"/>
                    <a:pt x="71793" y="27087"/>
                  </a:cubicBezTo>
                  <a:lnTo>
                    <a:pt x="71793" y="74256"/>
                  </a:lnTo>
                  <a:cubicBezTo>
                    <a:pt x="71793" y="83366"/>
                    <a:pt x="69578" y="83366"/>
                    <a:pt x="56086" y="83366"/>
                  </a:cubicBezTo>
                  <a:lnTo>
                    <a:pt x="56086" y="89641"/>
                  </a:lnTo>
                  <a:cubicBezTo>
                    <a:pt x="63134" y="89439"/>
                    <a:pt x="73404" y="89034"/>
                    <a:pt x="78841" y="89034"/>
                  </a:cubicBezTo>
                  <a:cubicBezTo>
                    <a:pt x="84077" y="89034"/>
                    <a:pt x="94549" y="89439"/>
                    <a:pt x="101395" y="89641"/>
                  </a:cubicBezTo>
                  <a:lnTo>
                    <a:pt x="101395" y="83366"/>
                  </a:lnTo>
                  <a:cubicBezTo>
                    <a:pt x="90924" y="83366"/>
                    <a:pt x="85890" y="83366"/>
                    <a:pt x="85688" y="77292"/>
                  </a:cubicBezTo>
                  <a:lnTo>
                    <a:pt x="85688" y="38626"/>
                  </a:lnTo>
                  <a:cubicBezTo>
                    <a:pt x="85688" y="21216"/>
                    <a:pt x="85688" y="14941"/>
                    <a:pt x="79446" y="7653"/>
                  </a:cubicBezTo>
                  <a:cubicBezTo>
                    <a:pt x="76626" y="4211"/>
                    <a:pt x="69981" y="162"/>
                    <a:pt x="58301" y="162"/>
                  </a:cubicBezTo>
                  <a:cubicBezTo>
                    <a:pt x="43601" y="162"/>
                    <a:pt x="34136" y="8867"/>
                    <a:pt x="28498" y="21419"/>
                  </a:cubicBezTo>
                  <a:lnTo>
                    <a:pt x="28498" y="162"/>
                  </a:lnTo>
                  <a:lnTo>
                    <a:pt x="104" y="2389"/>
                  </a:lnTo>
                  <a:lnTo>
                    <a:pt x="104" y="8665"/>
                  </a:lnTo>
                  <a:cubicBezTo>
                    <a:pt x="14200" y="8665"/>
                    <a:pt x="15811" y="10082"/>
                    <a:pt x="15811" y="2000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6" name="Freeform 845">
              <a:extLst>
                <a:ext uri="{FF2B5EF4-FFF2-40B4-BE49-F238E27FC236}">
                  <a16:creationId xmlns:a16="http://schemas.microsoft.com/office/drawing/2014/main" id="{B55CFCB2-36E0-322E-F90E-7631B7295BBA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6479355" y="5609392"/>
              <a:ext cx="77932" cy="92920"/>
            </a:xfrm>
            <a:custGeom>
              <a:avLst/>
              <a:gdLst>
                <a:gd name="connsiteX0" fmla="*/ 17025 w 77932"/>
                <a:gd name="connsiteY0" fmla="*/ 39841 h 92920"/>
                <a:gd name="connsiteX1" fmla="*/ 41995 w 77932"/>
                <a:gd name="connsiteY1" fmla="*/ 4616 h 92920"/>
                <a:gd name="connsiteX2" fmla="*/ 64751 w 77932"/>
                <a:gd name="connsiteY2" fmla="*/ 39841 h 92920"/>
                <a:gd name="connsiteX3" fmla="*/ 17025 w 77932"/>
                <a:gd name="connsiteY3" fmla="*/ 39841 h 92920"/>
                <a:gd name="connsiteX4" fmla="*/ 16823 w 77932"/>
                <a:gd name="connsiteY4" fmla="*/ 44092 h 92920"/>
                <a:gd name="connsiteX5" fmla="*/ 73007 w 77932"/>
                <a:gd name="connsiteY5" fmla="*/ 44092 h 92920"/>
                <a:gd name="connsiteX6" fmla="*/ 78041 w 77932"/>
                <a:gd name="connsiteY6" fmla="*/ 39841 h 92920"/>
                <a:gd name="connsiteX7" fmla="*/ 41995 w 77932"/>
                <a:gd name="connsiteY7" fmla="*/ 162 h 92920"/>
                <a:gd name="connsiteX8" fmla="*/ 109 w 77932"/>
                <a:gd name="connsiteY8" fmla="*/ 46319 h 92920"/>
                <a:gd name="connsiteX9" fmla="*/ 44412 w 77932"/>
                <a:gd name="connsiteY9" fmla="*/ 93083 h 92920"/>
                <a:gd name="connsiteX10" fmla="*/ 78041 w 77932"/>
                <a:gd name="connsiteY10" fmla="*/ 66765 h 92920"/>
                <a:gd name="connsiteX11" fmla="*/ 75424 w 77932"/>
                <a:gd name="connsiteY11" fmla="*/ 64336 h 92920"/>
                <a:gd name="connsiteX12" fmla="*/ 72806 w 77932"/>
                <a:gd name="connsiteY12" fmla="*/ 67170 h 92920"/>
                <a:gd name="connsiteX13" fmla="*/ 45620 w 77932"/>
                <a:gd name="connsiteY13" fmla="*/ 88022 h 92920"/>
                <a:gd name="connsiteX14" fmla="*/ 22865 w 77932"/>
                <a:gd name="connsiteY14" fmla="*/ 74458 h 92920"/>
                <a:gd name="connsiteX15" fmla="*/ 16823 w 77932"/>
                <a:gd name="connsiteY15" fmla="*/ 440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25" y="39841"/>
                  </a:moveTo>
                  <a:cubicBezTo>
                    <a:pt x="18233" y="9677"/>
                    <a:pt x="35148" y="4616"/>
                    <a:pt x="41995" y="4616"/>
                  </a:cubicBezTo>
                  <a:cubicBezTo>
                    <a:pt x="62737" y="4616"/>
                    <a:pt x="64751" y="31946"/>
                    <a:pt x="64751" y="39841"/>
                  </a:cubicBezTo>
                  <a:lnTo>
                    <a:pt x="17025" y="39841"/>
                  </a:lnTo>
                  <a:close/>
                  <a:moveTo>
                    <a:pt x="16823" y="44092"/>
                  </a:moveTo>
                  <a:lnTo>
                    <a:pt x="73007" y="44092"/>
                  </a:lnTo>
                  <a:cubicBezTo>
                    <a:pt x="77437" y="44092"/>
                    <a:pt x="78041" y="44092"/>
                    <a:pt x="78041" y="39841"/>
                  </a:cubicBezTo>
                  <a:cubicBezTo>
                    <a:pt x="78041" y="19799"/>
                    <a:pt x="67167" y="162"/>
                    <a:pt x="41995" y="162"/>
                  </a:cubicBezTo>
                  <a:cubicBezTo>
                    <a:pt x="18636" y="162"/>
                    <a:pt x="109" y="21014"/>
                    <a:pt x="109" y="46319"/>
                  </a:cubicBezTo>
                  <a:cubicBezTo>
                    <a:pt x="109" y="73446"/>
                    <a:pt x="21254" y="93083"/>
                    <a:pt x="44412" y="93083"/>
                  </a:cubicBezTo>
                  <a:cubicBezTo>
                    <a:pt x="68980" y="93083"/>
                    <a:pt x="78041" y="70612"/>
                    <a:pt x="78041" y="66765"/>
                  </a:cubicBezTo>
                  <a:cubicBezTo>
                    <a:pt x="78041" y="64741"/>
                    <a:pt x="76430" y="64336"/>
                    <a:pt x="75424" y="64336"/>
                  </a:cubicBezTo>
                  <a:cubicBezTo>
                    <a:pt x="73611" y="64336"/>
                    <a:pt x="73208" y="65551"/>
                    <a:pt x="72806" y="67170"/>
                  </a:cubicBezTo>
                  <a:cubicBezTo>
                    <a:pt x="65758" y="88022"/>
                    <a:pt x="47634" y="88022"/>
                    <a:pt x="45620" y="88022"/>
                  </a:cubicBezTo>
                  <a:cubicBezTo>
                    <a:pt x="35551" y="88022"/>
                    <a:pt x="27496" y="81949"/>
                    <a:pt x="22865" y="74458"/>
                  </a:cubicBezTo>
                  <a:cubicBezTo>
                    <a:pt x="16823" y="64741"/>
                    <a:pt x="16823" y="51380"/>
                    <a:pt x="16823" y="440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7" name="Freeform 846">
              <a:extLst>
                <a:ext uri="{FF2B5EF4-FFF2-40B4-BE49-F238E27FC236}">
                  <a16:creationId xmlns:a16="http://schemas.microsoft.com/office/drawing/2014/main" id="{53304910-518D-F808-0F2B-76A848867FD5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6570063" y="5610606"/>
              <a:ext cx="99278" cy="128752"/>
            </a:xfrm>
            <a:custGeom>
              <a:avLst/>
              <a:gdLst>
                <a:gd name="connsiteX0" fmla="*/ 69789 w 99278"/>
                <a:gd name="connsiteY0" fmla="*/ 77292 h 128752"/>
                <a:gd name="connsiteX1" fmla="*/ 69789 w 99278"/>
                <a:gd name="connsiteY1" fmla="*/ 113529 h 128752"/>
                <a:gd name="connsiteX2" fmla="*/ 54082 w 99278"/>
                <a:gd name="connsiteY2" fmla="*/ 122639 h 128752"/>
                <a:gd name="connsiteX3" fmla="*/ 54082 w 99278"/>
                <a:gd name="connsiteY3" fmla="*/ 128915 h 128752"/>
                <a:gd name="connsiteX4" fmla="*/ 76636 w 99278"/>
                <a:gd name="connsiteY4" fmla="*/ 128307 h 128752"/>
                <a:gd name="connsiteX5" fmla="*/ 99392 w 99278"/>
                <a:gd name="connsiteY5" fmla="*/ 128915 h 128752"/>
                <a:gd name="connsiteX6" fmla="*/ 99392 w 99278"/>
                <a:gd name="connsiteY6" fmla="*/ 122639 h 128752"/>
                <a:gd name="connsiteX7" fmla="*/ 83684 w 99278"/>
                <a:gd name="connsiteY7" fmla="*/ 113529 h 128752"/>
                <a:gd name="connsiteX8" fmla="*/ 83684 w 99278"/>
                <a:gd name="connsiteY8" fmla="*/ 162 h 128752"/>
                <a:gd name="connsiteX9" fmla="*/ 79254 w 99278"/>
                <a:gd name="connsiteY9" fmla="*/ 162 h 128752"/>
                <a:gd name="connsiteX10" fmla="*/ 71602 w 99278"/>
                <a:gd name="connsiteY10" fmla="*/ 18585 h 128752"/>
                <a:gd name="connsiteX11" fmla="*/ 44618 w 99278"/>
                <a:gd name="connsiteY11" fmla="*/ 162 h 128752"/>
                <a:gd name="connsiteX12" fmla="*/ 114 w 99278"/>
                <a:gd name="connsiteY12" fmla="*/ 46116 h 128752"/>
                <a:gd name="connsiteX13" fmla="*/ 43007 w 99278"/>
                <a:gd name="connsiteY13" fmla="*/ 91868 h 128752"/>
                <a:gd name="connsiteX14" fmla="*/ 69789 w 99278"/>
                <a:gd name="connsiteY14" fmla="*/ 77292 h 128752"/>
                <a:gd name="connsiteX15" fmla="*/ 70394 w 99278"/>
                <a:gd name="connsiteY15" fmla="*/ 33565 h 128752"/>
                <a:gd name="connsiteX16" fmla="*/ 70394 w 99278"/>
                <a:gd name="connsiteY16" fmla="*/ 62109 h 128752"/>
                <a:gd name="connsiteX17" fmla="*/ 62339 w 99278"/>
                <a:gd name="connsiteY17" fmla="*/ 79114 h 128752"/>
                <a:gd name="connsiteX18" fmla="*/ 43812 w 99278"/>
                <a:gd name="connsiteY18" fmla="*/ 87414 h 128752"/>
                <a:gd name="connsiteX19" fmla="*/ 16828 w 99278"/>
                <a:gd name="connsiteY19" fmla="*/ 46116 h 128752"/>
                <a:gd name="connsiteX20" fmla="*/ 45826 w 99278"/>
                <a:gd name="connsiteY20" fmla="*/ 5223 h 128752"/>
                <a:gd name="connsiteX21" fmla="*/ 70394 w 99278"/>
                <a:gd name="connsiteY21" fmla="*/ 33565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9278" h="128752">
                  <a:moveTo>
                    <a:pt x="69789" y="77292"/>
                  </a:moveTo>
                  <a:lnTo>
                    <a:pt x="69789" y="113529"/>
                  </a:lnTo>
                  <a:cubicBezTo>
                    <a:pt x="69789" y="122639"/>
                    <a:pt x="67574" y="122639"/>
                    <a:pt x="54082" y="122639"/>
                  </a:cubicBezTo>
                  <a:lnTo>
                    <a:pt x="54082" y="128915"/>
                  </a:lnTo>
                  <a:cubicBezTo>
                    <a:pt x="60929" y="128712"/>
                    <a:pt x="71400" y="128307"/>
                    <a:pt x="76636" y="128307"/>
                  </a:cubicBezTo>
                  <a:cubicBezTo>
                    <a:pt x="82073" y="128307"/>
                    <a:pt x="92344" y="128712"/>
                    <a:pt x="99392" y="128915"/>
                  </a:cubicBezTo>
                  <a:lnTo>
                    <a:pt x="99392" y="122639"/>
                  </a:lnTo>
                  <a:cubicBezTo>
                    <a:pt x="85899" y="122639"/>
                    <a:pt x="83684" y="122639"/>
                    <a:pt x="83684" y="113529"/>
                  </a:cubicBezTo>
                  <a:lnTo>
                    <a:pt x="83684" y="162"/>
                  </a:lnTo>
                  <a:lnTo>
                    <a:pt x="79254" y="162"/>
                  </a:lnTo>
                  <a:lnTo>
                    <a:pt x="71602" y="18585"/>
                  </a:lnTo>
                  <a:cubicBezTo>
                    <a:pt x="68984" y="12916"/>
                    <a:pt x="60728" y="162"/>
                    <a:pt x="44618" y="162"/>
                  </a:cubicBezTo>
                  <a:cubicBezTo>
                    <a:pt x="21258" y="162"/>
                    <a:pt x="114" y="19799"/>
                    <a:pt x="114" y="46116"/>
                  </a:cubicBezTo>
                  <a:cubicBezTo>
                    <a:pt x="114" y="71422"/>
                    <a:pt x="19647" y="91868"/>
                    <a:pt x="43007" y="91868"/>
                  </a:cubicBezTo>
                  <a:cubicBezTo>
                    <a:pt x="57103" y="91868"/>
                    <a:pt x="65359" y="83163"/>
                    <a:pt x="69789" y="77292"/>
                  </a:cubicBezTo>
                  <a:close/>
                  <a:moveTo>
                    <a:pt x="70394" y="33565"/>
                  </a:moveTo>
                  <a:lnTo>
                    <a:pt x="70394" y="62109"/>
                  </a:lnTo>
                  <a:cubicBezTo>
                    <a:pt x="70394" y="68587"/>
                    <a:pt x="66769" y="74256"/>
                    <a:pt x="62339" y="79114"/>
                  </a:cubicBezTo>
                  <a:cubicBezTo>
                    <a:pt x="59721" y="81949"/>
                    <a:pt x="53277" y="87414"/>
                    <a:pt x="43812" y="87414"/>
                  </a:cubicBezTo>
                  <a:cubicBezTo>
                    <a:pt x="29112" y="87414"/>
                    <a:pt x="16828" y="69397"/>
                    <a:pt x="16828" y="46116"/>
                  </a:cubicBezTo>
                  <a:cubicBezTo>
                    <a:pt x="16828" y="22026"/>
                    <a:pt x="30924" y="5223"/>
                    <a:pt x="45826" y="5223"/>
                  </a:cubicBezTo>
                  <a:cubicBezTo>
                    <a:pt x="61936" y="5223"/>
                    <a:pt x="70394" y="22836"/>
                    <a:pt x="70394" y="3356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8" name="Freeform 847">
              <a:extLst>
                <a:ext uri="{FF2B5EF4-FFF2-40B4-BE49-F238E27FC236}">
                  <a16:creationId xmlns:a16="http://schemas.microsoft.com/office/drawing/2014/main" id="{688F9E08-E35D-2565-D3CD-BFB6E3455F8D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6675942" y="5610606"/>
              <a:ext cx="101291" cy="91705"/>
            </a:xfrm>
            <a:custGeom>
              <a:avLst/>
              <a:gdLst>
                <a:gd name="connsiteX0" fmla="*/ 72413 w 101291"/>
                <a:gd name="connsiteY0" fmla="*/ 73648 h 91705"/>
                <a:gd name="connsiteX1" fmla="*/ 72413 w 101291"/>
                <a:gd name="connsiteY1" fmla="*/ 91868 h 91705"/>
                <a:gd name="connsiteX2" fmla="*/ 101411 w 101291"/>
                <a:gd name="connsiteY2" fmla="*/ 89641 h 91705"/>
                <a:gd name="connsiteX3" fmla="*/ 101411 w 101291"/>
                <a:gd name="connsiteY3" fmla="*/ 83366 h 91705"/>
                <a:gd name="connsiteX4" fmla="*/ 85703 w 101291"/>
                <a:gd name="connsiteY4" fmla="*/ 72029 h 91705"/>
                <a:gd name="connsiteX5" fmla="*/ 85703 w 101291"/>
                <a:gd name="connsiteY5" fmla="*/ 162 h 91705"/>
                <a:gd name="connsiteX6" fmla="*/ 56101 w 101291"/>
                <a:gd name="connsiteY6" fmla="*/ 2389 h 91705"/>
                <a:gd name="connsiteX7" fmla="*/ 56101 w 101291"/>
                <a:gd name="connsiteY7" fmla="*/ 8665 h 91705"/>
                <a:gd name="connsiteX8" fmla="*/ 71808 w 101291"/>
                <a:gd name="connsiteY8" fmla="*/ 20002 h 91705"/>
                <a:gd name="connsiteX9" fmla="*/ 71808 w 101291"/>
                <a:gd name="connsiteY9" fmla="*/ 56036 h 91705"/>
                <a:gd name="connsiteX10" fmla="*/ 47442 w 101291"/>
                <a:gd name="connsiteY10" fmla="*/ 87414 h 91705"/>
                <a:gd name="connsiteX11" fmla="*/ 29721 w 101291"/>
                <a:gd name="connsiteY11" fmla="*/ 67373 h 91705"/>
                <a:gd name="connsiteX12" fmla="*/ 29721 w 101291"/>
                <a:gd name="connsiteY12" fmla="*/ 162 h 91705"/>
                <a:gd name="connsiteX13" fmla="*/ 119 w 101291"/>
                <a:gd name="connsiteY13" fmla="*/ 2389 h 91705"/>
                <a:gd name="connsiteX14" fmla="*/ 119 w 101291"/>
                <a:gd name="connsiteY14" fmla="*/ 8665 h 91705"/>
                <a:gd name="connsiteX15" fmla="*/ 15826 w 101291"/>
                <a:gd name="connsiteY15" fmla="*/ 27289 h 91705"/>
                <a:gd name="connsiteX16" fmla="*/ 15826 w 101291"/>
                <a:gd name="connsiteY16" fmla="*/ 57656 h 91705"/>
                <a:gd name="connsiteX17" fmla="*/ 46435 w 101291"/>
                <a:gd name="connsiteY17" fmla="*/ 91868 h 91705"/>
                <a:gd name="connsiteX18" fmla="*/ 72413 w 101291"/>
                <a:gd name="connsiteY18" fmla="*/ 73648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413" y="73648"/>
                  </a:moveTo>
                  <a:lnTo>
                    <a:pt x="72413" y="91868"/>
                  </a:lnTo>
                  <a:lnTo>
                    <a:pt x="101411" y="89641"/>
                  </a:lnTo>
                  <a:lnTo>
                    <a:pt x="101411" y="83366"/>
                  </a:lnTo>
                  <a:cubicBezTo>
                    <a:pt x="87314" y="83366"/>
                    <a:pt x="85703" y="81949"/>
                    <a:pt x="85703" y="72029"/>
                  </a:cubicBezTo>
                  <a:lnTo>
                    <a:pt x="85703" y="162"/>
                  </a:lnTo>
                  <a:lnTo>
                    <a:pt x="56101" y="2389"/>
                  </a:lnTo>
                  <a:lnTo>
                    <a:pt x="56101" y="8665"/>
                  </a:lnTo>
                  <a:cubicBezTo>
                    <a:pt x="70197" y="8665"/>
                    <a:pt x="71808" y="10082"/>
                    <a:pt x="71808" y="20002"/>
                  </a:cubicBezTo>
                  <a:lnTo>
                    <a:pt x="71808" y="56036"/>
                  </a:lnTo>
                  <a:cubicBezTo>
                    <a:pt x="71808" y="73648"/>
                    <a:pt x="62142" y="87414"/>
                    <a:pt x="47442" y="87414"/>
                  </a:cubicBezTo>
                  <a:cubicBezTo>
                    <a:pt x="30527" y="87414"/>
                    <a:pt x="29721" y="77900"/>
                    <a:pt x="29721" y="67373"/>
                  </a:cubicBezTo>
                  <a:lnTo>
                    <a:pt x="29721" y="162"/>
                  </a:lnTo>
                  <a:lnTo>
                    <a:pt x="119" y="2389"/>
                  </a:lnTo>
                  <a:lnTo>
                    <a:pt x="119" y="8665"/>
                  </a:lnTo>
                  <a:cubicBezTo>
                    <a:pt x="15826" y="8665"/>
                    <a:pt x="15826" y="9272"/>
                    <a:pt x="15826" y="27289"/>
                  </a:cubicBezTo>
                  <a:lnTo>
                    <a:pt x="15826" y="57656"/>
                  </a:lnTo>
                  <a:cubicBezTo>
                    <a:pt x="15826" y="73446"/>
                    <a:pt x="15826" y="91868"/>
                    <a:pt x="46435" y="91868"/>
                  </a:cubicBezTo>
                  <a:cubicBezTo>
                    <a:pt x="57712" y="91868"/>
                    <a:pt x="66573" y="86200"/>
                    <a:pt x="72413" y="7364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49" name="Freeform 848">
              <a:extLst>
                <a:ext uri="{FF2B5EF4-FFF2-40B4-BE49-F238E27FC236}">
                  <a16:creationId xmlns:a16="http://schemas.microsoft.com/office/drawing/2014/main" id="{52E3E7B9-C528-FFEB-4FBF-0B8C3D8245F1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6789832" y="5609392"/>
              <a:ext cx="90820" cy="92920"/>
            </a:xfrm>
            <a:custGeom>
              <a:avLst/>
              <a:gdLst>
                <a:gd name="connsiteX0" fmla="*/ 58725 w 90820"/>
                <a:gd name="connsiteY0" fmla="*/ 75470 h 92920"/>
                <a:gd name="connsiteX1" fmla="*/ 74432 w 90820"/>
                <a:gd name="connsiteY1" fmla="*/ 92071 h 92920"/>
                <a:gd name="connsiteX2" fmla="*/ 90945 w 90820"/>
                <a:gd name="connsiteY2" fmla="*/ 72839 h 92920"/>
                <a:gd name="connsiteX3" fmla="*/ 90945 w 90820"/>
                <a:gd name="connsiteY3" fmla="*/ 61502 h 92920"/>
                <a:gd name="connsiteX4" fmla="*/ 85910 w 90820"/>
                <a:gd name="connsiteY4" fmla="*/ 61502 h 92920"/>
                <a:gd name="connsiteX5" fmla="*/ 85910 w 90820"/>
                <a:gd name="connsiteY5" fmla="*/ 72839 h 92920"/>
                <a:gd name="connsiteX6" fmla="*/ 78661 w 90820"/>
                <a:gd name="connsiteY6" fmla="*/ 85795 h 92920"/>
                <a:gd name="connsiteX7" fmla="*/ 71210 w 90820"/>
                <a:gd name="connsiteY7" fmla="*/ 75673 h 92920"/>
                <a:gd name="connsiteX8" fmla="*/ 71210 w 90820"/>
                <a:gd name="connsiteY8" fmla="*/ 35185 h 92920"/>
                <a:gd name="connsiteX9" fmla="*/ 63960 w 90820"/>
                <a:gd name="connsiteY9" fmla="*/ 11297 h 92920"/>
                <a:gd name="connsiteX10" fmla="*/ 36372 w 90820"/>
                <a:gd name="connsiteY10" fmla="*/ 162 h 92920"/>
                <a:gd name="connsiteX11" fmla="*/ 5964 w 90820"/>
                <a:gd name="connsiteY11" fmla="*/ 23038 h 92920"/>
                <a:gd name="connsiteX12" fmla="*/ 15228 w 90820"/>
                <a:gd name="connsiteY12" fmla="*/ 32553 h 92920"/>
                <a:gd name="connsiteX13" fmla="*/ 24491 w 90820"/>
                <a:gd name="connsiteY13" fmla="*/ 23241 h 92920"/>
                <a:gd name="connsiteX14" fmla="*/ 14221 w 90820"/>
                <a:gd name="connsiteY14" fmla="*/ 13928 h 92920"/>
                <a:gd name="connsiteX15" fmla="*/ 35969 w 90820"/>
                <a:gd name="connsiteY15" fmla="*/ 4616 h 92920"/>
                <a:gd name="connsiteX16" fmla="*/ 57315 w 90820"/>
                <a:gd name="connsiteY16" fmla="*/ 30529 h 92920"/>
                <a:gd name="connsiteX17" fmla="*/ 57315 w 90820"/>
                <a:gd name="connsiteY17" fmla="*/ 38019 h 92920"/>
                <a:gd name="connsiteX18" fmla="*/ 20262 w 90820"/>
                <a:gd name="connsiteY18" fmla="*/ 45307 h 92920"/>
                <a:gd name="connsiteX19" fmla="*/ 124 w 90820"/>
                <a:gd name="connsiteY19" fmla="*/ 71624 h 92920"/>
                <a:gd name="connsiteX20" fmla="*/ 32344 w 90820"/>
                <a:gd name="connsiteY20" fmla="*/ 93083 h 92920"/>
                <a:gd name="connsiteX21" fmla="*/ 58725 w 90820"/>
                <a:gd name="connsiteY21" fmla="*/ 75470 h 92920"/>
                <a:gd name="connsiteX22" fmla="*/ 57315 w 90820"/>
                <a:gd name="connsiteY22" fmla="*/ 42270 h 92920"/>
                <a:gd name="connsiteX23" fmla="*/ 57315 w 90820"/>
                <a:gd name="connsiteY23" fmla="*/ 62514 h 92920"/>
                <a:gd name="connsiteX24" fmla="*/ 33754 w 90820"/>
                <a:gd name="connsiteY24" fmla="*/ 88629 h 92920"/>
                <a:gd name="connsiteX25" fmla="*/ 15630 w 90820"/>
                <a:gd name="connsiteY25" fmla="*/ 71422 h 92920"/>
                <a:gd name="connsiteX26" fmla="*/ 57315 w 90820"/>
                <a:gd name="connsiteY26" fmla="*/ 4227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25" y="75470"/>
                  </a:moveTo>
                  <a:cubicBezTo>
                    <a:pt x="59530" y="83568"/>
                    <a:pt x="64967" y="92071"/>
                    <a:pt x="74432" y="92071"/>
                  </a:cubicBezTo>
                  <a:cubicBezTo>
                    <a:pt x="78661" y="92071"/>
                    <a:pt x="90945" y="89236"/>
                    <a:pt x="90945" y="72839"/>
                  </a:cubicBezTo>
                  <a:lnTo>
                    <a:pt x="90945" y="61502"/>
                  </a:lnTo>
                  <a:lnTo>
                    <a:pt x="85910" y="61502"/>
                  </a:lnTo>
                  <a:lnTo>
                    <a:pt x="85910" y="72839"/>
                  </a:lnTo>
                  <a:cubicBezTo>
                    <a:pt x="85910" y="84580"/>
                    <a:pt x="80876" y="85795"/>
                    <a:pt x="78661" y="85795"/>
                  </a:cubicBezTo>
                  <a:cubicBezTo>
                    <a:pt x="72015" y="85795"/>
                    <a:pt x="71210" y="76685"/>
                    <a:pt x="71210" y="75673"/>
                  </a:cubicBezTo>
                  <a:lnTo>
                    <a:pt x="71210" y="35185"/>
                  </a:lnTo>
                  <a:cubicBezTo>
                    <a:pt x="71210" y="26682"/>
                    <a:pt x="71210" y="18787"/>
                    <a:pt x="63960" y="11297"/>
                  </a:cubicBezTo>
                  <a:cubicBezTo>
                    <a:pt x="56107" y="3401"/>
                    <a:pt x="46038" y="162"/>
                    <a:pt x="36372" y="162"/>
                  </a:cubicBezTo>
                  <a:cubicBezTo>
                    <a:pt x="19859" y="162"/>
                    <a:pt x="5964" y="9677"/>
                    <a:pt x="5964" y="23038"/>
                  </a:cubicBezTo>
                  <a:cubicBezTo>
                    <a:pt x="5964" y="29111"/>
                    <a:pt x="9992" y="32553"/>
                    <a:pt x="15228" y="32553"/>
                  </a:cubicBezTo>
                  <a:cubicBezTo>
                    <a:pt x="20866" y="32553"/>
                    <a:pt x="24491" y="28504"/>
                    <a:pt x="24491" y="23241"/>
                  </a:cubicBezTo>
                  <a:cubicBezTo>
                    <a:pt x="24491" y="20811"/>
                    <a:pt x="23484" y="14131"/>
                    <a:pt x="14221" y="13928"/>
                  </a:cubicBezTo>
                  <a:cubicBezTo>
                    <a:pt x="19658" y="6843"/>
                    <a:pt x="29525" y="4616"/>
                    <a:pt x="35969" y="4616"/>
                  </a:cubicBezTo>
                  <a:cubicBezTo>
                    <a:pt x="45837" y="4616"/>
                    <a:pt x="57315" y="12511"/>
                    <a:pt x="57315" y="30529"/>
                  </a:cubicBezTo>
                  <a:lnTo>
                    <a:pt x="57315" y="38019"/>
                  </a:lnTo>
                  <a:cubicBezTo>
                    <a:pt x="47045" y="38626"/>
                    <a:pt x="32949" y="39233"/>
                    <a:pt x="20262" y="45307"/>
                  </a:cubicBezTo>
                  <a:cubicBezTo>
                    <a:pt x="5159" y="52190"/>
                    <a:pt x="124" y="62717"/>
                    <a:pt x="124" y="71624"/>
                  </a:cubicBezTo>
                  <a:cubicBezTo>
                    <a:pt x="124" y="88022"/>
                    <a:pt x="19658" y="93083"/>
                    <a:pt x="32344" y="93083"/>
                  </a:cubicBezTo>
                  <a:cubicBezTo>
                    <a:pt x="45635" y="93083"/>
                    <a:pt x="54898" y="84985"/>
                    <a:pt x="58725" y="75470"/>
                  </a:cubicBezTo>
                  <a:close/>
                  <a:moveTo>
                    <a:pt x="57315" y="42270"/>
                  </a:moveTo>
                  <a:lnTo>
                    <a:pt x="57315" y="62514"/>
                  </a:lnTo>
                  <a:cubicBezTo>
                    <a:pt x="57315" y="81746"/>
                    <a:pt x="42816" y="88629"/>
                    <a:pt x="33754" y="88629"/>
                  </a:cubicBezTo>
                  <a:cubicBezTo>
                    <a:pt x="23887" y="88629"/>
                    <a:pt x="15630" y="81544"/>
                    <a:pt x="15630" y="71422"/>
                  </a:cubicBezTo>
                  <a:cubicBezTo>
                    <a:pt x="15630" y="60287"/>
                    <a:pt x="24088" y="43485"/>
                    <a:pt x="57315" y="4227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0" name="Freeform 849">
              <a:extLst>
                <a:ext uri="{FF2B5EF4-FFF2-40B4-BE49-F238E27FC236}">
                  <a16:creationId xmlns:a16="http://schemas.microsoft.com/office/drawing/2014/main" id="{AABFB035-CCD8-F409-84C5-4AD8184BBD57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6888707" y="5559591"/>
              <a:ext cx="44705" cy="140493"/>
            </a:xfrm>
            <a:custGeom>
              <a:avLst/>
              <a:gdLst>
                <a:gd name="connsiteX0" fmla="*/ 29127 w 44705"/>
                <a:gd name="connsiteY0" fmla="*/ 162 h 140493"/>
                <a:gd name="connsiteX1" fmla="*/ 129 w 44705"/>
                <a:gd name="connsiteY1" fmla="*/ 2389 h 140493"/>
                <a:gd name="connsiteX2" fmla="*/ 129 w 44705"/>
                <a:gd name="connsiteY2" fmla="*/ 8665 h 140493"/>
                <a:gd name="connsiteX3" fmla="*/ 15837 w 44705"/>
                <a:gd name="connsiteY3" fmla="*/ 20002 h 140493"/>
                <a:gd name="connsiteX4" fmla="*/ 15837 w 44705"/>
                <a:gd name="connsiteY4" fmla="*/ 125271 h 140493"/>
                <a:gd name="connsiteX5" fmla="*/ 129 w 44705"/>
                <a:gd name="connsiteY5" fmla="*/ 134381 h 140493"/>
                <a:gd name="connsiteX6" fmla="*/ 129 w 44705"/>
                <a:gd name="connsiteY6" fmla="*/ 140656 h 140493"/>
                <a:gd name="connsiteX7" fmla="*/ 22482 w 44705"/>
                <a:gd name="connsiteY7" fmla="*/ 140049 h 140493"/>
                <a:gd name="connsiteX8" fmla="*/ 44835 w 44705"/>
                <a:gd name="connsiteY8" fmla="*/ 140656 h 140493"/>
                <a:gd name="connsiteX9" fmla="*/ 44835 w 44705"/>
                <a:gd name="connsiteY9" fmla="*/ 134381 h 140493"/>
                <a:gd name="connsiteX10" fmla="*/ 29127 w 44705"/>
                <a:gd name="connsiteY10" fmla="*/ 125271 h 140493"/>
                <a:gd name="connsiteX11" fmla="*/ 29127 w 44705"/>
                <a:gd name="connsiteY11" fmla="*/ 16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127" y="162"/>
                  </a:moveTo>
                  <a:lnTo>
                    <a:pt x="129" y="2389"/>
                  </a:lnTo>
                  <a:lnTo>
                    <a:pt x="129" y="8665"/>
                  </a:lnTo>
                  <a:cubicBezTo>
                    <a:pt x="14226" y="8665"/>
                    <a:pt x="15837" y="10082"/>
                    <a:pt x="15837" y="20002"/>
                  </a:cubicBezTo>
                  <a:lnTo>
                    <a:pt x="15837" y="125271"/>
                  </a:lnTo>
                  <a:cubicBezTo>
                    <a:pt x="15837" y="134381"/>
                    <a:pt x="13622" y="134381"/>
                    <a:pt x="129" y="134381"/>
                  </a:cubicBezTo>
                  <a:lnTo>
                    <a:pt x="129" y="140656"/>
                  </a:lnTo>
                  <a:cubicBezTo>
                    <a:pt x="6775" y="140454"/>
                    <a:pt x="17448" y="140049"/>
                    <a:pt x="22482" y="140049"/>
                  </a:cubicBezTo>
                  <a:cubicBezTo>
                    <a:pt x="27516" y="140049"/>
                    <a:pt x="37384" y="140454"/>
                    <a:pt x="44835" y="140656"/>
                  </a:cubicBezTo>
                  <a:lnTo>
                    <a:pt x="44835" y="134381"/>
                  </a:lnTo>
                  <a:cubicBezTo>
                    <a:pt x="31343" y="134381"/>
                    <a:pt x="29127" y="134381"/>
                    <a:pt x="29127" y="125271"/>
                  </a:cubicBezTo>
                  <a:lnTo>
                    <a:pt x="29127" y="16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1" name="Freeform 850">
              <a:extLst>
                <a:ext uri="{FF2B5EF4-FFF2-40B4-BE49-F238E27FC236}">
                  <a16:creationId xmlns:a16="http://schemas.microsoft.com/office/drawing/2014/main" id="{BB6FB873-3AEB-725F-B7E1-62BF73B9B80E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944645" y="5564652"/>
              <a:ext cx="43094" cy="135432"/>
            </a:xfrm>
            <a:custGeom>
              <a:avLst/>
              <a:gdLst>
                <a:gd name="connsiteX0" fmla="*/ 29130 w 43094"/>
                <a:gd name="connsiteY0" fmla="*/ 46116 h 135432"/>
                <a:gd name="connsiteX1" fmla="*/ 938 w 43094"/>
                <a:gd name="connsiteY1" fmla="*/ 48343 h 135432"/>
                <a:gd name="connsiteX2" fmla="*/ 938 w 43094"/>
                <a:gd name="connsiteY2" fmla="*/ 54619 h 135432"/>
                <a:gd name="connsiteX3" fmla="*/ 15839 w 43094"/>
                <a:gd name="connsiteY3" fmla="*/ 65753 h 135432"/>
                <a:gd name="connsiteX4" fmla="*/ 15839 w 43094"/>
                <a:gd name="connsiteY4" fmla="*/ 120210 h 135432"/>
                <a:gd name="connsiteX5" fmla="*/ 132 w 43094"/>
                <a:gd name="connsiteY5" fmla="*/ 129320 h 135432"/>
                <a:gd name="connsiteX6" fmla="*/ 132 w 43094"/>
                <a:gd name="connsiteY6" fmla="*/ 135595 h 135432"/>
                <a:gd name="connsiteX7" fmla="*/ 22283 w 43094"/>
                <a:gd name="connsiteY7" fmla="*/ 134988 h 135432"/>
                <a:gd name="connsiteX8" fmla="*/ 43226 w 43094"/>
                <a:gd name="connsiteY8" fmla="*/ 135595 h 135432"/>
                <a:gd name="connsiteX9" fmla="*/ 43226 w 43094"/>
                <a:gd name="connsiteY9" fmla="*/ 129320 h 135432"/>
                <a:gd name="connsiteX10" fmla="*/ 29130 w 43094"/>
                <a:gd name="connsiteY10" fmla="*/ 120412 h 135432"/>
                <a:gd name="connsiteX11" fmla="*/ 29130 w 43094"/>
                <a:gd name="connsiteY11" fmla="*/ 46116 h 135432"/>
                <a:gd name="connsiteX12" fmla="*/ 29936 w 43094"/>
                <a:gd name="connsiteY12" fmla="*/ 10892 h 135432"/>
                <a:gd name="connsiteX13" fmla="*/ 19263 w 43094"/>
                <a:gd name="connsiteY13" fmla="*/ 162 h 135432"/>
                <a:gd name="connsiteX14" fmla="*/ 8590 w 43094"/>
                <a:gd name="connsiteY14" fmla="*/ 10892 h 135432"/>
                <a:gd name="connsiteX15" fmla="*/ 19263 w 43094"/>
                <a:gd name="connsiteY15" fmla="*/ 21621 h 135432"/>
                <a:gd name="connsiteX16" fmla="*/ 29936 w 43094"/>
                <a:gd name="connsiteY16" fmla="*/ 1089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30" y="46116"/>
                  </a:moveTo>
                  <a:lnTo>
                    <a:pt x="938" y="48343"/>
                  </a:lnTo>
                  <a:lnTo>
                    <a:pt x="938" y="54619"/>
                  </a:lnTo>
                  <a:cubicBezTo>
                    <a:pt x="14027" y="54619"/>
                    <a:pt x="15839" y="55834"/>
                    <a:pt x="15839" y="65753"/>
                  </a:cubicBezTo>
                  <a:lnTo>
                    <a:pt x="15839" y="120210"/>
                  </a:lnTo>
                  <a:cubicBezTo>
                    <a:pt x="15839" y="129320"/>
                    <a:pt x="13624" y="129320"/>
                    <a:pt x="132" y="129320"/>
                  </a:cubicBezTo>
                  <a:lnTo>
                    <a:pt x="132" y="135595"/>
                  </a:lnTo>
                  <a:cubicBezTo>
                    <a:pt x="6576" y="135393"/>
                    <a:pt x="17450" y="134988"/>
                    <a:pt x="22283" y="134988"/>
                  </a:cubicBezTo>
                  <a:cubicBezTo>
                    <a:pt x="29332" y="134988"/>
                    <a:pt x="36380" y="135393"/>
                    <a:pt x="43226" y="135595"/>
                  </a:cubicBezTo>
                  <a:lnTo>
                    <a:pt x="43226" y="129320"/>
                  </a:lnTo>
                  <a:cubicBezTo>
                    <a:pt x="29936" y="129320"/>
                    <a:pt x="29130" y="128307"/>
                    <a:pt x="29130" y="120412"/>
                  </a:cubicBezTo>
                  <a:lnTo>
                    <a:pt x="29130" y="46116"/>
                  </a:lnTo>
                  <a:close/>
                  <a:moveTo>
                    <a:pt x="29936" y="10892"/>
                  </a:moveTo>
                  <a:cubicBezTo>
                    <a:pt x="29936" y="4414"/>
                    <a:pt x="24901" y="162"/>
                    <a:pt x="19263" y="162"/>
                  </a:cubicBezTo>
                  <a:cubicBezTo>
                    <a:pt x="13020" y="162"/>
                    <a:pt x="8590" y="5628"/>
                    <a:pt x="8590" y="10892"/>
                  </a:cubicBezTo>
                  <a:cubicBezTo>
                    <a:pt x="8590" y="16358"/>
                    <a:pt x="13020" y="21621"/>
                    <a:pt x="19263" y="21621"/>
                  </a:cubicBezTo>
                  <a:cubicBezTo>
                    <a:pt x="24901" y="21621"/>
                    <a:pt x="29936" y="17370"/>
                    <a:pt x="29936" y="108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2" name="Freeform 851">
              <a:extLst>
                <a:ext uri="{FF2B5EF4-FFF2-40B4-BE49-F238E27FC236}">
                  <a16:creationId xmlns:a16="http://schemas.microsoft.com/office/drawing/2014/main" id="{F15E038B-4E42-6B6A-B2C7-C184FFF0F8B1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997764" y="5575584"/>
              <a:ext cx="63030" cy="126727"/>
            </a:xfrm>
            <a:custGeom>
              <a:avLst/>
              <a:gdLst>
                <a:gd name="connsiteX0" fmla="*/ 31147 w 63030"/>
                <a:gd name="connsiteY0" fmla="*/ 43687 h 126727"/>
                <a:gd name="connsiteX1" fmla="*/ 59943 w 63030"/>
                <a:gd name="connsiteY1" fmla="*/ 43687 h 126727"/>
                <a:gd name="connsiteX2" fmla="*/ 59943 w 63030"/>
                <a:gd name="connsiteY2" fmla="*/ 37412 h 126727"/>
                <a:gd name="connsiteX3" fmla="*/ 31147 w 63030"/>
                <a:gd name="connsiteY3" fmla="*/ 37412 h 126727"/>
                <a:gd name="connsiteX4" fmla="*/ 31147 w 63030"/>
                <a:gd name="connsiteY4" fmla="*/ 162 h 126727"/>
                <a:gd name="connsiteX5" fmla="*/ 26112 w 63030"/>
                <a:gd name="connsiteY5" fmla="*/ 162 h 126727"/>
                <a:gd name="connsiteX6" fmla="*/ 135 w 63030"/>
                <a:gd name="connsiteY6" fmla="*/ 39233 h 126727"/>
                <a:gd name="connsiteX7" fmla="*/ 135 w 63030"/>
                <a:gd name="connsiteY7" fmla="*/ 43687 h 126727"/>
                <a:gd name="connsiteX8" fmla="*/ 17252 w 63030"/>
                <a:gd name="connsiteY8" fmla="*/ 43687 h 126727"/>
                <a:gd name="connsiteX9" fmla="*/ 17252 w 63030"/>
                <a:gd name="connsiteY9" fmla="*/ 99561 h 126727"/>
                <a:gd name="connsiteX10" fmla="*/ 43229 w 63030"/>
                <a:gd name="connsiteY10" fmla="*/ 126890 h 126727"/>
                <a:gd name="connsiteX11" fmla="*/ 63165 w 63030"/>
                <a:gd name="connsiteY11" fmla="*/ 99561 h 126727"/>
                <a:gd name="connsiteX12" fmla="*/ 63165 w 63030"/>
                <a:gd name="connsiteY12" fmla="*/ 88022 h 126727"/>
                <a:gd name="connsiteX13" fmla="*/ 58131 w 63030"/>
                <a:gd name="connsiteY13" fmla="*/ 88022 h 126727"/>
                <a:gd name="connsiteX14" fmla="*/ 58131 w 63030"/>
                <a:gd name="connsiteY14" fmla="*/ 99156 h 126727"/>
                <a:gd name="connsiteX15" fmla="*/ 44639 w 63030"/>
                <a:gd name="connsiteY15" fmla="*/ 121829 h 126727"/>
                <a:gd name="connsiteX16" fmla="*/ 31147 w 63030"/>
                <a:gd name="connsiteY16" fmla="*/ 99966 h 126727"/>
                <a:gd name="connsiteX17" fmla="*/ 31147 w 63030"/>
                <a:gd name="connsiteY17" fmla="*/ 4368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47" y="43687"/>
                  </a:moveTo>
                  <a:lnTo>
                    <a:pt x="59943" y="43687"/>
                  </a:lnTo>
                  <a:lnTo>
                    <a:pt x="59943" y="37412"/>
                  </a:lnTo>
                  <a:lnTo>
                    <a:pt x="31147" y="37412"/>
                  </a:lnTo>
                  <a:lnTo>
                    <a:pt x="31147" y="162"/>
                  </a:lnTo>
                  <a:lnTo>
                    <a:pt x="26112" y="162"/>
                  </a:lnTo>
                  <a:cubicBezTo>
                    <a:pt x="25911" y="16763"/>
                    <a:pt x="19870" y="38424"/>
                    <a:pt x="135" y="39233"/>
                  </a:cubicBezTo>
                  <a:lnTo>
                    <a:pt x="135" y="43687"/>
                  </a:lnTo>
                  <a:lnTo>
                    <a:pt x="17252" y="43687"/>
                  </a:lnTo>
                  <a:lnTo>
                    <a:pt x="17252" y="99561"/>
                  </a:lnTo>
                  <a:cubicBezTo>
                    <a:pt x="17252" y="124461"/>
                    <a:pt x="35980" y="126890"/>
                    <a:pt x="43229" y="126890"/>
                  </a:cubicBezTo>
                  <a:cubicBezTo>
                    <a:pt x="57527" y="126890"/>
                    <a:pt x="63165" y="112517"/>
                    <a:pt x="63165" y="99561"/>
                  </a:cubicBezTo>
                  <a:lnTo>
                    <a:pt x="63165" y="88022"/>
                  </a:lnTo>
                  <a:lnTo>
                    <a:pt x="58131" y="88022"/>
                  </a:lnTo>
                  <a:lnTo>
                    <a:pt x="58131" y="99156"/>
                  </a:lnTo>
                  <a:cubicBezTo>
                    <a:pt x="58131" y="114137"/>
                    <a:pt x="52090" y="121829"/>
                    <a:pt x="44639" y="121829"/>
                  </a:cubicBezTo>
                  <a:cubicBezTo>
                    <a:pt x="31147" y="121829"/>
                    <a:pt x="31147" y="103407"/>
                    <a:pt x="31147" y="99966"/>
                  </a:cubicBezTo>
                  <a:lnTo>
                    <a:pt x="31147" y="4368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3" name="Freeform 852">
              <a:extLst>
                <a:ext uri="{FF2B5EF4-FFF2-40B4-BE49-F238E27FC236}">
                  <a16:creationId xmlns:a16="http://schemas.microsoft.com/office/drawing/2014/main" id="{E3351DD2-4FF7-A589-1692-CACD66337339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7070483" y="5612833"/>
              <a:ext cx="98472" cy="128752"/>
            </a:xfrm>
            <a:custGeom>
              <a:avLst/>
              <a:gdLst>
                <a:gd name="connsiteX0" fmla="*/ 79883 w 98472"/>
                <a:gd name="connsiteY0" fmla="*/ 19394 h 128752"/>
                <a:gd name="connsiteX1" fmla="*/ 98611 w 98472"/>
                <a:gd name="connsiteY1" fmla="*/ 6438 h 128752"/>
                <a:gd name="connsiteX2" fmla="*/ 98611 w 98472"/>
                <a:gd name="connsiteY2" fmla="*/ 162 h 128752"/>
                <a:gd name="connsiteX3" fmla="*/ 83508 w 98472"/>
                <a:gd name="connsiteY3" fmla="*/ 770 h 128752"/>
                <a:gd name="connsiteX4" fmla="*/ 65988 w 98472"/>
                <a:gd name="connsiteY4" fmla="*/ 162 h 128752"/>
                <a:gd name="connsiteX5" fmla="*/ 65988 w 98472"/>
                <a:gd name="connsiteY5" fmla="*/ 6438 h 128752"/>
                <a:gd name="connsiteX6" fmla="*/ 75453 w 98472"/>
                <a:gd name="connsiteY6" fmla="*/ 15143 h 128752"/>
                <a:gd name="connsiteX7" fmla="*/ 74245 w 98472"/>
                <a:gd name="connsiteY7" fmla="*/ 20002 h 128752"/>
                <a:gd name="connsiteX8" fmla="*/ 53906 w 98472"/>
                <a:gd name="connsiteY8" fmla="*/ 69802 h 128752"/>
                <a:gd name="connsiteX9" fmla="*/ 31553 w 98472"/>
                <a:gd name="connsiteY9" fmla="*/ 15345 h 128752"/>
                <a:gd name="connsiteX10" fmla="*/ 30345 w 98472"/>
                <a:gd name="connsiteY10" fmla="*/ 11702 h 128752"/>
                <a:gd name="connsiteX11" fmla="*/ 41622 w 98472"/>
                <a:gd name="connsiteY11" fmla="*/ 6438 h 128752"/>
                <a:gd name="connsiteX12" fmla="*/ 41622 w 98472"/>
                <a:gd name="connsiteY12" fmla="*/ 162 h 128752"/>
                <a:gd name="connsiteX13" fmla="*/ 19672 w 98472"/>
                <a:gd name="connsiteY13" fmla="*/ 770 h 128752"/>
                <a:gd name="connsiteX14" fmla="*/ 138 w 98472"/>
                <a:gd name="connsiteY14" fmla="*/ 162 h 128752"/>
                <a:gd name="connsiteX15" fmla="*/ 138 w 98472"/>
                <a:gd name="connsiteY15" fmla="*/ 6438 h 128752"/>
                <a:gd name="connsiteX16" fmla="*/ 16450 w 98472"/>
                <a:gd name="connsiteY16" fmla="*/ 13523 h 128752"/>
                <a:gd name="connsiteX17" fmla="*/ 46656 w 98472"/>
                <a:gd name="connsiteY17" fmla="*/ 87414 h 128752"/>
                <a:gd name="connsiteX18" fmla="*/ 41622 w 98472"/>
                <a:gd name="connsiteY18" fmla="*/ 99358 h 128752"/>
                <a:gd name="connsiteX19" fmla="*/ 18665 w 98472"/>
                <a:gd name="connsiteY19" fmla="*/ 124461 h 128752"/>
                <a:gd name="connsiteX20" fmla="*/ 9200 w 98472"/>
                <a:gd name="connsiteY20" fmla="*/ 120817 h 128752"/>
                <a:gd name="connsiteX21" fmla="*/ 17054 w 98472"/>
                <a:gd name="connsiteY21" fmla="*/ 112315 h 128752"/>
                <a:gd name="connsiteX22" fmla="*/ 8596 w 98472"/>
                <a:gd name="connsiteY22" fmla="*/ 103812 h 128752"/>
                <a:gd name="connsiteX23" fmla="*/ 138 w 98472"/>
                <a:gd name="connsiteY23" fmla="*/ 112517 h 128752"/>
                <a:gd name="connsiteX24" fmla="*/ 18665 w 98472"/>
                <a:gd name="connsiteY24" fmla="*/ 128915 h 128752"/>
                <a:gd name="connsiteX25" fmla="*/ 44441 w 98472"/>
                <a:gd name="connsiteY25" fmla="*/ 105837 h 128752"/>
                <a:gd name="connsiteX26" fmla="*/ 79883 w 98472"/>
                <a:gd name="connsiteY26" fmla="*/ 19394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8472" h="128752">
                  <a:moveTo>
                    <a:pt x="79883" y="19394"/>
                  </a:moveTo>
                  <a:cubicBezTo>
                    <a:pt x="85119" y="6641"/>
                    <a:pt x="95389" y="6438"/>
                    <a:pt x="98611" y="6438"/>
                  </a:cubicBezTo>
                  <a:lnTo>
                    <a:pt x="98611" y="162"/>
                  </a:lnTo>
                  <a:cubicBezTo>
                    <a:pt x="93979" y="567"/>
                    <a:pt x="88140" y="770"/>
                    <a:pt x="83508" y="770"/>
                  </a:cubicBezTo>
                  <a:cubicBezTo>
                    <a:pt x="79883" y="770"/>
                    <a:pt x="70419" y="365"/>
                    <a:pt x="65988" y="162"/>
                  </a:cubicBezTo>
                  <a:lnTo>
                    <a:pt x="65988" y="6438"/>
                  </a:lnTo>
                  <a:cubicBezTo>
                    <a:pt x="72231" y="6641"/>
                    <a:pt x="75453" y="10082"/>
                    <a:pt x="75453" y="15143"/>
                  </a:cubicBezTo>
                  <a:cubicBezTo>
                    <a:pt x="75453" y="17167"/>
                    <a:pt x="75252" y="17572"/>
                    <a:pt x="74245" y="20002"/>
                  </a:cubicBezTo>
                  <a:lnTo>
                    <a:pt x="53906" y="69802"/>
                  </a:lnTo>
                  <a:lnTo>
                    <a:pt x="31553" y="15345"/>
                  </a:lnTo>
                  <a:cubicBezTo>
                    <a:pt x="30748" y="13321"/>
                    <a:pt x="30345" y="12511"/>
                    <a:pt x="30345" y="11702"/>
                  </a:cubicBezTo>
                  <a:cubicBezTo>
                    <a:pt x="30345" y="6438"/>
                    <a:pt x="37796" y="6438"/>
                    <a:pt x="41622" y="6438"/>
                  </a:cubicBezTo>
                  <a:lnTo>
                    <a:pt x="41622" y="162"/>
                  </a:lnTo>
                  <a:cubicBezTo>
                    <a:pt x="36386" y="365"/>
                    <a:pt x="23095" y="770"/>
                    <a:pt x="19672" y="770"/>
                  </a:cubicBezTo>
                  <a:cubicBezTo>
                    <a:pt x="14235" y="770"/>
                    <a:pt x="6180" y="567"/>
                    <a:pt x="138" y="162"/>
                  </a:cubicBezTo>
                  <a:lnTo>
                    <a:pt x="138" y="6438"/>
                  </a:lnTo>
                  <a:cubicBezTo>
                    <a:pt x="9805" y="6438"/>
                    <a:pt x="13631" y="6438"/>
                    <a:pt x="16450" y="13523"/>
                  </a:cubicBezTo>
                  <a:lnTo>
                    <a:pt x="46656" y="87414"/>
                  </a:lnTo>
                  <a:cubicBezTo>
                    <a:pt x="45649" y="90046"/>
                    <a:pt x="42830" y="96727"/>
                    <a:pt x="41622" y="99358"/>
                  </a:cubicBezTo>
                  <a:cubicBezTo>
                    <a:pt x="37192" y="110493"/>
                    <a:pt x="31553" y="124461"/>
                    <a:pt x="18665" y="124461"/>
                  </a:cubicBezTo>
                  <a:cubicBezTo>
                    <a:pt x="17658" y="124461"/>
                    <a:pt x="13027" y="124461"/>
                    <a:pt x="9200" y="120817"/>
                  </a:cubicBezTo>
                  <a:cubicBezTo>
                    <a:pt x="15443" y="120007"/>
                    <a:pt x="17054" y="115554"/>
                    <a:pt x="17054" y="112315"/>
                  </a:cubicBezTo>
                  <a:cubicBezTo>
                    <a:pt x="17054" y="107051"/>
                    <a:pt x="13228" y="103812"/>
                    <a:pt x="8596" y="103812"/>
                  </a:cubicBezTo>
                  <a:cubicBezTo>
                    <a:pt x="4569" y="103812"/>
                    <a:pt x="138" y="106444"/>
                    <a:pt x="138" y="112517"/>
                  </a:cubicBezTo>
                  <a:cubicBezTo>
                    <a:pt x="138" y="121627"/>
                    <a:pt x="8596" y="128915"/>
                    <a:pt x="18665" y="128915"/>
                  </a:cubicBezTo>
                  <a:cubicBezTo>
                    <a:pt x="31352" y="128915"/>
                    <a:pt x="39608" y="117376"/>
                    <a:pt x="44441" y="105837"/>
                  </a:cubicBezTo>
                  <a:lnTo>
                    <a:pt x="79883" y="1939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4" name="Freeform 853">
              <a:extLst>
                <a:ext uri="{FF2B5EF4-FFF2-40B4-BE49-F238E27FC236}">
                  <a16:creationId xmlns:a16="http://schemas.microsoft.com/office/drawing/2014/main" id="{CDD3F162-1290-6700-F863-25266A986AB6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246910" y="5609392"/>
              <a:ext cx="76724" cy="92920"/>
            </a:xfrm>
            <a:custGeom>
              <a:avLst/>
              <a:gdLst>
                <a:gd name="connsiteX0" fmla="*/ 16861 w 76724"/>
                <a:gd name="connsiteY0" fmla="*/ 46724 h 92920"/>
                <a:gd name="connsiteX1" fmla="*/ 44047 w 76724"/>
                <a:gd name="connsiteY1" fmla="*/ 5223 h 92920"/>
                <a:gd name="connsiteX2" fmla="*/ 65594 w 76724"/>
                <a:gd name="connsiteY2" fmla="*/ 12714 h 92920"/>
                <a:gd name="connsiteX3" fmla="*/ 56129 w 76724"/>
                <a:gd name="connsiteY3" fmla="*/ 22026 h 92920"/>
                <a:gd name="connsiteX4" fmla="*/ 65393 w 76724"/>
                <a:gd name="connsiteY4" fmla="*/ 31338 h 92920"/>
                <a:gd name="connsiteX5" fmla="*/ 74656 w 76724"/>
                <a:gd name="connsiteY5" fmla="*/ 21824 h 92920"/>
                <a:gd name="connsiteX6" fmla="*/ 43846 w 76724"/>
                <a:gd name="connsiteY6" fmla="*/ 162 h 92920"/>
                <a:gd name="connsiteX7" fmla="*/ 147 w 76724"/>
                <a:gd name="connsiteY7" fmla="*/ 47129 h 92920"/>
                <a:gd name="connsiteX8" fmla="*/ 43443 w 76724"/>
                <a:gd name="connsiteY8" fmla="*/ 93083 h 92920"/>
                <a:gd name="connsiteX9" fmla="*/ 76871 w 76724"/>
                <a:gd name="connsiteY9" fmla="*/ 66765 h 92920"/>
                <a:gd name="connsiteX10" fmla="*/ 74253 w 76724"/>
                <a:gd name="connsiteY10" fmla="*/ 64741 h 92920"/>
                <a:gd name="connsiteX11" fmla="*/ 71635 w 76724"/>
                <a:gd name="connsiteY11" fmla="*/ 66765 h 92920"/>
                <a:gd name="connsiteX12" fmla="*/ 45255 w 76724"/>
                <a:gd name="connsiteY12" fmla="*/ 88022 h 92920"/>
                <a:gd name="connsiteX13" fmla="*/ 16861 w 76724"/>
                <a:gd name="connsiteY13" fmla="*/ 46724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724" h="92920">
                  <a:moveTo>
                    <a:pt x="16861" y="46724"/>
                  </a:moveTo>
                  <a:cubicBezTo>
                    <a:pt x="16861" y="13726"/>
                    <a:pt x="33374" y="5223"/>
                    <a:pt x="44047" y="5223"/>
                  </a:cubicBezTo>
                  <a:cubicBezTo>
                    <a:pt x="45859" y="5223"/>
                    <a:pt x="58546" y="5426"/>
                    <a:pt x="65594" y="12714"/>
                  </a:cubicBezTo>
                  <a:cubicBezTo>
                    <a:pt x="57338" y="13321"/>
                    <a:pt x="56129" y="19394"/>
                    <a:pt x="56129" y="22026"/>
                  </a:cubicBezTo>
                  <a:cubicBezTo>
                    <a:pt x="56129" y="27289"/>
                    <a:pt x="59754" y="31338"/>
                    <a:pt x="65393" y="31338"/>
                  </a:cubicBezTo>
                  <a:cubicBezTo>
                    <a:pt x="70628" y="31338"/>
                    <a:pt x="74656" y="27897"/>
                    <a:pt x="74656" y="21824"/>
                  </a:cubicBezTo>
                  <a:cubicBezTo>
                    <a:pt x="74656" y="8058"/>
                    <a:pt x="59351" y="162"/>
                    <a:pt x="43846" y="162"/>
                  </a:cubicBezTo>
                  <a:cubicBezTo>
                    <a:pt x="18674" y="162"/>
                    <a:pt x="147" y="22026"/>
                    <a:pt x="147" y="47129"/>
                  </a:cubicBezTo>
                  <a:cubicBezTo>
                    <a:pt x="147" y="73041"/>
                    <a:pt x="20083" y="93083"/>
                    <a:pt x="43443" y="93083"/>
                  </a:cubicBezTo>
                  <a:cubicBezTo>
                    <a:pt x="70427" y="93083"/>
                    <a:pt x="76871" y="68790"/>
                    <a:pt x="76871" y="66765"/>
                  </a:cubicBezTo>
                  <a:cubicBezTo>
                    <a:pt x="76871" y="64741"/>
                    <a:pt x="74857" y="64741"/>
                    <a:pt x="74253" y="64741"/>
                  </a:cubicBezTo>
                  <a:cubicBezTo>
                    <a:pt x="72441" y="64741"/>
                    <a:pt x="72038" y="65551"/>
                    <a:pt x="71635" y="66765"/>
                  </a:cubicBezTo>
                  <a:cubicBezTo>
                    <a:pt x="65795" y="85592"/>
                    <a:pt x="52706" y="88022"/>
                    <a:pt x="45255" y="88022"/>
                  </a:cubicBezTo>
                  <a:cubicBezTo>
                    <a:pt x="34582" y="88022"/>
                    <a:pt x="16861" y="79317"/>
                    <a:pt x="16861" y="46724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5" name="Freeform 854">
              <a:extLst>
                <a:ext uri="{FF2B5EF4-FFF2-40B4-BE49-F238E27FC236}">
                  <a16:creationId xmlns:a16="http://schemas.microsoft.com/office/drawing/2014/main" id="{F101B8E1-DD7E-667E-1B04-3844993EDCD1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7335202" y="5609392"/>
              <a:ext cx="89209" cy="92920"/>
            </a:xfrm>
            <a:custGeom>
              <a:avLst/>
              <a:gdLst>
                <a:gd name="connsiteX0" fmla="*/ 89361 w 89209"/>
                <a:gd name="connsiteY0" fmla="*/ 47534 h 92920"/>
                <a:gd name="connsiteX1" fmla="*/ 44857 w 89209"/>
                <a:gd name="connsiteY1" fmla="*/ 162 h 92920"/>
                <a:gd name="connsiteX2" fmla="*/ 152 w 89209"/>
                <a:gd name="connsiteY2" fmla="*/ 47534 h 92920"/>
                <a:gd name="connsiteX3" fmla="*/ 44655 w 89209"/>
                <a:gd name="connsiteY3" fmla="*/ 93083 h 92920"/>
                <a:gd name="connsiteX4" fmla="*/ 89361 w 89209"/>
                <a:gd name="connsiteY4" fmla="*/ 47534 h 92920"/>
                <a:gd name="connsiteX5" fmla="*/ 44857 w 89209"/>
                <a:gd name="connsiteY5" fmla="*/ 88022 h 92920"/>
                <a:gd name="connsiteX6" fmla="*/ 21900 w 89209"/>
                <a:gd name="connsiteY6" fmla="*/ 74458 h 92920"/>
                <a:gd name="connsiteX7" fmla="*/ 16866 w 89209"/>
                <a:gd name="connsiteY7" fmla="*/ 45914 h 92920"/>
                <a:gd name="connsiteX8" fmla="*/ 21699 w 89209"/>
                <a:gd name="connsiteY8" fmla="*/ 18180 h 92920"/>
                <a:gd name="connsiteX9" fmla="*/ 44655 w 89209"/>
                <a:gd name="connsiteY9" fmla="*/ 4616 h 92920"/>
                <a:gd name="connsiteX10" fmla="*/ 67411 w 89209"/>
                <a:gd name="connsiteY10" fmla="*/ 17775 h 92920"/>
                <a:gd name="connsiteX11" fmla="*/ 72647 w 89209"/>
                <a:gd name="connsiteY11" fmla="*/ 45914 h 92920"/>
                <a:gd name="connsiteX12" fmla="*/ 68216 w 89209"/>
                <a:gd name="connsiteY12" fmla="*/ 73041 h 92920"/>
                <a:gd name="connsiteX13" fmla="*/ 44857 w 89209"/>
                <a:gd name="connsiteY13" fmla="*/ 8802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61" y="47534"/>
                  </a:moveTo>
                  <a:cubicBezTo>
                    <a:pt x="89361" y="21621"/>
                    <a:pt x="69223" y="162"/>
                    <a:pt x="44857" y="162"/>
                  </a:cubicBezTo>
                  <a:cubicBezTo>
                    <a:pt x="19685" y="162"/>
                    <a:pt x="152" y="22228"/>
                    <a:pt x="152" y="47534"/>
                  </a:cubicBezTo>
                  <a:cubicBezTo>
                    <a:pt x="152" y="73648"/>
                    <a:pt x="21095" y="93083"/>
                    <a:pt x="44655" y="93083"/>
                  </a:cubicBezTo>
                  <a:cubicBezTo>
                    <a:pt x="69022" y="93083"/>
                    <a:pt x="89361" y="73244"/>
                    <a:pt x="89361" y="47534"/>
                  </a:cubicBezTo>
                  <a:close/>
                  <a:moveTo>
                    <a:pt x="44857" y="88022"/>
                  </a:moveTo>
                  <a:cubicBezTo>
                    <a:pt x="36198" y="88022"/>
                    <a:pt x="27337" y="83770"/>
                    <a:pt x="21900" y="74458"/>
                  </a:cubicBezTo>
                  <a:cubicBezTo>
                    <a:pt x="16866" y="65551"/>
                    <a:pt x="16866" y="53202"/>
                    <a:pt x="16866" y="45914"/>
                  </a:cubicBezTo>
                  <a:cubicBezTo>
                    <a:pt x="16866" y="38019"/>
                    <a:pt x="16866" y="27087"/>
                    <a:pt x="21699" y="18180"/>
                  </a:cubicBezTo>
                  <a:cubicBezTo>
                    <a:pt x="27136" y="8867"/>
                    <a:pt x="36600" y="4616"/>
                    <a:pt x="44655" y="4616"/>
                  </a:cubicBezTo>
                  <a:cubicBezTo>
                    <a:pt x="53516" y="4616"/>
                    <a:pt x="62175" y="9070"/>
                    <a:pt x="67411" y="17775"/>
                  </a:cubicBezTo>
                  <a:cubicBezTo>
                    <a:pt x="72647" y="26480"/>
                    <a:pt x="72647" y="38221"/>
                    <a:pt x="72647" y="45914"/>
                  </a:cubicBezTo>
                  <a:cubicBezTo>
                    <a:pt x="72647" y="53202"/>
                    <a:pt x="72647" y="64134"/>
                    <a:pt x="68216" y="73041"/>
                  </a:cubicBezTo>
                  <a:cubicBezTo>
                    <a:pt x="63786" y="82151"/>
                    <a:pt x="54926" y="88022"/>
                    <a:pt x="44857" y="8802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6" name="Freeform 855">
              <a:extLst>
                <a:ext uri="{FF2B5EF4-FFF2-40B4-BE49-F238E27FC236}">
                  <a16:creationId xmlns:a16="http://schemas.microsoft.com/office/drawing/2014/main" id="{CF3DC466-2607-05E5-446E-6D746AA7E2AB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7436696" y="5610606"/>
              <a:ext cx="101291" cy="89478"/>
            </a:xfrm>
            <a:custGeom>
              <a:avLst/>
              <a:gdLst>
                <a:gd name="connsiteX0" fmla="*/ 15864 w 101291"/>
                <a:gd name="connsiteY0" fmla="*/ 20002 h 89478"/>
                <a:gd name="connsiteX1" fmla="*/ 15864 w 101291"/>
                <a:gd name="connsiteY1" fmla="*/ 74256 h 89478"/>
                <a:gd name="connsiteX2" fmla="*/ 156 w 101291"/>
                <a:gd name="connsiteY2" fmla="*/ 83366 h 89478"/>
                <a:gd name="connsiteX3" fmla="*/ 156 w 101291"/>
                <a:gd name="connsiteY3" fmla="*/ 89641 h 89478"/>
                <a:gd name="connsiteX4" fmla="*/ 22912 w 101291"/>
                <a:gd name="connsiteY4" fmla="*/ 89034 h 89478"/>
                <a:gd name="connsiteX5" fmla="*/ 45466 w 101291"/>
                <a:gd name="connsiteY5" fmla="*/ 89641 h 89478"/>
                <a:gd name="connsiteX6" fmla="*/ 45466 w 101291"/>
                <a:gd name="connsiteY6" fmla="*/ 83366 h 89478"/>
                <a:gd name="connsiteX7" fmla="*/ 29759 w 101291"/>
                <a:gd name="connsiteY7" fmla="*/ 74256 h 89478"/>
                <a:gd name="connsiteX8" fmla="*/ 29759 w 101291"/>
                <a:gd name="connsiteY8" fmla="*/ 37007 h 89478"/>
                <a:gd name="connsiteX9" fmla="*/ 56944 w 101291"/>
                <a:gd name="connsiteY9" fmla="*/ 4616 h 89478"/>
                <a:gd name="connsiteX10" fmla="*/ 71846 w 101291"/>
                <a:gd name="connsiteY10" fmla="*/ 27087 h 89478"/>
                <a:gd name="connsiteX11" fmla="*/ 71846 w 101291"/>
                <a:gd name="connsiteY11" fmla="*/ 74256 h 89478"/>
                <a:gd name="connsiteX12" fmla="*/ 56139 w 101291"/>
                <a:gd name="connsiteY12" fmla="*/ 83366 h 89478"/>
                <a:gd name="connsiteX13" fmla="*/ 56139 w 101291"/>
                <a:gd name="connsiteY13" fmla="*/ 89641 h 89478"/>
                <a:gd name="connsiteX14" fmla="*/ 78894 w 101291"/>
                <a:gd name="connsiteY14" fmla="*/ 89034 h 89478"/>
                <a:gd name="connsiteX15" fmla="*/ 101448 w 101291"/>
                <a:gd name="connsiteY15" fmla="*/ 89641 h 89478"/>
                <a:gd name="connsiteX16" fmla="*/ 101448 w 101291"/>
                <a:gd name="connsiteY16" fmla="*/ 83366 h 89478"/>
                <a:gd name="connsiteX17" fmla="*/ 85741 w 101291"/>
                <a:gd name="connsiteY17" fmla="*/ 77292 h 89478"/>
                <a:gd name="connsiteX18" fmla="*/ 85741 w 101291"/>
                <a:gd name="connsiteY18" fmla="*/ 38626 h 89478"/>
                <a:gd name="connsiteX19" fmla="*/ 79498 w 101291"/>
                <a:gd name="connsiteY19" fmla="*/ 7653 h 89478"/>
                <a:gd name="connsiteX20" fmla="*/ 58354 w 101291"/>
                <a:gd name="connsiteY20" fmla="*/ 162 h 89478"/>
                <a:gd name="connsiteX21" fmla="*/ 28550 w 101291"/>
                <a:gd name="connsiteY21" fmla="*/ 21419 h 89478"/>
                <a:gd name="connsiteX22" fmla="*/ 28550 w 101291"/>
                <a:gd name="connsiteY22" fmla="*/ 162 h 89478"/>
                <a:gd name="connsiteX23" fmla="*/ 156 w 101291"/>
                <a:gd name="connsiteY23" fmla="*/ 2389 h 89478"/>
                <a:gd name="connsiteX24" fmla="*/ 156 w 101291"/>
                <a:gd name="connsiteY24" fmla="*/ 8665 h 89478"/>
                <a:gd name="connsiteX25" fmla="*/ 15864 w 101291"/>
                <a:gd name="connsiteY25" fmla="*/ 2000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64" y="20002"/>
                  </a:moveTo>
                  <a:lnTo>
                    <a:pt x="15864" y="74256"/>
                  </a:lnTo>
                  <a:cubicBezTo>
                    <a:pt x="15864" y="83366"/>
                    <a:pt x="13649" y="83366"/>
                    <a:pt x="156" y="83366"/>
                  </a:cubicBezTo>
                  <a:lnTo>
                    <a:pt x="156" y="89641"/>
                  </a:lnTo>
                  <a:cubicBezTo>
                    <a:pt x="7205" y="89439"/>
                    <a:pt x="17475" y="89034"/>
                    <a:pt x="22912" y="89034"/>
                  </a:cubicBezTo>
                  <a:cubicBezTo>
                    <a:pt x="28148" y="89034"/>
                    <a:pt x="38619" y="89439"/>
                    <a:pt x="45466" y="89641"/>
                  </a:cubicBezTo>
                  <a:lnTo>
                    <a:pt x="45466" y="83366"/>
                  </a:lnTo>
                  <a:cubicBezTo>
                    <a:pt x="31974" y="83366"/>
                    <a:pt x="29759" y="83366"/>
                    <a:pt x="29759" y="74256"/>
                  </a:cubicBezTo>
                  <a:lnTo>
                    <a:pt x="29759" y="37007"/>
                  </a:lnTo>
                  <a:cubicBezTo>
                    <a:pt x="29759" y="15953"/>
                    <a:pt x="44056" y="4616"/>
                    <a:pt x="56944" y="4616"/>
                  </a:cubicBezTo>
                  <a:cubicBezTo>
                    <a:pt x="69631" y="4616"/>
                    <a:pt x="71846" y="15548"/>
                    <a:pt x="71846" y="27087"/>
                  </a:cubicBezTo>
                  <a:lnTo>
                    <a:pt x="71846" y="74256"/>
                  </a:lnTo>
                  <a:cubicBezTo>
                    <a:pt x="71846" y="83366"/>
                    <a:pt x="69631" y="83366"/>
                    <a:pt x="56139" y="83366"/>
                  </a:cubicBezTo>
                  <a:lnTo>
                    <a:pt x="56139" y="89641"/>
                  </a:lnTo>
                  <a:cubicBezTo>
                    <a:pt x="63187" y="89439"/>
                    <a:pt x="73457" y="89034"/>
                    <a:pt x="78894" y="89034"/>
                  </a:cubicBezTo>
                  <a:cubicBezTo>
                    <a:pt x="84130" y="89034"/>
                    <a:pt x="94602" y="89439"/>
                    <a:pt x="101448" y="89641"/>
                  </a:cubicBezTo>
                  <a:lnTo>
                    <a:pt x="101448" y="83366"/>
                  </a:lnTo>
                  <a:cubicBezTo>
                    <a:pt x="90977" y="83366"/>
                    <a:pt x="85942" y="83366"/>
                    <a:pt x="85741" y="77292"/>
                  </a:cubicBezTo>
                  <a:lnTo>
                    <a:pt x="85741" y="38626"/>
                  </a:lnTo>
                  <a:cubicBezTo>
                    <a:pt x="85741" y="21216"/>
                    <a:pt x="85741" y="14941"/>
                    <a:pt x="79498" y="7653"/>
                  </a:cubicBezTo>
                  <a:cubicBezTo>
                    <a:pt x="76679" y="4211"/>
                    <a:pt x="70034" y="162"/>
                    <a:pt x="58354" y="162"/>
                  </a:cubicBezTo>
                  <a:cubicBezTo>
                    <a:pt x="43654" y="162"/>
                    <a:pt x="34189" y="8867"/>
                    <a:pt x="28550" y="21419"/>
                  </a:cubicBezTo>
                  <a:lnTo>
                    <a:pt x="28550" y="162"/>
                  </a:lnTo>
                  <a:lnTo>
                    <a:pt x="156" y="2389"/>
                  </a:lnTo>
                  <a:lnTo>
                    <a:pt x="156" y="8665"/>
                  </a:lnTo>
                  <a:cubicBezTo>
                    <a:pt x="14253" y="8665"/>
                    <a:pt x="15864" y="10082"/>
                    <a:pt x="15864" y="2000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7" name="Freeform 856">
              <a:extLst>
                <a:ext uri="{FF2B5EF4-FFF2-40B4-BE49-F238E27FC236}">
                  <a16:creationId xmlns:a16="http://schemas.microsoft.com/office/drawing/2014/main" id="{8A9DB9A8-F060-6C1B-22F0-10B5FF2D8229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548773" y="5609392"/>
              <a:ext cx="65849" cy="92920"/>
            </a:xfrm>
            <a:custGeom>
              <a:avLst/>
              <a:gdLst>
                <a:gd name="connsiteX0" fmla="*/ 35403 w 65849"/>
                <a:gd name="connsiteY0" fmla="*/ 51582 h 92920"/>
                <a:gd name="connsiteX1" fmla="*/ 56346 w 65849"/>
                <a:gd name="connsiteY1" fmla="*/ 70207 h 92920"/>
                <a:gd name="connsiteX2" fmla="*/ 33590 w 65849"/>
                <a:gd name="connsiteY2" fmla="*/ 88629 h 92920"/>
                <a:gd name="connsiteX3" fmla="*/ 5599 w 65849"/>
                <a:gd name="connsiteY3" fmla="*/ 59882 h 92920"/>
                <a:gd name="connsiteX4" fmla="*/ 2780 w 65849"/>
                <a:gd name="connsiteY4" fmla="*/ 56441 h 92920"/>
                <a:gd name="connsiteX5" fmla="*/ 162 w 65849"/>
                <a:gd name="connsiteY5" fmla="*/ 61502 h 92920"/>
                <a:gd name="connsiteX6" fmla="*/ 162 w 65849"/>
                <a:gd name="connsiteY6" fmla="*/ 88224 h 92920"/>
                <a:gd name="connsiteX7" fmla="*/ 2377 w 65849"/>
                <a:gd name="connsiteY7" fmla="*/ 93083 h 92920"/>
                <a:gd name="connsiteX8" fmla="*/ 7412 w 65849"/>
                <a:gd name="connsiteY8" fmla="*/ 89034 h 92920"/>
                <a:gd name="connsiteX9" fmla="*/ 11439 w 65849"/>
                <a:gd name="connsiteY9" fmla="*/ 84378 h 92920"/>
                <a:gd name="connsiteX10" fmla="*/ 33590 w 65849"/>
                <a:gd name="connsiteY10" fmla="*/ 93083 h 92920"/>
                <a:gd name="connsiteX11" fmla="*/ 66012 w 65849"/>
                <a:gd name="connsiteY11" fmla="*/ 64943 h 92920"/>
                <a:gd name="connsiteX12" fmla="*/ 57554 w 65849"/>
                <a:gd name="connsiteY12" fmla="*/ 45712 h 92920"/>
                <a:gd name="connsiteX13" fmla="*/ 34597 w 65849"/>
                <a:gd name="connsiteY13" fmla="*/ 35994 h 92920"/>
                <a:gd name="connsiteX14" fmla="*/ 9828 w 65849"/>
                <a:gd name="connsiteY14" fmla="*/ 19394 h 92920"/>
                <a:gd name="connsiteX15" fmla="*/ 32382 w 65849"/>
                <a:gd name="connsiteY15" fmla="*/ 4009 h 92920"/>
                <a:gd name="connsiteX16" fmla="*/ 55943 w 65849"/>
                <a:gd name="connsiteY16" fmla="*/ 28504 h 92920"/>
                <a:gd name="connsiteX17" fmla="*/ 58360 w 65849"/>
                <a:gd name="connsiteY17" fmla="*/ 30326 h 92920"/>
                <a:gd name="connsiteX18" fmla="*/ 60977 w 65849"/>
                <a:gd name="connsiteY18" fmla="*/ 25467 h 92920"/>
                <a:gd name="connsiteX19" fmla="*/ 60977 w 65849"/>
                <a:gd name="connsiteY19" fmla="*/ 5021 h 92920"/>
                <a:gd name="connsiteX20" fmla="*/ 58762 w 65849"/>
                <a:gd name="connsiteY20" fmla="*/ 162 h 92920"/>
                <a:gd name="connsiteX21" fmla="*/ 54735 w 65849"/>
                <a:gd name="connsiteY21" fmla="*/ 2592 h 92920"/>
                <a:gd name="connsiteX22" fmla="*/ 51311 w 65849"/>
                <a:gd name="connsiteY22" fmla="*/ 5831 h 92920"/>
                <a:gd name="connsiteX23" fmla="*/ 32382 w 65849"/>
                <a:gd name="connsiteY23" fmla="*/ 162 h 92920"/>
                <a:gd name="connsiteX24" fmla="*/ 162 w 65849"/>
                <a:gd name="connsiteY24" fmla="*/ 25063 h 92920"/>
                <a:gd name="connsiteX25" fmla="*/ 8821 w 65849"/>
                <a:gd name="connsiteY25" fmla="*/ 42270 h 92920"/>
                <a:gd name="connsiteX26" fmla="*/ 35403 w 65849"/>
                <a:gd name="connsiteY26" fmla="*/ 5158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403" y="51582"/>
                  </a:moveTo>
                  <a:cubicBezTo>
                    <a:pt x="39833" y="52392"/>
                    <a:pt x="56346" y="55631"/>
                    <a:pt x="56346" y="70207"/>
                  </a:cubicBezTo>
                  <a:cubicBezTo>
                    <a:pt x="56346" y="80531"/>
                    <a:pt x="49298" y="88629"/>
                    <a:pt x="33590" y="88629"/>
                  </a:cubicBezTo>
                  <a:cubicBezTo>
                    <a:pt x="16675" y="88629"/>
                    <a:pt x="9425" y="77090"/>
                    <a:pt x="5599" y="59882"/>
                  </a:cubicBezTo>
                  <a:cubicBezTo>
                    <a:pt x="4995" y="57251"/>
                    <a:pt x="4794" y="56441"/>
                    <a:pt x="2780" y="56441"/>
                  </a:cubicBezTo>
                  <a:cubicBezTo>
                    <a:pt x="162" y="56441"/>
                    <a:pt x="162" y="57858"/>
                    <a:pt x="162" y="61502"/>
                  </a:cubicBezTo>
                  <a:lnTo>
                    <a:pt x="162" y="88224"/>
                  </a:lnTo>
                  <a:cubicBezTo>
                    <a:pt x="162" y="91666"/>
                    <a:pt x="162" y="93083"/>
                    <a:pt x="2377" y="93083"/>
                  </a:cubicBezTo>
                  <a:cubicBezTo>
                    <a:pt x="3384" y="93083"/>
                    <a:pt x="3585" y="92880"/>
                    <a:pt x="7412" y="89034"/>
                  </a:cubicBezTo>
                  <a:cubicBezTo>
                    <a:pt x="7814" y="88629"/>
                    <a:pt x="7814" y="88224"/>
                    <a:pt x="11439" y="84378"/>
                  </a:cubicBezTo>
                  <a:cubicBezTo>
                    <a:pt x="20300" y="92880"/>
                    <a:pt x="29361" y="93083"/>
                    <a:pt x="33590" y="93083"/>
                  </a:cubicBezTo>
                  <a:cubicBezTo>
                    <a:pt x="56749" y="93083"/>
                    <a:pt x="66012" y="79519"/>
                    <a:pt x="66012" y="64943"/>
                  </a:cubicBezTo>
                  <a:cubicBezTo>
                    <a:pt x="66012" y="54214"/>
                    <a:pt x="59971" y="48141"/>
                    <a:pt x="57554" y="45712"/>
                  </a:cubicBezTo>
                  <a:cubicBezTo>
                    <a:pt x="50909" y="39233"/>
                    <a:pt x="43055" y="37614"/>
                    <a:pt x="34597" y="35994"/>
                  </a:cubicBezTo>
                  <a:cubicBezTo>
                    <a:pt x="23320" y="33768"/>
                    <a:pt x="9828" y="31136"/>
                    <a:pt x="9828" y="19394"/>
                  </a:cubicBezTo>
                  <a:cubicBezTo>
                    <a:pt x="9828" y="12309"/>
                    <a:pt x="15064" y="4009"/>
                    <a:pt x="32382" y="4009"/>
                  </a:cubicBezTo>
                  <a:cubicBezTo>
                    <a:pt x="54533" y="4009"/>
                    <a:pt x="55540" y="22228"/>
                    <a:pt x="55943" y="28504"/>
                  </a:cubicBezTo>
                  <a:cubicBezTo>
                    <a:pt x="56144" y="30326"/>
                    <a:pt x="57957" y="30326"/>
                    <a:pt x="58360" y="30326"/>
                  </a:cubicBezTo>
                  <a:cubicBezTo>
                    <a:pt x="60977" y="30326"/>
                    <a:pt x="60977" y="29314"/>
                    <a:pt x="60977" y="25467"/>
                  </a:cubicBezTo>
                  <a:lnTo>
                    <a:pt x="60977" y="5021"/>
                  </a:lnTo>
                  <a:cubicBezTo>
                    <a:pt x="60977" y="1579"/>
                    <a:pt x="60977" y="162"/>
                    <a:pt x="58762" y="162"/>
                  </a:cubicBezTo>
                  <a:cubicBezTo>
                    <a:pt x="57755" y="162"/>
                    <a:pt x="57353" y="162"/>
                    <a:pt x="54735" y="2592"/>
                  </a:cubicBezTo>
                  <a:cubicBezTo>
                    <a:pt x="54131" y="3401"/>
                    <a:pt x="52117" y="5223"/>
                    <a:pt x="51311" y="5831"/>
                  </a:cubicBezTo>
                  <a:cubicBezTo>
                    <a:pt x="43659" y="162"/>
                    <a:pt x="35403" y="162"/>
                    <a:pt x="32382" y="162"/>
                  </a:cubicBezTo>
                  <a:cubicBezTo>
                    <a:pt x="7814" y="162"/>
                    <a:pt x="162" y="13726"/>
                    <a:pt x="162" y="25063"/>
                  </a:cubicBezTo>
                  <a:cubicBezTo>
                    <a:pt x="162" y="32148"/>
                    <a:pt x="3384" y="37816"/>
                    <a:pt x="8821" y="42270"/>
                  </a:cubicBezTo>
                  <a:cubicBezTo>
                    <a:pt x="15265" y="47534"/>
                    <a:pt x="20904" y="48748"/>
                    <a:pt x="35403" y="5158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8" name="Freeform 857">
              <a:extLst>
                <a:ext uri="{FF2B5EF4-FFF2-40B4-BE49-F238E27FC236}">
                  <a16:creationId xmlns:a16="http://schemas.microsoft.com/office/drawing/2014/main" id="{7B5219AC-03D6-15AB-B54C-D1DD53C91CD8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7625385" y="5575584"/>
              <a:ext cx="63030" cy="126727"/>
            </a:xfrm>
            <a:custGeom>
              <a:avLst/>
              <a:gdLst>
                <a:gd name="connsiteX0" fmla="*/ 31178 w 63030"/>
                <a:gd name="connsiteY0" fmla="*/ 43687 h 126727"/>
                <a:gd name="connsiteX1" fmla="*/ 59974 w 63030"/>
                <a:gd name="connsiteY1" fmla="*/ 43687 h 126727"/>
                <a:gd name="connsiteX2" fmla="*/ 59974 w 63030"/>
                <a:gd name="connsiteY2" fmla="*/ 37412 h 126727"/>
                <a:gd name="connsiteX3" fmla="*/ 31178 w 63030"/>
                <a:gd name="connsiteY3" fmla="*/ 37412 h 126727"/>
                <a:gd name="connsiteX4" fmla="*/ 31178 w 63030"/>
                <a:gd name="connsiteY4" fmla="*/ 162 h 126727"/>
                <a:gd name="connsiteX5" fmla="*/ 26143 w 63030"/>
                <a:gd name="connsiteY5" fmla="*/ 162 h 126727"/>
                <a:gd name="connsiteX6" fmla="*/ 166 w 63030"/>
                <a:gd name="connsiteY6" fmla="*/ 39233 h 126727"/>
                <a:gd name="connsiteX7" fmla="*/ 166 w 63030"/>
                <a:gd name="connsiteY7" fmla="*/ 43687 h 126727"/>
                <a:gd name="connsiteX8" fmla="*/ 17283 w 63030"/>
                <a:gd name="connsiteY8" fmla="*/ 43687 h 126727"/>
                <a:gd name="connsiteX9" fmla="*/ 17283 w 63030"/>
                <a:gd name="connsiteY9" fmla="*/ 99561 h 126727"/>
                <a:gd name="connsiteX10" fmla="*/ 43260 w 63030"/>
                <a:gd name="connsiteY10" fmla="*/ 126890 h 126727"/>
                <a:gd name="connsiteX11" fmla="*/ 63196 w 63030"/>
                <a:gd name="connsiteY11" fmla="*/ 99561 h 126727"/>
                <a:gd name="connsiteX12" fmla="*/ 63196 w 63030"/>
                <a:gd name="connsiteY12" fmla="*/ 88022 h 126727"/>
                <a:gd name="connsiteX13" fmla="*/ 58162 w 63030"/>
                <a:gd name="connsiteY13" fmla="*/ 88022 h 126727"/>
                <a:gd name="connsiteX14" fmla="*/ 58162 w 63030"/>
                <a:gd name="connsiteY14" fmla="*/ 99156 h 126727"/>
                <a:gd name="connsiteX15" fmla="*/ 44670 w 63030"/>
                <a:gd name="connsiteY15" fmla="*/ 121829 h 126727"/>
                <a:gd name="connsiteX16" fmla="*/ 31178 w 63030"/>
                <a:gd name="connsiteY16" fmla="*/ 99966 h 126727"/>
                <a:gd name="connsiteX17" fmla="*/ 31178 w 63030"/>
                <a:gd name="connsiteY17" fmla="*/ 4368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78" y="43687"/>
                  </a:moveTo>
                  <a:lnTo>
                    <a:pt x="59974" y="43687"/>
                  </a:lnTo>
                  <a:lnTo>
                    <a:pt x="59974" y="37412"/>
                  </a:lnTo>
                  <a:lnTo>
                    <a:pt x="31178" y="37412"/>
                  </a:lnTo>
                  <a:lnTo>
                    <a:pt x="31178" y="162"/>
                  </a:lnTo>
                  <a:lnTo>
                    <a:pt x="26143" y="162"/>
                  </a:lnTo>
                  <a:cubicBezTo>
                    <a:pt x="25942" y="16763"/>
                    <a:pt x="19901" y="38424"/>
                    <a:pt x="166" y="39233"/>
                  </a:cubicBezTo>
                  <a:lnTo>
                    <a:pt x="166" y="43687"/>
                  </a:lnTo>
                  <a:lnTo>
                    <a:pt x="17283" y="43687"/>
                  </a:lnTo>
                  <a:lnTo>
                    <a:pt x="17283" y="99561"/>
                  </a:lnTo>
                  <a:cubicBezTo>
                    <a:pt x="17283" y="124461"/>
                    <a:pt x="36011" y="126890"/>
                    <a:pt x="43260" y="126890"/>
                  </a:cubicBezTo>
                  <a:cubicBezTo>
                    <a:pt x="57558" y="126890"/>
                    <a:pt x="63196" y="112517"/>
                    <a:pt x="63196" y="99561"/>
                  </a:cubicBezTo>
                  <a:lnTo>
                    <a:pt x="63196" y="88022"/>
                  </a:lnTo>
                  <a:lnTo>
                    <a:pt x="58162" y="88022"/>
                  </a:lnTo>
                  <a:lnTo>
                    <a:pt x="58162" y="99156"/>
                  </a:lnTo>
                  <a:cubicBezTo>
                    <a:pt x="58162" y="114137"/>
                    <a:pt x="52121" y="121829"/>
                    <a:pt x="44670" y="121829"/>
                  </a:cubicBezTo>
                  <a:cubicBezTo>
                    <a:pt x="31178" y="121829"/>
                    <a:pt x="31178" y="103407"/>
                    <a:pt x="31178" y="99966"/>
                  </a:cubicBezTo>
                  <a:lnTo>
                    <a:pt x="31178" y="4368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59" name="Freeform 858">
              <a:extLst>
                <a:ext uri="{FF2B5EF4-FFF2-40B4-BE49-F238E27FC236}">
                  <a16:creationId xmlns:a16="http://schemas.microsoft.com/office/drawing/2014/main" id="{A488157E-EC5C-5DFF-0E93-44ECD08ED610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7705510" y="5610606"/>
              <a:ext cx="67662" cy="89478"/>
            </a:xfrm>
            <a:custGeom>
              <a:avLst/>
              <a:gdLst>
                <a:gd name="connsiteX0" fmla="*/ 28161 w 67662"/>
                <a:gd name="connsiteY0" fmla="*/ 22431 h 89478"/>
                <a:gd name="connsiteX1" fmla="*/ 28161 w 67662"/>
                <a:gd name="connsiteY1" fmla="*/ 162 h 89478"/>
                <a:gd name="connsiteX2" fmla="*/ 170 w 67662"/>
                <a:gd name="connsiteY2" fmla="*/ 2389 h 89478"/>
                <a:gd name="connsiteX3" fmla="*/ 170 w 67662"/>
                <a:gd name="connsiteY3" fmla="*/ 8665 h 89478"/>
                <a:gd name="connsiteX4" fmla="*/ 15877 w 67662"/>
                <a:gd name="connsiteY4" fmla="*/ 20002 h 89478"/>
                <a:gd name="connsiteX5" fmla="*/ 15877 w 67662"/>
                <a:gd name="connsiteY5" fmla="*/ 74256 h 89478"/>
                <a:gd name="connsiteX6" fmla="*/ 170 w 67662"/>
                <a:gd name="connsiteY6" fmla="*/ 83366 h 89478"/>
                <a:gd name="connsiteX7" fmla="*/ 170 w 67662"/>
                <a:gd name="connsiteY7" fmla="*/ 89641 h 89478"/>
                <a:gd name="connsiteX8" fmla="*/ 23127 w 67662"/>
                <a:gd name="connsiteY8" fmla="*/ 89034 h 89478"/>
                <a:gd name="connsiteX9" fmla="*/ 48701 w 67662"/>
                <a:gd name="connsiteY9" fmla="*/ 89641 h 89478"/>
                <a:gd name="connsiteX10" fmla="*/ 48701 w 67662"/>
                <a:gd name="connsiteY10" fmla="*/ 83366 h 89478"/>
                <a:gd name="connsiteX11" fmla="*/ 44472 w 67662"/>
                <a:gd name="connsiteY11" fmla="*/ 83366 h 89478"/>
                <a:gd name="connsiteX12" fmla="*/ 29168 w 67662"/>
                <a:gd name="connsiteY12" fmla="*/ 73851 h 89478"/>
                <a:gd name="connsiteX13" fmla="*/ 29168 w 67662"/>
                <a:gd name="connsiteY13" fmla="*/ 42675 h 89478"/>
                <a:gd name="connsiteX14" fmla="*/ 52930 w 67662"/>
                <a:gd name="connsiteY14" fmla="*/ 4616 h 89478"/>
                <a:gd name="connsiteX15" fmla="*/ 55145 w 67662"/>
                <a:gd name="connsiteY15" fmla="*/ 4819 h 89478"/>
                <a:gd name="connsiteX16" fmla="*/ 50514 w 67662"/>
                <a:gd name="connsiteY16" fmla="*/ 12714 h 89478"/>
                <a:gd name="connsiteX17" fmla="*/ 59173 w 67662"/>
                <a:gd name="connsiteY17" fmla="*/ 21419 h 89478"/>
                <a:gd name="connsiteX18" fmla="*/ 67832 w 67662"/>
                <a:gd name="connsiteY18" fmla="*/ 12511 h 89478"/>
                <a:gd name="connsiteX19" fmla="*/ 52930 w 67662"/>
                <a:gd name="connsiteY19" fmla="*/ 162 h 89478"/>
                <a:gd name="connsiteX20" fmla="*/ 28161 w 67662"/>
                <a:gd name="connsiteY20" fmla="*/ 2243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61" y="22431"/>
                  </a:moveTo>
                  <a:lnTo>
                    <a:pt x="28161" y="162"/>
                  </a:lnTo>
                  <a:lnTo>
                    <a:pt x="170" y="2389"/>
                  </a:lnTo>
                  <a:lnTo>
                    <a:pt x="170" y="8665"/>
                  </a:lnTo>
                  <a:cubicBezTo>
                    <a:pt x="14266" y="8665"/>
                    <a:pt x="15877" y="10082"/>
                    <a:pt x="15877" y="20002"/>
                  </a:cubicBezTo>
                  <a:lnTo>
                    <a:pt x="15877" y="74256"/>
                  </a:lnTo>
                  <a:cubicBezTo>
                    <a:pt x="15877" y="83366"/>
                    <a:pt x="13662" y="83366"/>
                    <a:pt x="170" y="83366"/>
                  </a:cubicBezTo>
                  <a:lnTo>
                    <a:pt x="170" y="89641"/>
                  </a:lnTo>
                  <a:cubicBezTo>
                    <a:pt x="8023" y="89439"/>
                    <a:pt x="17488" y="89034"/>
                    <a:pt x="23127" y="89034"/>
                  </a:cubicBezTo>
                  <a:cubicBezTo>
                    <a:pt x="31182" y="89034"/>
                    <a:pt x="40646" y="89034"/>
                    <a:pt x="48701" y="89641"/>
                  </a:cubicBezTo>
                  <a:lnTo>
                    <a:pt x="48701" y="83366"/>
                  </a:lnTo>
                  <a:lnTo>
                    <a:pt x="44472" y="83366"/>
                  </a:lnTo>
                  <a:cubicBezTo>
                    <a:pt x="29571" y="83366"/>
                    <a:pt x="29168" y="81139"/>
                    <a:pt x="29168" y="73851"/>
                  </a:cubicBezTo>
                  <a:lnTo>
                    <a:pt x="29168" y="42675"/>
                  </a:lnTo>
                  <a:cubicBezTo>
                    <a:pt x="29168" y="22633"/>
                    <a:pt x="37626" y="4616"/>
                    <a:pt x="52930" y="4616"/>
                  </a:cubicBezTo>
                  <a:cubicBezTo>
                    <a:pt x="54340" y="4616"/>
                    <a:pt x="54743" y="4616"/>
                    <a:pt x="55145" y="4819"/>
                  </a:cubicBezTo>
                  <a:cubicBezTo>
                    <a:pt x="54541" y="5021"/>
                    <a:pt x="50514" y="7450"/>
                    <a:pt x="50514" y="12714"/>
                  </a:cubicBezTo>
                  <a:cubicBezTo>
                    <a:pt x="50514" y="18382"/>
                    <a:pt x="54743" y="21419"/>
                    <a:pt x="59173" y="21419"/>
                  </a:cubicBezTo>
                  <a:cubicBezTo>
                    <a:pt x="62798" y="21419"/>
                    <a:pt x="67832" y="18989"/>
                    <a:pt x="67832" y="12511"/>
                  </a:cubicBezTo>
                  <a:cubicBezTo>
                    <a:pt x="67832" y="6033"/>
                    <a:pt x="61589" y="162"/>
                    <a:pt x="52930" y="162"/>
                  </a:cubicBezTo>
                  <a:cubicBezTo>
                    <a:pt x="38230" y="162"/>
                    <a:pt x="30980" y="13726"/>
                    <a:pt x="28161" y="2243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0" name="Freeform 859">
              <a:extLst>
                <a:ext uri="{FF2B5EF4-FFF2-40B4-BE49-F238E27FC236}">
                  <a16:creationId xmlns:a16="http://schemas.microsoft.com/office/drawing/2014/main" id="{1253CE39-9587-4AD7-16F8-8B9F2E3EDA3F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7787202" y="5609392"/>
              <a:ext cx="90820" cy="92920"/>
            </a:xfrm>
            <a:custGeom>
              <a:avLst/>
              <a:gdLst>
                <a:gd name="connsiteX0" fmla="*/ 58774 w 90820"/>
                <a:gd name="connsiteY0" fmla="*/ 75470 h 92920"/>
                <a:gd name="connsiteX1" fmla="*/ 74481 w 90820"/>
                <a:gd name="connsiteY1" fmla="*/ 92071 h 92920"/>
                <a:gd name="connsiteX2" fmla="*/ 90994 w 90820"/>
                <a:gd name="connsiteY2" fmla="*/ 72839 h 92920"/>
                <a:gd name="connsiteX3" fmla="*/ 90994 w 90820"/>
                <a:gd name="connsiteY3" fmla="*/ 61502 h 92920"/>
                <a:gd name="connsiteX4" fmla="*/ 85960 w 90820"/>
                <a:gd name="connsiteY4" fmla="*/ 61502 h 92920"/>
                <a:gd name="connsiteX5" fmla="*/ 85960 w 90820"/>
                <a:gd name="connsiteY5" fmla="*/ 72839 h 92920"/>
                <a:gd name="connsiteX6" fmla="*/ 78710 w 90820"/>
                <a:gd name="connsiteY6" fmla="*/ 85795 h 92920"/>
                <a:gd name="connsiteX7" fmla="*/ 71259 w 90820"/>
                <a:gd name="connsiteY7" fmla="*/ 75673 h 92920"/>
                <a:gd name="connsiteX8" fmla="*/ 71259 w 90820"/>
                <a:gd name="connsiteY8" fmla="*/ 35185 h 92920"/>
                <a:gd name="connsiteX9" fmla="*/ 64010 w 90820"/>
                <a:gd name="connsiteY9" fmla="*/ 11297 h 92920"/>
                <a:gd name="connsiteX10" fmla="*/ 36421 w 90820"/>
                <a:gd name="connsiteY10" fmla="*/ 162 h 92920"/>
                <a:gd name="connsiteX11" fmla="*/ 6014 w 90820"/>
                <a:gd name="connsiteY11" fmla="*/ 23038 h 92920"/>
                <a:gd name="connsiteX12" fmla="*/ 15277 w 90820"/>
                <a:gd name="connsiteY12" fmla="*/ 32553 h 92920"/>
                <a:gd name="connsiteX13" fmla="*/ 24540 w 90820"/>
                <a:gd name="connsiteY13" fmla="*/ 23241 h 92920"/>
                <a:gd name="connsiteX14" fmla="*/ 14270 w 90820"/>
                <a:gd name="connsiteY14" fmla="*/ 13928 h 92920"/>
                <a:gd name="connsiteX15" fmla="*/ 36019 w 90820"/>
                <a:gd name="connsiteY15" fmla="*/ 4616 h 92920"/>
                <a:gd name="connsiteX16" fmla="*/ 57364 w 90820"/>
                <a:gd name="connsiteY16" fmla="*/ 30529 h 92920"/>
                <a:gd name="connsiteX17" fmla="*/ 57364 w 90820"/>
                <a:gd name="connsiteY17" fmla="*/ 38019 h 92920"/>
                <a:gd name="connsiteX18" fmla="*/ 20311 w 90820"/>
                <a:gd name="connsiteY18" fmla="*/ 45307 h 92920"/>
                <a:gd name="connsiteX19" fmla="*/ 174 w 90820"/>
                <a:gd name="connsiteY19" fmla="*/ 71624 h 92920"/>
                <a:gd name="connsiteX20" fmla="*/ 32394 w 90820"/>
                <a:gd name="connsiteY20" fmla="*/ 93083 h 92920"/>
                <a:gd name="connsiteX21" fmla="*/ 58774 w 90820"/>
                <a:gd name="connsiteY21" fmla="*/ 75470 h 92920"/>
                <a:gd name="connsiteX22" fmla="*/ 57364 w 90820"/>
                <a:gd name="connsiteY22" fmla="*/ 42270 h 92920"/>
                <a:gd name="connsiteX23" fmla="*/ 57364 w 90820"/>
                <a:gd name="connsiteY23" fmla="*/ 62514 h 92920"/>
                <a:gd name="connsiteX24" fmla="*/ 33803 w 90820"/>
                <a:gd name="connsiteY24" fmla="*/ 88629 h 92920"/>
                <a:gd name="connsiteX25" fmla="*/ 15680 w 90820"/>
                <a:gd name="connsiteY25" fmla="*/ 71422 h 92920"/>
                <a:gd name="connsiteX26" fmla="*/ 57364 w 90820"/>
                <a:gd name="connsiteY26" fmla="*/ 4227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74" y="75470"/>
                  </a:moveTo>
                  <a:cubicBezTo>
                    <a:pt x="59579" y="83568"/>
                    <a:pt x="65017" y="92071"/>
                    <a:pt x="74481" y="92071"/>
                  </a:cubicBezTo>
                  <a:cubicBezTo>
                    <a:pt x="78710" y="92071"/>
                    <a:pt x="90994" y="89236"/>
                    <a:pt x="90994" y="72839"/>
                  </a:cubicBezTo>
                  <a:lnTo>
                    <a:pt x="90994" y="61502"/>
                  </a:lnTo>
                  <a:lnTo>
                    <a:pt x="85960" y="61502"/>
                  </a:lnTo>
                  <a:lnTo>
                    <a:pt x="85960" y="72839"/>
                  </a:lnTo>
                  <a:cubicBezTo>
                    <a:pt x="85960" y="84580"/>
                    <a:pt x="80925" y="85795"/>
                    <a:pt x="78710" y="85795"/>
                  </a:cubicBezTo>
                  <a:cubicBezTo>
                    <a:pt x="72065" y="85795"/>
                    <a:pt x="71259" y="76685"/>
                    <a:pt x="71259" y="75673"/>
                  </a:cubicBezTo>
                  <a:lnTo>
                    <a:pt x="71259" y="35185"/>
                  </a:lnTo>
                  <a:cubicBezTo>
                    <a:pt x="71259" y="26682"/>
                    <a:pt x="71259" y="18787"/>
                    <a:pt x="64010" y="11297"/>
                  </a:cubicBezTo>
                  <a:cubicBezTo>
                    <a:pt x="56156" y="3401"/>
                    <a:pt x="46087" y="162"/>
                    <a:pt x="36421" y="162"/>
                  </a:cubicBezTo>
                  <a:cubicBezTo>
                    <a:pt x="19909" y="162"/>
                    <a:pt x="6014" y="9677"/>
                    <a:pt x="6014" y="23038"/>
                  </a:cubicBezTo>
                  <a:cubicBezTo>
                    <a:pt x="6014" y="29111"/>
                    <a:pt x="10041" y="32553"/>
                    <a:pt x="15277" y="32553"/>
                  </a:cubicBezTo>
                  <a:cubicBezTo>
                    <a:pt x="20915" y="32553"/>
                    <a:pt x="24540" y="28504"/>
                    <a:pt x="24540" y="23241"/>
                  </a:cubicBezTo>
                  <a:cubicBezTo>
                    <a:pt x="24540" y="20811"/>
                    <a:pt x="23533" y="14131"/>
                    <a:pt x="14270" y="13928"/>
                  </a:cubicBezTo>
                  <a:cubicBezTo>
                    <a:pt x="19707" y="6843"/>
                    <a:pt x="29575" y="4616"/>
                    <a:pt x="36019" y="4616"/>
                  </a:cubicBezTo>
                  <a:cubicBezTo>
                    <a:pt x="45886" y="4616"/>
                    <a:pt x="57364" y="12511"/>
                    <a:pt x="57364" y="30529"/>
                  </a:cubicBezTo>
                  <a:lnTo>
                    <a:pt x="57364" y="38019"/>
                  </a:lnTo>
                  <a:cubicBezTo>
                    <a:pt x="47094" y="38626"/>
                    <a:pt x="32998" y="39233"/>
                    <a:pt x="20311" y="45307"/>
                  </a:cubicBezTo>
                  <a:cubicBezTo>
                    <a:pt x="5208" y="52190"/>
                    <a:pt x="174" y="62717"/>
                    <a:pt x="174" y="71624"/>
                  </a:cubicBezTo>
                  <a:cubicBezTo>
                    <a:pt x="174" y="88022"/>
                    <a:pt x="19707" y="93083"/>
                    <a:pt x="32394" y="93083"/>
                  </a:cubicBezTo>
                  <a:cubicBezTo>
                    <a:pt x="45685" y="93083"/>
                    <a:pt x="54948" y="84985"/>
                    <a:pt x="58774" y="75470"/>
                  </a:cubicBezTo>
                  <a:close/>
                  <a:moveTo>
                    <a:pt x="57364" y="42270"/>
                  </a:moveTo>
                  <a:lnTo>
                    <a:pt x="57364" y="62514"/>
                  </a:lnTo>
                  <a:cubicBezTo>
                    <a:pt x="57364" y="81746"/>
                    <a:pt x="42865" y="88629"/>
                    <a:pt x="33803" y="88629"/>
                  </a:cubicBezTo>
                  <a:cubicBezTo>
                    <a:pt x="23936" y="88629"/>
                    <a:pt x="15680" y="81544"/>
                    <a:pt x="15680" y="71422"/>
                  </a:cubicBezTo>
                  <a:cubicBezTo>
                    <a:pt x="15680" y="60287"/>
                    <a:pt x="24137" y="43485"/>
                    <a:pt x="57364" y="4227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1" name="Freeform 860">
              <a:extLst>
                <a:ext uri="{FF2B5EF4-FFF2-40B4-BE49-F238E27FC236}">
                  <a16:creationId xmlns:a16="http://schemas.microsoft.com/office/drawing/2014/main" id="{E5852F0B-F6AB-9C14-89FD-15DA59F74868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7886078" y="5564652"/>
              <a:ext cx="43094" cy="135432"/>
            </a:xfrm>
            <a:custGeom>
              <a:avLst/>
              <a:gdLst>
                <a:gd name="connsiteX0" fmla="*/ 29177 w 43094"/>
                <a:gd name="connsiteY0" fmla="*/ 46116 h 135432"/>
                <a:gd name="connsiteX1" fmla="*/ 984 w 43094"/>
                <a:gd name="connsiteY1" fmla="*/ 48343 h 135432"/>
                <a:gd name="connsiteX2" fmla="*/ 984 w 43094"/>
                <a:gd name="connsiteY2" fmla="*/ 54619 h 135432"/>
                <a:gd name="connsiteX3" fmla="*/ 15886 w 43094"/>
                <a:gd name="connsiteY3" fmla="*/ 65753 h 135432"/>
                <a:gd name="connsiteX4" fmla="*/ 15886 w 43094"/>
                <a:gd name="connsiteY4" fmla="*/ 120210 h 135432"/>
                <a:gd name="connsiteX5" fmla="*/ 179 w 43094"/>
                <a:gd name="connsiteY5" fmla="*/ 129320 h 135432"/>
                <a:gd name="connsiteX6" fmla="*/ 179 w 43094"/>
                <a:gd name="connsiteY6" fmla="*/ 135595 h 135432"/>
                <a:gd name="connsiteX7" fmla="*/ 22330 w 43094"/>
                <a:gd name="connsiteY7" fmla="*/ 134988 h 135432"/>
                <a:gd name="connsiteX8" fmla="*/ 43273 w 43094"/>
                <a:gd name="connsiteY8" fmla="*/ 135595 h 135432"/>
                <a:gd name="connsiteX9" fmla="*/ 43273 w 43094"/>
                <a:gd name="connsiteY9" fmla="*/ 129320 h 135432"/>
                <a:gd name="connsiteX10" fmla="*/ 29177 w 43094"/>
                <a:gd name="connsiteY10" fmla="*/ 120412 h 135432"/>
                <a:gd name="connsiteX11" fmla="*/ 29177 w 43094"/>
                <a:gd name="connsiteY11" fmla="*/ 46116 h 135432"/>
                <a:gd name="connsiteX12" fmla="*/ 29982 w 43094"/>
                <a:gd name="connsiteY12" fmla="*/ 10892 h 135432"/>
                <a:gd name="connsiteX13" fmla="*/ 19309 w 43094"/>
                <a:gd name="connsiteY13" fmla="*/ 162 h 135432"/>
                <a:gd name="connsiteX14" fmla="*/ 8636 w 43094"/>
                <a:gd name="connsiteY14" fmla="*/ 10892 h 135432"/>
                <a:gd name="connsiteX15" fmla="*/ 19309 w 43094"/>
                <a:gd name="connsiteY15" fmla="*/ 21621 h 135432"/>
                <a:gd name="connsiteX16" fmla="*/ 29982 w 43094"/>
                <a:gd name="connsiteY16" fmla="*/ 1089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77" y="46116"/>
                  </a:moveTo>
                  <a:lnTo>
                    <a:pt x="984" y="48343"/>
                  </a:lnTo>
                  <a:lnTo>
                    <a:pt x="984" y="54619"/>
                  </a:lnTo>
                  <a:cubicBezTo>
                    <a:pt x="14074" y="54619"/>
                    <a:pt x="15886" y="55834"/>
                    <a:pt x="15886" y="65753"/>
                  </a:cubicBezTo>
                  <a:lnTo>
                    <a:pt x="15886" y="120210"/>
                  </a:lnTo>
                  <a:cubicBezTo>
                    <a:pt x="15886" y="129320"/>
                    <a:pt x="13671" y="129320"/>
                    <a:pt x="179" y="129320"/>
                  </a:cubicBezTo>
                  <a:lnTo>
                    <a:pt x="179" y="135595"/>
                  </a:lnTo>
                  <a:cubicBezTo>
                    <a:pt x="6623" y="135393"/>
                    <a:pt x="17497" y="134988"/>
                    <a:pt x="22330" y="134988"/>
                  </a:cubicBezTo>
                  <a:cubicBezTo>
                    <a:pt x="29378" y="134988"/>
                    <a:pt x="36426" y="135393"/>
                    <a:pt x="43273" y="135595"/>
                  </a:cubicBezTo>
                  <a:lnTo>
                    <a:pt x="43273" y="129320"/>
                  </a:lnTo>
                  <a:cubicBezTo>
                    <a:pt x="29982" y="129320"/>
                    <a:pt x="29177" y="128307"/>
                    <a:pt x="29177" y="120412"/>
                  </a:cubicBezTo>
                  <a:lnTo>
                    <a:pt x="29177" y="46116"/>
                  </a:lnTo>
                  <a:close/>
                  <a:moveTo>
                    <a:pt x="29982" y="10892"/>
                  </a:moveTo>
                  <a:cubicBezTo>
                    <a:pt x="29982" y="4414"/>
                    <a:pt x="24948" y="162"/>
                    <a:pt x="19309" y="162"/>
                  </a:cubicBezTo>
                  <a:cubicBezTo>
                    <a:pt x="13067" y="162"/>
                    <a:pt x="8636" y="5628"/>
                    <a:pt x="8636" y="10892"/>
                  </a:cubicBezTo>
                  <a:cubicBezTo>
                    <a:pt x="8636" y="16358"/>
                    <a:pt x="13067" y="21621"/>
                    <a:pt x="19309" y="21621"/>
                  </a:cubicBezTo>
                  <a:cubicBezTo>
                    <a:pt x="24948" y="21621"/>
                    <a:pt x="29982" y="17370"/>
                    <a:pt x="29982" y="108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2" name="Freeform 861">
              <a:extLst>
                <a:ext uri="{FF2B5EF4-FFF2-40B4-BE49-F238E27FC236}">
                  <a16:creationId xmlns:a16="http://schemas.microsoft.com/office/drawing/2014/main" id="{AF000E92-ED3B-74E5-2137-D39D4DA35E19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7941814" y="5610606"/>
              <a:ext cx="101291" cy="89478"/>
            </a:xfrm>
            <a:custGeom>
              <a:avLst/>
              <a:gdLst>
                <a:gd name="connsiteX0" fmla="*/ 15889 w 101291"/>
                <a:gd name="connsiteY0" fmla="*/ 20002 h 89478"/>
                <a:gd name="connsiteX1" fmla="*/ 15889 w 101291"/>
                <a:gd name="connsiteY1" fmla="*/ 74256 h 89478"/>
                <a:gd name="connsiteX2" fmla="*/ 181 w 101291"/>
                <a:gd name="connsiteY2" fmla="*/ 83366 h 89478"/>
                <a:gd name="connsiteX3" fmla="*/ 181 w 101291"/>
                <a:gd name="connsiteY3" fmla="*/ 89641 h 89478"/>
                <a:gd name="connsiteX4" fmla="*/ 22937 w 101291"/>
                <a:gd name="connsiteY4" fmla="*/ 89034 h 89478"/>
                <a:gd name="connsiteX5" fmla="*/ 45491 w 101291"/>
                <a:gd name="connsiteY5" fmla="*/ 89641 h 89478"/>
                <a:gd name="connsiteX6" fmla="*/ 45491 w 101291"/>
                <a:gd name="connsiteY6" fmla="*/ 83366 h 89478"/>
                <a:gd name="connsiteX7" fmla="*/ 29784 w 101291"/>
                <a:gd name="connsiteY7" fmla="*/ 74256 h 89478"/>
                <a:gd name="connsiteX8" fmla="*/ 29784 w 101291"/>
                <a:gd name="connsiteY8" fmla="*/ 37007 h 89478"/>
                <a:gd name="connsiteX9" fmla="*/ 56969 w 101291"/>
                <a:gd name="connsiteY9" fmla="*/ 4616 h 89478"/>
                <a:gd name="connsiteX10" fmla="*/ 71871 w 101291"/>
                <a:gd name="connsiteY10" fmla="*/ 27087 h 89478"/>
                <a:gd name="connsiteX11" fmla="*/ 71871 w 101291"/>
                <a:gd name="connsiteY11" fmla="*/ 74256 h 89478"/>
                <a:gd name="connsiteX12" fmla="*/ 56164 w 101291"/>
                <a:gd name="connsiteY12" fmla="*/ 83366 h 89478"/>
                <a:gd name="connsiteX13" fmla="*/ 56164 w 101291"/>
                <a:gd name="connsiteY13" fmla="*/ 89641 h 89478"/>
                <a:gd name="connsiteX14" fmla="*/ 78919 w 101291"/>
                <a:gd name="connsiteY14" fmla="*/ 89034 h 89478"/>
                <a:gd name="connsiteX15" fmla="*/ 101473 w 101291"/>
                <a:gd name="connsiteY15" fmla="*/ 89641 h 89478"/>
                <a:gd name="connsiteX16" fmla="*/ 101473 w 101291"/>
                <a:gd name="connsiteY16" fmla="*/ 83366 h 89478"/>
                <a:gd name="connsiteX17" fmla="*/ 85766 w 101291"/>
                <a:gd name="connsiteY17" fmla="*/ 77292 h 89478"/>
                <a:gd name="connsiteX18" fmla="*/ 85766 w 101291"/>
                <a:gd name="connsiteY18" fmla="*/ 38626 h 89478"/>
                <a:gd name="connsiteX19" fmla="*/ 79523 w 101291"/>
                <a:gd name="connsiteY19" fmla="*/ 7653 h 89478"/>
                <a:gd name="connsiteX20" fmla="*/ 58379 w 101291"/>
                <a:gd name="connsiteY20" fmla="*/ 162 h 89478"/>
                <a:gd name="connsiteX21" fmla="*/ 28575 w 101291"/>
                <a:gd name="connsiteY21" fmla="*/ 21419 h 89478"/>
                <a:gd name="connsiteX22" fmla="*/ 28575 w 101291"/>
                <a:gd name="connsiteY22" fmla="*/ 162 h 89478"/>
                <a:gd name="connsiteX23" fmla="*/ 181 w 101291"/>
                <a:gd name="connsiteY23" fmla="*/ 2389 h 89478"/>
                <a:gd name="connsiteX24" fmla="*/ 181 w 101291"/>
                <a:gd name="connsiteY24" fmla="*/ 8665 h 89478"/>
                <a:gd name="connsiteX25" fmla="*/ 15889 w 101291"/>
                <a:gd name="connsiteY25" fmla="*/ 2000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89" y="20002"/>
                  </a:moveTo>
                  <a:lnTo>
                    <a:pt x="15889" y="74256"/>
                  </a:lnTo>
                  <a:cubicBezTo>
                    <a:pt x="15889" y="83366"/>
                    <a:pt x="13674" y="83366"/>
                    <a:pt x="181" y="83366"/>
                  </a:cubicBezTo>
                  <a:lnTo>
                    <a:pt x="181" y="89641"/>
                  </a:lnTo>
                  <a:cubicBezTo>
                    <a:pt x="7230" y="89439"/>
                    <a:pt x="17500" y="89034"/>
                    <a:pt x="22937" y="89034"/>
                  </a:cubicBezTo>
                  <a:cubicBezTo>
                    <a:pt x="28173" y="89034"/>
                    <a:pt x="38644" y="89439"/>
                    <a:pt x="45491" y="89641"/>
                  </a:cubicBezTo>
                  <a:lnTo>
                    <a:pt x="45491" y="83366"/>
                  </a:lnTo>
                  <a:cubicBezTo>
                    <a:pt x="31999" y="83366"/>
                    <a:pt x="29784" y="83366"/>
                    <a:pt x="29784" y="74256"/>
                  </a:cubicBezTo>
                  <a:lnTo>
                    <a:pt x="29784" y="37007"/>
                  </a:lnTo>
                  <a:cubicBezTo>
                    <a:pt x="29784" y="15953"/>
                    <a:pt x="44081" y="4616"/>
                    <a:pt x="56969" y="4616"/>
                  </a:cubicBezTo>
                  <a:cubicBezTo>
                    <a:pt x="69656" y="4616"/>
                    <a:pt x="71871" y="15548"/>
                    <a:pt x="71871" y="27087"/>
                  </a:cubicBezTo>
                  <a:lnTo>
                    <a:pt x="71871" y="74256"/>
                  </a:lnTo>
                  <a:cubicBezTo>
                    <a:pt x="71871" y="83366"/>
                    <a:pt x="69656" y="83366"/>
                    <a:pt x="56164" y="83366"/>
                  </a:cubicBezTo>
                  <a:lnTo>
                    <a:pt x="56164" y="89641"/>
                  </a:lnTo>
                  <a:cubicBezTo>
                    <a:pt x="63212" y="89439"/>
                    <a:pt x="73482" y="89034"/>
                    <a:pt x="78919" y="89034"/>
                  </a:cubicBezTo>
                  <a:cubicBezTo>
                    <a:pt x="84155" y="89034"/>
                    <a:pt x="94627" y="89439"/>
                    <a:pt x="101473" y="89641"/>
                  </a:cubicBezTo>
                  <a:lnTo>
                    <a:pt x="101473" y="83366"/>
                  </a:lnTo>
                  <a:cubicBezTo>
                    <a:pt x="91002" y="83366"/>
                    <a:pt x="85967" y="83366"/>
                    <a:pt x="85766" y="77292"/>
                  </a:cubicBezTo>
                  <a:lnTo>
                    <a:pt x="85766" y="38626"/>
                  </a:lnTo>
                  <a:cubicBezTo>
                    <a:pt x="85766" y="21216"/>
                    <a:pt x="85766" y="14941"/>
                    <a:pt x="79523" y="7653"/>
                  </a:cubicBezTo>
                  <a:cubicBezTo>
                    <a:pt x="76704" y="4211"/>
                    <a:pt x="70059" y="162"/>
                    <a:pt x="58379" y="162"/>
                  </a:cubicBezTo>
                  <a:cubicBezTo>
                    <a:pt x="43679" y="162"/>
                    <a:pt x="34214" y="8867"/>
                    <a:pt x="28575" y="21419"/>
                  </a:cubicBezTo>
                  <a:lnTo>
                    <a:pt x="28575" y="162"/>
                  </a:lnTo>
                  <a:lnTo>
                    <a:pt x="181" y="2389"/>
                  </a:lnTo>
                  <a:lnTo>
                    <a:pt x="181" y="8665"/>
                  </a:lnTo>
                  <a:cubicBezTo>
                    <a:pt x="14278" y="8665"/>
                    <a:pt x="15889" y="10082"/>
                    <a:pt x="15889" y="2000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3" name="Freeform 862">
              <a:extLst>
                <a:ext uri="{FF2B5EF4-FFF2-40B4-BE49-F238E27FC236}">
                  <a16:creationId xmlns:a16="http://schemas.microsoft.com/office/drawing/2014/main" id="{A2814EF5-62CA-709E-B4C4-3697F1AD929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8045478" y="5575584"/>
              <a:ext cx="63030" cy="126727"/>
            </a:xfrm>
            <a:custGeom>
              <a:avLst/>
              <a:gdLst>
                <a:gd name="connsiteX0" fmla="*/ 31199 w 63030"/>
                <a:gd name="connsiteY0" fmla="*/ 43687 h 126727"/>
                <a:gd name="connsiteX1" fmla="*/ 59995 w 63030"/>
                <a:gd name="connsiteY1" fmla="*/ 43687 h 126727"/>
                <a:gd name="connsiteX2" fmla="*/ 59995 w 63030"/>
                <a:gd name="connsiteY2" fmla="*/ 37412 h 126727"/>
                <a:gd name="connsiteX3" fmla="*/ 31199 w 63030"/>
                <a:gd name="connsiteY3" fmla="*/ 37412 h 126727"/>
                <a:gd name="connsiteX4" fmla="*/ 31199 w 63030"/>
                <a:gd name="connsiteY4" fmla="*/ 162 h 126727"/>
                <a:gd name="connsiteX5" fmla="*/ 26164 w 63030"/>
                <a:gd name="connsiteY5" fmla="*/ 162 h 126727"/>
                <a:gd name="connsiteX6" fmla="*/ 187 w 63030"/>
                <a:gd name="connsiteY6" fmla="*/ 39233 h 126727"/>
                <a:gd name="connsiteX7" fmla="*/ 187 w 63030"/>
                <a:gd name="connsiteY7" fmla="*/ 43687 h 126727"/>
                <a:gd name="connsiteX8" fmla="*/ 17304 w 63030"/>
                <a:gd name="connsiteY8" fmla="*/ 43687 h 126727"/>
                <a:gd name="connsiteX9" fmla="*/ 17304 w 63030"/>
                <a:gd name="connsiteY9" fmla="*/ 99561 h 126727"/>
                <a:gd name="connsiteX10" fmla="*/ 43281 w 63030"/>
                <a:gd name="connsiteY10" fmla="*/ 126890 h 126727"/>
                <a:gd name="connsiteX11" fmla="*/ 63217 w 63030"/>
                <a:gd name="connsiteY11" fmla="*/ 99561 h 126727"/>
                <a:gd name="connsiteX12" fmla="*/ 63217 w 63030"/>
                <a:gd name="connsiteY12" fmla="*/ 88022 h 126727"/>
                <a:gd name="connsiteX13" fmla="*/ 58183 w 63030"/>
                <a:gd name="connsiteY13" fmla="*/ 88022 h 126727"/>
                <a:gd name="connsiteX14" fmla="*/ 58183 w 63030"/>
                <a:gd name="connsiteY14" fmla="*/ 99156 h 126727"/>
                <a:gd name="connsiteX15" fmla="*/ 44691 w 63030"/>
                <a:gd name="connsiteY15" fmla="*/ 121829 h 126727"/>
                <a:gd name="connsiteX16" fmla="*/ 31199 w 63030"/>
                <a:gd name="connsiteY16" fmla="*/ 99966 h 126727"/>
                <a:gd name="connsiteX17" fmla="*/ 31199 w 63030"/>
                <a:gd name="connsiteY17" fmla="*/ 4368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99" y="43687"/>
                  </a:moveTo>
                  <a:lnTo>
                    <a:pt x="59995" y="43687"/>
                  </a:lnTo>
                  <a:lnTo>
                    <a:pt x="59995" y="37412"/>
                  </a:lnTo>
                  <a:lnTo>
                    <a:pt x="31199" y="37412"/>
                  </a:lnTo>
                  <a:lnTo>
                    <a:pt x="31199" y="162"/>
                  </a:lnTo>
                  <a:lnTo>
                    <a:pt x="26164" y="162"/>
                  </a:lnTo>
                  <a:cubicBezTo>
                    <a:pt x="25963" y="16763"/>
                    <a:pt x="19922" y="38424"/>
                    <a:pt x="187" y="39233"/>
                  </a:cubicBezTo>
                  <a:lnTo>
                    <a:pt x="187" y="43687"/>
                  </a:lnTo>
                  <a:lnTo>
                    <a:pt x="17304" y="43687"/>
                  </a:lnTo>
                  <a:lnTo>
                    <a:pt x="17304" y="99561"/>
                  </a:lnTo>
                  <a:cubicBezTo>
                    <a:pt x="17304" y="124461"/>
                    <a:pt x="36032" y="126890"/>
                    <a:pt x="43281" y="126890"/>
                  </a:cubicBezTo>
                  <a:cubicBezTo>
                    <a:pt x="57579" y="126890"/>
                    <a:pt x="63217" y="112517"/>
                    <a:pt x="63217" y="99561"/>
                  </a:cubicBezTo>
                  <a:lnTo>
                    <a:pt x="63217" y="88022"/>
                  </a:lnTo>
                  <a:lnTo>
                    <a:pt x="58183" y="88022"/>
                  </a:lnTo>
                  <a:lnTo>
                    <a:pt x="58183" y="99156"/>
                  </a:lnTo>
                  <a:cubicBezTo>
                    <a:pt x="58183" y="114137"/>
                    <a:pt x="52142" y="121829"/>
                    <a:pt x="44691" y="121829"/>
                  </a:cubicBezTo>
                  <a:cubicBezTo>
                    <a:pt x="31199" y="121829"/>
                    <a:pt x="31199" y="103407"/>
                    <a:pt x="31199" y="99966"/>
                  </a:cubicBezTo>
                  <a:lnTo>
                    <a:pt x="31199" y="4368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4" name="Freeform 863">
              <a:extLst>
                <a:ext uri="{FF2B5EF4-FFF2-40B4-BE49-F238E27FC236}">
                  <a16:creationId xmlns:a16="http://schemas.microsoft.com/office/drawing/2014/main" id="{A059BD5C-0CEA-1114-B38C-35F615759B84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8193735" y="5609392"/>
              <a:ext cx="65849" cy="92920"/>
            </a:xfrm>
            <a:custGeom>
              <a:avLst/>
              <a:gdLst>
                <a:gd name="connsiteX0" fmla="*/ 35435 w 65849"/>
                <a:gd name="connsiteY0" fmla="*/ 51582 h 92920"/>
                <a:gd name="connsiteX1" fmla="*/ 56378 w 65849"/>
                <a:gd name="connsiteY1" fmla="*/ 70207 h 92920"/>
                <a:gd name="connsiteX2" fmla="*/ 33622 w 65849"/>
                <a:gd name="connsiteY2" fmla="*/ 88629 h 92920"/>
                <a:gd name="connsiteX3" fmla="*/ 5631 w 65849"/>
                <a:gd name="connsiteY3" fmla="*/ 59882 h 92920"/>
                <a:gd name="connsiteX4" fmla="*/ 2812 w 65849"/>
                <a:gd name="connsiteY4" fmla="*/ 56441 h 92920"/>
                <a:gd name="connsiteX5" fmla="*/ 194 w 65849"/>
                <a:gd name="connsiteY5" fmla="*/ 61502 h 92920"/>
                <a:gd name="connsiteX6" fmla="*/ 194 w 65849"/>
                <a:gd name="connsiteY6" fmla="*/ 88224 h 92920"/>
                <a:gd name="connsiteX7" fmla="*/ 2409 w 65849"/>
                <a:gd name="connsiteY7" fmla="*/ 93083 h 92920"/>
                <a:gd name="connsiteX8" fmla="*/ 7443 w 65849"/>
                <a:gd name="connsiteY8" fmla="*/ 89034 h 92920"/>
                <a:gd name="connsiteX9" fmla="*/ 11471 w 65849"/>
                <a:gd name="connsiteY9" fmla="*/ 84378 h 92920"/>
                <a:gd name="connsiteX10" fmla="*/ 33622 w 65849"/>
                <a:gd name="connsiteY10" fmla="*/ 93083 h 92920"/>
                <a:gd name="connsiteX11" fmla="*/ 66044 w 65849"/>
                <a:gd name="connsiteY11" fmla="*/ 64943 h 92920"/>
                <a:gd name="connsiteX12" fmla="*/ 57586 w 65849"/>
                <a:gd name="connsiteY12" fmla="*/ 45712 h 92920"/>
                <a:gd name="connsiteX13" fmla="*/ 34629 w 65849"/>
                <a:gd name="connsiteY13" fmla="*/ 35994 h 92920"/>
                <a:gd name="connsiteX14" fmla="*/ 9860 w 65849"/>
                <a:gd name="connsiteY14" fmla="*/ 19394 h 92920"/>
                <a:gd name="connsiteX15" fmla="*/ 32414 w 65849"/>
                <a:gd name="connsiteY15" fmla="*/ 4009 h 92920"/>
                <a:gd name="connsiteX16" fmla="*/ 55975 w 65849"/>
                <a:gd name="connsiteY16" fmla="*/ 28504 h 92920"/>
                <a:gd name="connsiteX17" fmla="*/ 58391 w 65849"/>
                <a:gd name="connsiteY17" fmla="*/ 30326 h 92920"/>
                <a:gd name="connsiteX18" fmla="*/ 61009 w 65849"/>
                <a:gd name="connsiteY18" fmla="*/ 25467 h 92920"/>
                <a:gd name="connsiteX19" fmla="*/ 61009 w 65849"/>
                <a:gd name="connsiteY19" fmla="*/ 5021 h 92920"/>
                <a:gd name="connsiteX20" fmla="*/ 58794 w 65849"/>
                <a:gd name="connsiteY20" fmla="*/ 162 h 92920"/>
                <a:gd name="connsiteX21" fmla="*/ 54767 w 65849"/>
                <a:gd name="connsiteY21" fmla="*/ 2592 h 92920"/>
                <a:gd name="connsiteX22" fmla="*/ 51343 w 65849"/>
                <a:gd name="connsiteY22" fmla="*/ 5831 h 92920"/>
                <a:gd name="connsiteX23" fmla="*/ 32414 w 65849"/>
                <a:gd name="connsiteY23" fmla="*/ 162 h 92920"/>
                <a:gd name="connsiteX24" fmla="*/ 194 w 65849"/>
                <a:gd name="connsiteY24" fmla="*/ 25063 h 92920"/>
                <a:gd name="connsiteX25" fmla="*/ 8853 w 65849"/>
                <a:gd name="connsiteY25" fmla="*/ 42270 h 92920"/>
                <a:gd name="connsiteX26" fmla="*/ 35435 w 65849"/>
                <a:gd name="connsiteY26" fmla="*/ 5158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435" y="51582"/>
                  </a:moveTo>
                  <a:cubicBezTo>
                    <a:pt x="39865" y="52392"/>
                    <a:pt x="56378" y="55631"/>
                    <a:pt x="56378" y="70207"/>
                  </a:cubicBezTo>
                  <a:cubicBezTo>
                    <a:pt x="56378" y="80531"/>
                    <a:pt x="49330" y="88629"/>
                    <a:pt x="33622" y="88629"/>
                  </a:cubicBezTo>
                  <a:cubicBezTo>
                    <a:pt x="16707" y="88629"/>
                    <a:pt x="9457" y="77090"/>
                    <a:pt x="5631" y="59882"/>
                  </a:cubicBezTo>
                  <a:cubicBezTo>
                    <a:pt x="5027" y="57251"/>
                    <a:pt x="4826" y="56441"/>
                    <a:pt x="2812" y="56441"/>
                  </a:cubicBezTo>
                  <a:cubicBezTo>
                    <a:pt x="194" y="56441"/>
                    <a:pt x="194" y="57858"/>
                    <a:pt x="194" y="61502"/>
                  </a:cubicBezTo>
                  <a:lnTo>
                    <a:pt x="194" y="88224"/>
                  </a:lnTo>
                  <a:cubicBezTo>
                    <a:pt x="194" y="91666"/>
                    <a:pt x="194" y="93083"/>
                    <a:pt x="2409" y="93083"/>
                  </a:cubicBezTo>
                  <a:cubicBezTo>
                    <a:pt x="3416" y="93083"/>
                    <a:pt x="3617" y="92880"/>
                    <a:pt x="7443" y="89034"/>
                  </a:cubicBezTo>
                  <a:cubicBezTo>
                    <a:pt x="7846" y="88629"/>
                    <a:pt x="7846" y="88224"/>
                    <a:pt x="11471" y="84378"/>
                  </a:cubicBezTo>
                  <a:cubicBezTo>
                    <a:pt x="20331" y="92880"/>
                    <a:pt x="29393" y="93083"/>
                    <a:pt x="33622" y="93083"/>
                  </a:cubicBezTo>
                  <a:cubicBezTo>
                    <a:pt x="56780" y="93083"/>
                    <a:pt x="66044" y="79519"/>
                    <a:pt x="66044" y="64943"/>
                  </a:cubicBezTo>
                  <a:cubicBezTo>
                    <a:pt x="66044" y="54214"/>
                    <a:pt x="60002" y="48141"/>
                    <a:pt x="57586" y="45712"/>
                  </a:cubicBezTo>
                  <a:cubicBezTo>
                    <a:pt x="50941" y="39233"/>
                    <a:pt x="43087" y="37614"/>
                    <a:pt x="34629" y="35994"/>
                  </a:cubicBezTo>
                  <a:cubicBezTo>
                    <a:pt x="23352" y="33768"/>
                    <a:pt x="9860" y="31136"/>
                    <a:pt x="9860" y="19394"/>
                  </a:cubicBezTo>
                  <a:cubicBezTo>
                    <a:pt x="9860" y="12309"/>
                    <a:pt x="15096" y="4009"/>
                    <a:pt x="32414" y="4009"/>
                  </a:cubicBezTo>
                  <a:cubicBezTo>
                    <a:pt x="54565" y="4009"/>
                    <a:pt x="55572" y="22228"/>
                    <a:pt x="55975" y="28504"/>
                  </a:cubicBezTo>
                  <a:cubicBezTo>
                    <a:pt x="56176" y="30326"/>
                    <a:pt x="57989" y="30326"/>
                    <a:pt x="58391" y="30326"/>
                  </a:cubicBezTo>
                  <a:cubicBezTo>
                    <a:pt x="61009" y="30326"/>
                    <a:pt x="61009" y="29314"/>
                    <a:pt x="61009" y="25467"/>
                  </a:cubicBezTo>
                  <a:lnTo>
                    <a:pt x="61009" y="5021"/>
                  </a:lnTo>
                  <a:cubicBezTo>
                    <a:pt x="61009" y="1579"/>
                    <a:pt x="61009" y="162"/>
                    <a:pt x="58794" y="162"/>
                  </a:cubicBezTo>
                  <a:cubicBezTo>
                    <a:pt x="57787" y="162"/>
                    <a:pt x="57385" y="162"/>
                    <a:pt x="54767" y="2592"/>
                  </a:cubicBezTo>
                  <a:cubicBezTo>
                    <a:pt x="54163" y="3401"/>
                    <a:pt x="52149" y="5223"/>
                    <a:pt x="51343" y="5831"/>
                  </a:cubicBezTo>
                  <a:cubicBezTo>
                    <a:pt x="43691" y="162"/>
                    <a:pt x="35435" y="162"/>
                    <a:pt x="32414" y="162"/>
                  </a:cubicBezTo>
                  <a:cubicBezTo>
                    <a:pt x="7846" y="162"/>
                    <a:pt x="194" y="13726"/>
                    <a:pt x="194" y="25063"/>
                  </a:cubicBezTo>
                  <a:cubicBezTo>
                    <a:pt x="194" y="32148"/>
                    <a:pt x="3416" y="37816"/>
                    <a:pt x="8853" y="42270"/>
                  </a:cubicBezTo>
                  <a:cubicBezTo>
                    <a:pt x="15297" y="47534"/>
                    <a:pt x="20936" y="48748"/>
                    <a:pt x="35435" y="5158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5" name="Freeform 864">
              <a:extLst>
                <a:ext uri="{FF2B5EF4-FFF2-40B4-BE49-F238E27FC236}">
                  <a16:creationId xmlns:a16="http://schemas.microsoft.com/office/drawing/2014/main" id="{9E04EEBB-31A0-C2AE-D35E-CE31B75A22BD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8272160" y="5609392"/>
              <a:ext cx="77932" cy="92920"/>
            </a:xfrm>
            <a:custGeom>
              <a:avLst/>
              <a:gdLst>
                <a:gd name="connsiteX0" fmla="*/ 17113 w 77932"/>
                <a:gd name="connsiteY0" fmla="*/ 39841 h 92920"/>
                <a:gd name="connsiteX1" fmla="*/ 42084 w 77932"/>
                <a:gd name="connsiteY1" fmla="*/ 4616 h 92920"/>
                <a:gd name="connsiteX2" fmla="*/ 64839 w 77932"/>
                <a:gd name="connsiteY2" fmla="*/ 39841 h 92920"/>
                <a:gd name="connsiteX3" fmla="*/ 17113 w 77932"/>
                <a:gd name="connsiteY3" fmla="*/ 39841 h 92920"/>
                <a:gd name="connsiteX4" fmla="*/ 16912 w 77932"/>
                <a:gd name="connsiteY4" fmla="*/ 44092 h 92920"/>
                <a:gd name="connsiteX5" fmla="*/ 73096 w 77932"/>
                <a:gd name="connsiteY5" fmla="*/ 44092 h 92920"/>
                <a:gd name="connsiteX6" fmla="*/ 78130 w 77932"/>
                <a:gd name="connsiteY6" fmla="*/ 39841 h 92920"/>
                <a:gd name="connsiteX7" fmla="*/ 42084 w 77932"/>
                <a:gd name="connsiteY7" fmla="*/ 162 h 92920"/>
                <a:gd name="connsiteX8" fmla="*/ 198 w 77932"/>
                <a:gd name="connsiteY8" fmla="*/ 46319 h 92920"/>
                <a:gd name="connsiteX9" fmla="*/ 44500 w 77932"/>
                <a:gd name="connsiteY9" fmla="*/ 93083 h 92920"/>
                <a:gd name="connsiteX10" fmla="*/ 78130 w 77932"/>
                <a:gd name="connsiteY10" fmla="*/ 66765 h 92920"/>
                <a:gd name="connsiteX11" fmla="*/ 75512 w 77932"/>
                <a:gd name="connsiteY11" fmla="*/ 64336 h 92920"/>
                <a:gd name="connsiteX12" fmla="*/ 72894 w 77932"/>
                <a:gd name="connsiteY12" fmla="*/ 67170 h 92920"/>
                <a:gd name="connsiteX13" fmla="*/ 45709 w 77932"/>
                <a:gd name="connsiteY13" fmla="*/ 88022 h 92920"/>
                <a:gd name="connsiteX14" fmla="*/ 22953 w 77932"/>
                <a:gd name="connsiteY14" fmla="*/ 74458 h 92920"/>
                <a:gd name="connsiteX15" fmla="*/ 16912 w 77932"/>
                <a:gd name="connsiteY15" fmla="*/ 4409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113" y="39841"/>
                  </a:moveTo>
                  <a:cubicBezTo>
                    <a:pt x="18322" y="9677"/>
                    <a:pt x="35237" y="4616"/>
                    <a:pt x="42084" y="4616"/>
                  </a:cubicBezTo>
                  <a:cubicBezTo>
                    <a:pt x="62826" y="4616"/>
                    <a:pt x="64839" y="31946"/>
                    <a:pt x="64839" y="39841"/>
                  </a:cubicBezTo>
                  <a:lnTo>
                    <a:pt x="17113" y="39841"/>
                  </a:lnTo>
                  <a:close/>
                  <a:moveTo>
                    <a:pt x="16912" y="44092"/>
                  </a:moveTo>
                  <a:lnTo>
                    <a:pt x="73096" y="44092"/>
                  </a:lnTo>
                  <a:cubicBezTo>
                    <a:pt x="77526" y="44092"/>
                    <a:pt x="78130" y="44092"/>
                    <a:pt x="78130" y="39841"/>
                  </a:cubicBezTo>
                  <a:cubicBezTo>
                    <a:pt x="78130" y="19799"/>
                    <a:pt x="67256" y="162"/>
                    <a:pt x="42084" y="162"/>
                  </a:cubicBezTo>
                  <a:cubicBezTo>
                    <a:pt x="18724" y="162"/>
                    <a:pt x="198" y="21014"/>
                    <a:pt x="198" y="46319"/>
                  </a:cubicBezTo>
                  <a:cubicBezTo>
                    <a:pt x="198" y="73446"/>
                    <a:pt x="21342" y="93083"/>
                    <a:pt x="44500" y="93083"/>
                  </a:cubicBezTo>
                  <a:cubicBezTo>
                    <a:pt x="69068" y="93083"/>
                    <a:pt x="78130" y="70612"/>
                    <a:pt x="78130" y="66765"/>
                  </a:cubicBezTo>
                  <a:cubicBezTo>
                    <a:pt x="78130" y="64741"/>
                    <a:pt x="76519" y="64336"/>
                    <a:pt x="75512" y="64336"/>
                  </a:cubicBezTo>
                  <a:cubicBezTo>
                    <a:pt x="73700" y="64336"/>
                    <a:pt x="73297" y="65551"/>
                    <a:pt x="72894" y="67170"/>
                  </a:cubicBezTo>
                  <a:cubicBezTo>
                    <a:pt x="65846" y="88022"/>
                    <a:pt x="47722" y="88022"/>
                    <a:pt x="45709" y="88022"/>
                  </a:cubicBezTo>
                  <a:cubicBezTo>
                    <a:pt x="35640" y="88022"/>
                    <a:pt x="27585" y="81949"/>
                    <a:pt x="22953" y="74458"/>
                  </a:cubicBezTo>
                  <a:cubicBezTo>
                    <a:pt x="16912" y="64741"/>
                    <a:pt x="16912" y="51380"/>
                    <a:pt x="16912" y="4409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6" name="Freeform 865">
              <a:extLst>
                <a:ext uri="{FF2B5EF4-FFF2-40B4-BE49-F238E27FC236}">
                  <a16:creationId xmlns:a16="http://schemas.microsoft.com/office/drawing/2014/main" id="{95192C95-1DE6-D519-E032-E5F62C69E2C1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8359848" y="5575584"/>
              <a:ext cx="63030" cy="126727"/>
            </a:xfrm>
            <a:custGeom>
              <a:avLst/>
              <a:gdLst>
                <a:gd name="connsiteX0" fmla="*/ 31214 w 63030"/>
                <a:gd name="connsiteY0" fmla="*/ 43687 h 126727"/>
                <a:gd name="connsiteX1" fmla="*/ 60011 w 63030"/>
                <a:gd name="connsiteY1" fmla="*/ 43687 h 126727"/>
                <a:gd name="connsiteX2" fmla="*/ 60011 w 63030"/>
                <a:gd name="connsiteY2" fmla="*/ 37412 h 126727"/>
                <a:gd name="connsiteX3" fmla="*/ 31214 w 63030"/>
                <a:gd name="connsiteY3" fmla="*/ 37412 h 126727"/>
                <a:gd name="connsiteX4" fmla="*/ 31214 w 63030"/>
                <a:gd name="connsiteY4" fmla="*/ 162 h 126727"/>
                <a:gd name="connsiteX5" fmla="*/ 26180 w 63030"/>
                <a:gd name="connsiteY5" fmla="*/ 162 h 126727"/>
                <a:gd name="connsiteX6" fmla="*/ 202 w 63030"/>
                <a:gd name="connsiteY6" fmla="*/ 39233 h 126727"/>
                <a:gd name="connsiteX7" fmla="*/ 202 w 63030"/>
                <a:gd name="connsiteY7" fmla="*/ 43687 h 126727"/>
                <a:gd name="connsiteX8" fmla="*/ 17319 w 63030"/>
                <a:gd name="connsiteY8" fmla="*/ 43687 h 126727"/>
                <a:gd name="connsiteX9" fmla="*/ 17319 w 63030"/>
                <a:gd name="connsiteY9" fmla="*/ 99561 h 126727"/>
                <a:gd name="connsiteX10" fmla="*/ 43297 w 63030"/>
                <a:gd name="connsiteY10" fmla="*/ 126890 h 126727"/>
                <a:gd name="connsiteX11" fmla="*/ 63233 w 63030"/>
                <a:gd name="connsiteY11" fmla="*/ 99561 h 126727"/>
                <a:gd name="connsiteX12" fmla="*/ 63233 w 63030"/>
                <a:gd name="connsiteY12" fmla="*/ 88022 h 126727"/>
                <a:gd name="connsiteX13" fmla="*/ 58198 w 63030"/>
                <a:gd name="connsiteY13" fmla="*/ 88022 h 126727"/>
                <a:gd name="connsiteX14" fmla="*/ 58198 w 63030"/>
                <a:gd name="connsiteY14" fmla="*/ 99156 h 126727"/>
                <a:gd name="connsiteX15" fmla="*/ 44706 w 63030"/>
                <a:gd name="connsiteY15" fmla="*/ 121829 h 126727"/>
                <a:gd name="connsiteX16" fmla="*/ 31214 w 63030"/>
                <a:gd name="connsiteY16" fmla="*/ 99966 h 126727"/>
                <a:gd name="connsiteX17" fmla="*/ 31214 w 63030"/>
                <a:gd name="connsiteY17" fmla="*/ 4368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214" y="43687"/>
                  </a:moveTo>
                  <a:lnTo>
                    <a:pt x="60011" y="43687"/>
                  </a:lnTo>
                  <a:lnTo>
                    <a:pt x="60011" y="37412"/>
                  </a:lnTo>
                  <a:lnTo>
                    <a:pt x="31214" y="37412"/>
                  </a:lnTo>
                  <a:lnTo>
                    <a:pt x="31214" y="162"/>
                  </a:lnTo>
                  <a:lnTo>
                    <a:pt x="26180" y="162"/>
                  </a:lnTo>
                  <a:cubicBezTo>
                    <a:pt x="25978" y="16763"/>
                    <a:pt x="19937" y="38424"/>
                    <a:pt x="202" y="39233"/>
                  </a:cubicBezTo>
                  <a:lnTo>
                    <a:pt x="202" y="43687"/>
                  </a:lnTo>
                  <a:lnTo>
                    <a:pt x="17319" y="43687"/>
                  </a:lnTo>
                  <a:lnTo>
                    <a:pt x="17319" y="99561"/>
                  </a:lnTo>
                  <a:cubicBezTo>
                    <a:pt x="17319" y="124461"/>
                    <a:pt x="36047" y="126890"/>
                    <a:pt x="43297" y="126890"/>
                  </a:cubicBezTo>
                  <a:cubicBezTo>
                    <a:pt x="57594" y="126890"/>
                    <a:pt x="63233" y="112517"/>
                    <a:pt x="63233" y="99561"/>
                  </a:cubicBezTo>
                  <a:lnTo>
                    <a:pt x="63233" y="88022"/>
                  </a:lnTo>
                  <a:lnTo>
                    <a:pt x="58198" y="88022"/>
                  </a:lnTo>
                  <a:lnTo>
                    <a:pt x="58198" y="99156"/>
                  </a:lnTo>
                  <a:cubicBezTo>
                    <a:pt x="58198" y="114137"/>
                    <a:pt x="52157" y="121829"/>
                    <a:pt x="44706" y="121829"/>
                  </a:cubicBezTo>
                  <a:cubicBezTo>
                    <a:pt x="31214" y="121829"/>
                    <a:pt x="31214" y="103407"/>
                    <a:pt x="31214" y="99966"/>
                  </a:cubicBezTo>
                  <a:lnTo>
                    <a:pt x="31214" y="4368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7" name="Freeform 866">
              <a:extLst>
                <a:ext uri="{FF2B5EF4-FFF2-40B4-BE49-F238E27FC236}">
                  <a16:creationId xmlns:a16="http://schemas.microsoft.com/office/drawing/2014/main" id="{15B5942B-91E2-86E5-4AD7-CF817146D9FC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5828891" y="6014678"/>
              <a:ext cx="78133" cy="78951"/>
            </a:xfrm>
            <a:custGeom>
              <a:avLst/>
              <a:gdLst>
                <a:gd name="connsiteX0" fmla="*/ 36123 w 78133"/>
                <a:gd name="connsiteY0" fmla="*/ 385 h 78951"/>
                <a:gd name="connsiteX1" fmla="*/ 8736 w 78133"/>
                <a:gd name="connsiteY1" fmla="*/ 14960 h 78951"/>
                <a:gd name="connsiteX2" fmla="*/ 77 w 78133"/>
                <a:gd name="connsiteY2" fmla="*/ 39861 h 78951"/>
                <a:gd name="connsiteX3" fmla="*/ 39144 w 78133"/>
                <a:gd name="connsiteY3" fmla="*/ 79134 h 78951"/>
                <a:gd name="connsiteX4" fmla="*/ 78210 w 78133"/>
                <a:gd name="connsiteY4" fmla="*/ 39861 h 78951"/>
                <a:gd name="connsiteX5" fmla="*/ 38942 w 78133"/>
                <a:gd name="connsiteY5" fmla="*/ 182 h 78951"/>
                <a:gd name="connsiteX6" fmla="*/ 36123 w 78133"/>
                <a:gd name="connsiteY6" fmla="*/ 38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385"/>
                  </a:moveTo>
                  <a:cubicBezTo>
                    <a:pt x="25450" y="1802"/>
                    <a:pt x="15381" y="6256"/>
                    <a:pt x="8736" y="14960"/>
                  </a:cubicBezTo>
                  <a:cubicBezTo>
                    <a:pt x="3097" y="22046"/>
                    <a:pt x="77" y="30953"/>
                    <a:pt x="77" y="39861"/>
                  </a:cubicBezTo>
                  <a:cubicBezTo>
                    <a:pt x="77" y="60712"/>
                    <a:pt x="17395" y="79134"/>
                    <a:pt x="39144" y="79134"/>
                  </a:cubicBezTo>
                  <a:cubicBezTo>
                    <a:pt x="59885" y="79134"/>
                    <a:pt x="78210" y="61319"/>
                    <a:pt x="78210" y="39861"/>
                  </a:cubicBezTo>
                  <a:cubicBezTo>
                    <a:pt x="78210" y="20022"/>
                    <a:pt x="62906" y="182"/>
                    <a:pt x="38942" y="182"/>
                  </a:cubicBezTo>
                  <a:cubicBezTo>
                    <a:pt x="37935" y="182"/>
                    <a:pt x="37130" y="385"/>
                    <a:pt x="36123" y="38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8" name="Freeform 867">
              <a:extLst>
                <a:ext uri="{FF2B5EF4-FFF2-40B4-BE49-F238E27FC236}">
                  <a16:creationId xmlns:a16="http://schemas.microsoft.com/office/drawing/2014/main" id="{45888821-51B0-33C4-7BE1-162DEA8C3C4A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6027422" y="6015488"/>
              <a:ext cx="112971" cy="91705"/>
            </a:xfrm>
            <a:custGeom>
              <a:avLst/>
              <a:gdLst>
                <a:gd name="connsiteX0" fmla="*/ 87886 w 112971"/>
                <a:gd name="connsiteY0" fmla="*/ 41885 h 91705"/>
                <a:gd name="connsiteX1" fmla="*/ 54257 w 112971"/>
                <a:gd name="connsiteY1" fmla="*/ 182 h 91705"/>
                <a:gd name="connsiteX2" fmla="*/ 87 w 112971"/>
                <a:gd name="connsiteY2" fmla="*/ 57676 h 91705"/>
                <a:gd name="connsiteX3" fmla="*/ 32709 w 112971"/>
                <a:gd name="connsiteY3" fmla="*/ 91888 h 91705"/>
                <a:gd name="connsiteX4" fmla="*/ 75200 w 112971"/>
                <a:gd name="connsiteY4" fmla="*/ 74883 h 91705"/>
                <a:gd name="connsiteX5" fmla="*/ 93525 w 112971"/>
                <a:gd name="connsiteY5" fmla="*/ 91888 h 91705"/>
                <a:gd name="connsiteX6" fmla="*/ 110440 w 112971"/>
                <a:gd name="connsiteY6" fmla="*/ 77515 h 91705"/>
                <a:gd name="connsiteX7" fmla="*/ 108024 w 112971"/>
                <a:gd name="connsiteY7" fmla="*/ 75490 h 91705"/>
                <a:gd name="connsiteX8" fmla="*/ 105406 w 112971"/>
                <a:gd name="connsiteY8" fmla="*/ 77515 h 91705"/>
                <a:gd name="connsiteX9" fmla="*/ 94129 w 112971"/>
                <a:gd name="connsiteY9" fmla="*/ 87434 h 91705"/>
                <a:gd name="connsiteX10" fmla="*/ 87886 w 112971"/>
                <a:gd name="connsiteY10" fmla="*/ 66785 h 91705"/>
                <a:gd name="connsiteX11" fmla="*/ 89900 w 112971"/>
                <a:gd name="connsiteY11" fmla="*/ 59700 h 91705"/>
                <a:gd name="connsiteX12" fmla="*/ 113058 w 112971"/>
                <a:gd name="connsiteY12" fmla="*/ 12126 h 91705"/>
                <a:gd name="connsiteX13" fmla="*/ 110642 w 112971"/>
                <a:gd name="connsiteY13" fmla="*/ 10102 h 91705"/>
                <a:gd name="connsiteX14" fmla="*/ 107621 w 112971"/>
                <a:gd name="connsiteY14" fmla="*/ 14353 h 91705"/>
                <a:gd name="connsiteX15" fmla="*/ 87886 w 112971"/>
                <a:gd name="connsiteY15" fmla="*/ 54436 h 91705"/>
                <a:gd name="connsiteX16" fmla="*/ 87886 w 112971"/>
                <a:gd name="connsiteY16" fmla="*/ 41885 h 91705"/>
                <a:gd name="connsiteX17" fmla="*/ 74394 w 112971"/>
                <a:gd name="connsiteY17" fmla="*/ 69620 h 91705"/>
                <a:gd name="connsiteX18" fmla="*/ 33112 w 112971"/>
                <a:gd name="connsiteY18" fmla="*/ 87434 h 91705"/>
                <a:gd name="connsiteX19" fmla="*/ 14988 w 112971"/>
                <a:gd name="connsiteY19" fmla="*/ 65368 h 91705"/>
                <a:gd name="connsiteX20" fmla="*/ 26668 w 112971"/>
                <a:gd name="connsiteY20" fmla="*/ 23261 h 91705"/>
                <a:gd name="connsiteX21" fmla="*/ 54055 w 112971"/>
                <a:gd name="connsiteY21" fmla="*/ 4636 h 91705"/>
                <a:gd name="connsiteX22" fmla="*/ 73991 w 112971"/>
                <a:gd name="connsiteY22" fmla="*/ 46946 h 91705"/>
                <a:gd name="connsiteX23" fmla="*/ 74394 w 112971"/>
                <a:gd name="connsiteY23" fmla="*/ 69620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2971" h="91705">
                  <a:moveTo>
                    <a:pt x="87886" y="41885"/>
                  </a:moveTo>
                  <a:cubicBezTo>
                    <a:pt x="87886" y="10102"/>
                    <a:pt x="69158" y="182"/>
                    <a:pt x="54257" y="182"/>
                  </a:cubicBezTo>
                  <a:cubicBezTo>
                    <a:pt x="26668" y="182"/>
                    <a:pt x="87" y="29131"/>
                    <a:pt x="87" y="57676"/>
                  </a:cubicBezTo>
                  <a:cubicBezTo>
                    <a:pt x="87" y="76503"/>
                    <a:pt x="12169" y="91888"/>
                    <a:pt x="32709" y="91888"/>
                  </a:cubicBezTo>
                  <a:cubicBezTo>
                    <a:pt x="45396" y="91888"/>
                    <a:pt x="59895" y="87232"/>
                    <a:pt x="75200" y="74883"/>
                  </a:cubicBezTo>
                  <a:cubicBezTo>
                    <a:pt x="77818" y="85612"/>
                    <a:pt x="84463" y="91888"/>
                    <a:pt x="93525" y="91888"/>
                  </a:cubicBezTo>
                  <a:cubicBezTo>
                    <a:pt x="104198" y="91888"/>
                    <a:pt x="110440" y="80754"/>
                    <a:pt x="110440" y="77515"/>
                  </a:cubicBezTo>
                  <a:cubicBezTo>
                    <a:pt x="110440" y="76098"/>
                    <a:pt x="109232" y="75490"/>
                    <a:pt x="108024" y="75490"/>
                  </a:cubicBezTo>
                  <a:cubicBezTo>
                    <a:pt x="106614" y="75490"/>
                    <a:pt x="106010" y="76098"/>
                    <a:pt x="105406" y="77515"/>
                  </a:cubicBezTo>
                  <a:cubicBezTo>
                    <a:pt x="101781" y="87434"/>
                    <a:pt x="94532" y="87434"/>
                    <a:pt x="94129" y="87434"/>
                  </a:cubicBezTo>
                  <a:cubicBezTo>
                    <a:pt x="87886" y="87434"/>
                    <a:pt x="87886" y="71644"/>
                    <a:pt x="87886" y="66785"/>
                  </a:cubicBezTo>
                  <a:cubicBezTo>
                    <a:pt x="87886" y="62534"/>
                    <a:pt x="87886" y="62129"/>
                    <a:pt x="89900" y="59700"/>
                  </a:cubicBezTo>
                  <a:cubicBezTo>
                    <a:pt x="108829" y="35812"/>
                    <a:pt x="113058" y="12329"/>
                    <a:pt x="113058" y="12126"/>
                  </a:cubicBezTo>
                  <a:cubicBezTo>
                    <a:pt x="113058" y="11721"/>
                    <a:pt x="112857" y="10102"/>
                    <a:pt x="110642" y="10102"/>
                  </a:cubicBezTo>
                  <a:cubicBezTo>
                    <a:pt x="108628" y="10102"/>
                    <a:pt x="108628" y="10709"/>
                    <a:pt x="107621" y="14353"/>
                  </a:cubicBezTo>
                  <a:cubicBezTo>
                    <a:pt x="103996" y="27107"/>
                    <a:pt x="97351" y="42492"/>
                    <a:pt x="87886" y="54436"/>
                  </a:cubicBezTo>
                  <a:lnTo>
                    <a:pt x="87886" y="41885"/>
                  </a:lnTo>
                  <a:close/>
                  <a:moveTo>
                    <a:pt x="74394" y="69620"/>
                  </a:moveTo>
                  <a:cubicBezTo>
                    <a:pt x="56673" y="85207"/>
                    <a:pt x="41167" y="87434"/>
                    <a:pt x="33112" y="87434"/>
                  </a:cubicBezTo>
                  <a:cubicBezTo>
                    <a:pt x="21030" y="87434"/>
                    <a:pt x="14988" y="78324"/>
                    <a:pt x="14988" y="65368"/>
                  </a:cubicBezTo>
                  <a:cubicBezTo>
                    <a:pt x="14988" y="55449"/>
                    <a:pt x="20224" y="33585"/>
                    <a:pt x="26668" y="23261"/>
                  </a:cubicBezTo>
                  <a:cubicBezTo>
                    <a:pt x="36133" y="8482"/>
                    <a:pt x="47007" y="4636"/>
                    <a:pt x="54055" y="4636"/>
                  </a:cubicBezTo>
                  <a:cubicBezTo>
                    <a:pt x="73991" y="4636"/>
                    <a:pt x="73991" y="31156"/>
                    <a:pt x="73991" y="46946"/>
                  </a:cubicBezTo>
                  <a:cubicBezTo>
                    <a:pt x="73991" y="54436"/>
                    <a:pt x="73991" y="66178"/>
                    <a:pt x="74394" y="6962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69" name="Freeform 868">
              <a:extLst>
                <a:ext uri="{FF2B5EF4-FFF2-40B4-BE49-F238E27FC236}">
                  <a16:creationId xmlns:a16="http://schemas.microsoft.com/office/drawing/2014/main" id="{8097D4AA-B3BF-6975-AD69-1234376E0520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6166050" y="6017715"/>
              <a:ext cx="21345" cy="87252"/>
            </a:xfrm>
            <a:custGeom>
              <a:avLst/>
              <a:gdLst>
                <a:gd name="connsiteX0" fmla="*/ 21439 w 21345"/>
                <a:gd name="connsiteY0" fmla="*/ 10912 h 87252"/>
                <a:gd name="connsiteX1" fmla="*/ 10766 w 21345"/>
                <a:gd name="connsiteY1" fmla="*/ 182 h 87252"/>
                <a:gd name="connsiteX2" fmla="*/ 93 w 21345"/>
                <a:gd name="connsiteY2" fmla="*/ 10912 h 87252"/>
                <a:gd name="connsiteX3" fmla="*/ 10766 w 21345"/>
                <a:gd name="connsiteY3" fmla="*/ 21641 h 87252"/>
                <a:gd name="connsiteX4" fmla="*/ 21439 w 21345"/>
                <a:gd name="connsiteY4" fmla="*/ 10912 h 87252"/>
                <a:gd name="connsiteX5" fmla="*/ 21439 w 21345"/>
                <a:gd name="connsiteY5" fmla="*/ 76705 h 87252"/>
                <a:gd name="connsiteX6" fmla="*/ 10766 w 21345"/>
                <a:gd name="connsiteY6" fmla="*/ 65976 h 87252"/>
                <a:gd name="connsiteX7" fmla="*/ 93 w 21345"/>
                <a:gd name="connsiteY7" fmla="*/ 76705 h 87252"/>
                <a:gd name="connsiteX8" fmla="*/ 10766 w 21345"/>
                <a:gd name="connsiteY8" fmla="*/ 87434 h 87252"/>
                <a:gd name="connsiteX9" fmla="*/ 21439 w 21345"/>
                <a:gd name="connsiteY9" fmla="*/ 7670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39" y="10912"/>
                  </a:moveTo>
                  <a:cubicBezTo>
                    <a:pt x="21439" y="5041"/>
                    <a:pt x="16606" y="182"/>
                    <a:pt x="10766" y="182"/>
                  </a:cubicBezTo>
                  <a:cubicBezTo>
                    <a:pt x="4926" y="182"/>
                    <a:pt x="93" y="5041"/>
                    <a:pt x="93" y="10912"/>
                  </a:cubicBezTo>
                  <a:cubicBezTo>
                    <a:pt x="93" y="16782"/>
                    <a:pt x="4926" y="21641"/>
                    <a:pt x="10766" y="21641"/>
                  </a:cubicBezTo>
                  <a:cubicBezTo>
                    <a:pt x="16606" y="21641"/>
                    <a:pt x="21439" y="16782"/>
                    <a:pt x="21439" y="10912"/>
                  </a:cubicBezTo>
                  <a:close/>
                  <a:moveTo>
                    <a:pt x="21439" y="76705"/>
                  </a:moveTo>
                  <a:cubicBezTo>
                    <a:pt x="21439" y="70834"/>
                    <a:pt x="16606" y="65976"/>
                    <a:pt x="10766" y="65976"/>
                  </a:cubicBezTo>
                  <a:cubicBezTo>
                    <a:pt x="4926" y="65976"/>
                    <a:pt x="93" y="70834"/>
                    <a:pt x="93" y="76705"/>
                  </a:cubicBezTo>
                  <a:cubicBezTo>
                    <a:pt x="93" y="82576"/>
                    <a:pt x="4926" y="87434"/>
                    <a:pt x="10766" y="87434"/>
                  </a:cubicBezTo>
                  <a:cubicBezTo>
                    <a:pt x="16606" y="87434"/>
                    <a:pt x="21439" y="82576"/>
                    <a:pt x="21439" y="7670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0" name="Freeform 869">
              <a:extLst>
                <a:ext uri="{FF2B5EF4-FFF2-40B4-BE49-F238E27FC236}">
                  <a16:creationId xmlns:a16="http://schemas.microsoft.com/office/drawing/2014/main" id="{35B1215A-6C41-D586-9B2C-37B9A4822818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6300815" y="5964473"/>
              <a:ext cx="44705" cy="140493"/>
            </a:xfrm>
            <a:custGeom>
              <a:avLst/>
              <a:gdLst>
                <a:gd name="connsiteX0" fmla="*/ 29098 w 44705"/>
                <a:gd name="connsiteY0" fmla="*/ 182 h 140493"/>
                <a:gd name="connsiteX1" fmla="*/ 100 w 44705"/>
                <a:gd name="connsiteY1" fmla="*/ 2409 h 140493"/>
                <a:gd name="connsiteX2" fmla="*/ 100 w 44705"/>
                <a:gd name="connsiteY2" fmla="*/ 8685 h 140493"/>
                <a:gd name="connsiteX3" fmla="*/ 15808 w 44705"/>
                <a:gd name="connsiteY3" fmla="*/ 20022 h 140493"/>
                <a:gd name="connsiteX4" fmla="*/ 15808 w 44705"/>
                <a:gd name="connsiteY4" fmla="*/ 125291 h 140493"/>
                <a:gd name="connsiteX5" fmla="*/ 100 w 44705"/>
                <a:gd name="connsiteY5" fmla="*/ 134401 h 140493"/>
                <a:gd name="connsiteX6" fmla="*/ 100 w 44705"/>
                <a:gd name="connsiteY6" fmla="*/ 140676 h 140493"/>
                <a:gd name="connsiteX7" fmla="*/ 22453 w 44705"/>
                <a:gd name="connsiteY7" fmla="*/ 140069 h 140493"/>
                <a:gd name="connsiteX8" fmla="*/ 44806 w 44705"/>
                <a:gd name="connsiteY8" fmla="*/ 140676 h 140493"/>
                <a:gd name="connsiteX9" fmla="*/ 44806 w 44705"/>
                <a:gd name="connsiteY9" fmla="*/ 134401 h 140493"/>
                <a:gd name="connsiteX10" fmla="*/ 29098 w 44705"/>
                <a:gd name="connsiteY10" fmla="*/ 125291 h 140493"/>
                <a:gd name="connsiteX11" fmla="*/ 29098 w 44705"/>
                <a:gd name="connsiteY11" fmla="*/ 18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098" y="182"/>
                  </a:moveTo>
                  <a:lnTo>
                    <a:pt x="100" y="2409"/>
                  </a:lnTo>
                  <a:lnTo>
                    <a:pt x="100" y="8685"/>
                  </a:lnTo>
                  <a:cubicBezTo>
                    <a:pt x="14197" y="8685"/>
                    <a:pt x="15808" y="10102"/>
                    <a:pt x="15808" y="20022"/>
                  </a:cubicBezTo>
                  <a:lnTo>
                    <a:pt x="15808" y="125291"/>
                  </a:lnTo>
                  <a:cubicBezTo>
                    <a:pt x="15808" y="134401"/>
                    <a:pt x="13592" y="134401"/>
                    <a:pt x="100" y="134401"/>
                  </a:cubicBezTo>
                  <a:lnTo>
                    <a:pt x="100" y="140676"/>
                  </a:lnTo>
                  <a:cubicBezTo>
                    <a:pt x="6746" y="140474"/>
                    <a:pt x="17419" y="140069"/>
                    <a:pt x="22453" y="140069"/>
                  </a:cubicBezTo>
                  <a:cubicBezTo>
                    <a:pt x="27487" y="140069"/>
                    <a:pt x="37355" y="140474"/>
                    <a:pt x="44806" y="140676"/>
                  </a:cubicBezTo>
                  <a:lnTo>
                    <a:pt x="44806" y="134401"/>
                  </a:lnTo>
                  <a:cubicBezTo>
                    <a:pt x="31313" y="134401"/>
                    <a:pt x="29098" y="134401"/>
                    <a:pt x="29098" y="125291"/>
                  </a:cubicBezTo>
                  <a:lnTo>
                    <a:pt x="29098" y="18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1" name="Freeform 870">
              <a:extLst>
                <a:ext uri="{FF2B5EF4-FFF2-40B4-BE49-F238E27FC236}">
                  <a16:creationId xmlns:a16="http://schemas.microsoft.com/office/drawing/2014/main" id="{4435F9AA-E013-8D4C-90E3-36488D63DFE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6355746" y="6014273"/>
              <a:ext cx="77932" cy="92920"/>
            </a:xfrm>
            <a:custGeom>
              <a:avLst/>
              <a:gdLst>
                <a:gd name="connsiteX0" fmla="*/ 17019 w 77932"/>
                <a:gd name="connsiteY0" fmla="*/ 39861 h 92920"/>
                <a:gd name="connsiteX1" fmla="*/ 41989 w 77932"/>
                <a:gd name="connsiteY1" fmla="*/ 4636 h 92920"/>
                <a:gd name="connsiteX2" fmla="*/ 64745 w 77932"/>
                <a:gd name="connsiteY2" fmla="*/ 39861 h 92920"/>
                <a:gd name="connsiteX3" fmla="*/ 17019 w 77932"/>
                <a:gd name="connsiteY3" fmla="*/ 39861 h 92920"/>
                <a:gd name="connsiteX4" fmla="*/ 16817 w 77932"/>
                <a:gd name="connsiteY4" fmla="*/ 44112 h 92920"/>
                <a:gd name="connsiteX5" fmla="*/ 73001 w 77932"/>
                <a:gd name="connsiteY5" fmla="*/ 44112 h 92920"/>
                <a:gd name="connsiteX6" fmla="*/ 78035 w 77932"/>
                <a:gd name="connsiteY6" fmla="*/ 39861 h 92920"/>
                <a:gd name="connsiteX7" fmla="*/ 41989 w 77932"/>
                <a:gd name="connsiteY7" fmla="*/ 182 h 92920"/>
                <a:gd name="connsiteX8" fmla="*/ 103 w 77932"/>
                <a:gd name="connsiteY8" fmla="*/ 46339 h 92920"/>
                <a:gd name="connsiteX9" fmla="*/ 44406 w 77932"/>
                <a:gd name="connsiteY9" fmla="*/ 93103 h 92920"/>
                <a:gd name="connsiteX10" fmla="*/ 78035 w 77932"/>
                <a:gd name="connsiteY10" fmla="*/ 66785 h 92920"/>
                <a:gd name="connsiteX11" fmla="*/ 75417 w 77932"/>
                <a:gd name="connsiteY11" fmla="*/ 64356 h 92920"/>
                <a:gd name="connsiteX12" fmla="*/ 72800 w 77932"/>
                <a:gd name="connsiteY12" fmla="*/ 67190 h 92920"/>
                <a:gd name="connsiteX13" fmla="*/ 45614 w 77932"/>
                <a:gd name="connsiteY13" fmla="*/ 88042 h 92920"/>
                <a:gd name="connsiteX14" fmla="*/ 22858 w 77932"/>
                <a:gd name="connsiteY14" fmla="*/ 74478 h 92920"/>
                <a:gd name="connsiteX15" fmla="*/ 16817 w 77932"/>
                <a:gd name="connsiteY15" fmla="*/ 441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19" y="39861"/>
                  </a:moveTo>
                  <a:cubicBezTo>
                    <a:pt x="18227" y="9697"/>
                    <a:pt x="35142" y="4636"/>
                    <a:pt x="41989" y="4636"/>
                  </a:cubicBezTo>
                  <a:cubicBezTo>
                    <a:pt x="62731" y="4636"/>
                    <a:pt x="64745" y="31966"/>
                    <a:pt x="64745" y="39861"/>
                  </a:cubicBezTo>
                  <a:lnTo>
                    <a:pt x="17019" y="39861"/>
                  </a:lnTo>
                  <a:close/>
                  <a:moveTo>
                    <a:pt x="16817" y="44112"/>
                  </a:moveTo>
                  <a:lnTo>
                    <a:pt x="73001" y="44112"/>
                  </a:lnTo>
                  <a:cubicBezTo>
                    <a:pt x="77431" y="44112"/>
                    <a:pt x="78035" y="44112"/>
                    <a:pt x="78035" y="39861"/>
                  </a:cubicBezTo>
                  <a:cubicBezTo>
                    <a:pt x="78035" y="19819"/>
                    <a:pt x="67161" y="182"/>
                    <a:pt x="41989" y="182"/>
                  </a:cubicBezTo>
                  <a:cubicBezTo>
                    <a:pt x="18630" y="182"/>
                    <a:pt x="103" y="21034"/>
                    <a:pt x="103" y="46339"/>
                  </a:cubicBezTo>
                  <a:cubicBezTo>
                    <a:pt x="103" y="73466"/>
                    <a:pt x="21247" y="93103"/>
                    <a:pt x="44406" y="93103"/>
                  </a:cubicBezTo>
                  <a:cubicBezTo>
                    <a:pt x="68973" y="93103"/>
                    <a:pt x="78035" y="70632"/>
                    <a:pt x="78035" y="66785"/>
                  </a:cubicBezTo>
                  <a:cubicBezTo>
                    <a:pt x="78035" y="64761"/>
                    <a:pt x="76424" y="64356"/>
                    <a:pt x="75417" y="64356"/>
                  </a:cubicBezTo>
                  <a:cubicBezTo>
                    <a:pt x="73605" y="64356"/>
                    <a:pt x="73202" y="65571"/>
                    <a:pt x="72800" y="67190"/>
                  </a:cubicBezTo>
                  <a:cubicBezTo>
                    <a:pt x="65751" y="88042"/>
                    <a:pt x="47628" y="88042"/>
                    <a:pt x="45614" y="88042"/>
                  </a:cubicBezTo>
                  <a:cubicBezTo>
                    <a:pt x="35545" y="88042"/>
                    <a:pt x="27490" y="81968"/>
                    <a:pt x="22858" y="74478"/>
                  </a:cubicBezTo>
                  <a:cubicBezTo>
                    <a:pt x="16817" y="64761"/>
                    <a:pt x="16817" y="51400"/>
                    <a:pt x="16817" y="441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2" name="Freeform 871">
              <a:extLst>
                <a:ext uri="{FF2B5EF4-FFF2-40B4-BE49-F238E27FC236}">
                  <a16:creationId xmlns:a16="http://schemas.microsoft.com/office/drawing/2014/main" id="{933BEEF7-CA54-3597-B998-12ADBFAB72CB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6448065" y="6014273"/>
              <a:ext cx="90820" cy="92920"/>
            </a:xfrm>
            <a:custGeom>
              <a:avLst/>
              <a:gdLst>
                <a:gd name="connsiteX0" fmla="*/ 58708 w 90820"/>
                <a:gd name="connsiteY0" fmla="*/ 75490 h 92920"/>
                <a:gd name="connsiteX1" fmla="*/ 74415 w 90820"/>
                <a:gd name="connsiteY1" fmla="*/ 92090 h 92920"/>
                <a:gd name="connsiteX2" fmla="*/ 90928 w 90820"/>
                <a:gd name="connsiteY2" fmla="*/ 72859 h 92920"/>
                <a:gd name="connsiteX3" fmla="*/ 90928 w 90820"/>
                <a:gd name="connsiteY3" fmla="*/ 61522 h 92920"/>
                <a:gd name="connsiteX4" fmla="*/ 85893 w 90820"/>
                <a:gd name="connsiteY4" fmla="*/ 61522 h 92920"/>
                <a:gd name="connsiteX5" fmla="*/ 85893 w 90820"/>
                <a:gd name="connsiteY5" fmla="*/ 72859 h 92920"/>
                <a:gd name="connsiteX6" fmla="*/ 78644 w 90820"/>
                <a:gd name="connsiteY6" fmla="*/ 85815 h 92920"/>
                <a:gd name="connsiteX7" fmla="*/ 71193 w 90820"/>
                <a:gd name="connsiteY7" fmla="*/ 75693 h 92920"/>
                <a:gd name="connsiteX8" fmla="*/ 71193 w 90820"/>
                <a:gd name="connsiteY8" fmla="*/ 35205 h 92920"/>
                <a:gd name="connsiteX9" fmla="*/ 63943 w 90820"/>
                <a:gd name="connsiteY9" fmla="*/ 11317 h 92920"/>
                <a:gd name="connsiteX10" fmla="*/ 36355 w 90820"/>
                <a:gd name="connsiteY10" fmla="*/ 182 h 92920"/>
                <a:gd name="connsiteX11" fmla="*/ 5947 w 90820"/>
                <a:gd name="connsiteY11" fmla="*/ 23058 h 92920"/>
                <a:gd name="connsiteX12" fmla="*/ 15211 w 90820"/>
                <a:gd name="connsiteY12" fmla="*/ 32573 h 92920"/>
                <a:gd name="connsiteX13" fmla="*/ 24474 w 90820"/>
                <a:gd name="connsiteY13" fmla="*/ 23261 h 92920"/>
                <a:gd name="connsiteX14" fmla="*/ 14204 w 90820"/>
                <a:gd name="connsiteY14" fmla="*/ 13948 h 92920"/>
                <a:gd name="connsiteX15" fmla="*/ 35952 w 90820"/>
                <a:gd name="connsiteY15" fmla="*/ 4636 h 92920"/>
                <a:gd name="connsiteX16" fmla="*/ 57298 w 90820"/>
                <a:gd name="connsiteY16" fmla="*/ 30548 h 92920"/>
                <a:gd name="connsiteX17" fmla="*/ 57298 w 90820"/>
                <a:gd name="connsiteY17" fmla="*/ 38039 h 92920"/>
                <a:gd name="connsiteX18" fmla="*/ 20245 w 90820"/>
                <a:gd name="connsiteY18" fmla="*/ 45327 h 92920"/>
                <a:gd name="connsiteX19" fmla="*/ 107 w 90820"/>
                <a:gd name="connsiteY19" fmla="*/ 71644 h 92920"/>
                <a:gd name="connsiteX20" fmla="*/ 32328 w 90820"/>
                <a:gd name="connsiteY20" fmla="*/ 93103 h 92920"/>
                <a:gd name="connsiteX21" fmla="*/ 58708 w 90820"/>
                <a:gd name="connsiteY21" fmla="*/ 75490 h 92920"/>
                <a:gd name="connsiteX22" fmla="*/ 57298 w 90820"/>
                <a:gd name="connsiteY22" fmla="*/ 42290 h 92920"/>
                <a:gd name="connsiteX23" fmla="*/ 57298 w 90820"/>
                <a:gd name="connsiteY23" fmla="*/ 62534 h 92920"/>
                <a:gd name="connsiteX24" fmla="*/ 33737 w 90820"/>
                <a:gd name="connsiteY24" fmla="*/ 88649 h 92920"/>
                <a:gd name="connsiteX25" fmla="*/ 15613 w 90820"/>
                <a:gd name="connsiteY25" fmla="*/ 71442 h 92920"/>
                <a:gd name="connsiteX26" fmla="*/ 57298 w 90820"/>
                <a:gd name="connsiteY26" fmla="*/ 4229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08" y="75490"/>
                  </a:moveTo>
                  <a:cubicBezTo>
                    <a:pt x="59513" y="83588"/>
                    <a:pt x="64950" y="92090"/>
                    <a:pt x="74415" y="92090"/>
                  </a:cubicBezTo>
                  <a:cubicBezTo>
                    <a:pt x="78644" y="92090"/>
                    <a:pt x="90928" y="89256"/>
                    <a:pt x="90928" y="72859"/>
                  </a:cubicBezTo>
                  <a:lnTo>
                    <a:pt x="90928" y="61522"/>
                  </a:lnTo>
                  <a:lnTo>
                    <a:pt x="85893" y="61522"/>
                  </a:lnTo>
                  <a:lnTo>
                    <a:pt x="85893" y="72859"/>
                  </a:lnTo>
                  <a:cubicBezTo>
                    <a:pt x="85893" y="84600"/>
                    <a:pt x="80859" y="85815"/>
                    <a:pt x="78644" y="85815"/>
                  </a:cubicBezTo>
                  <a:cubicBezTo>
                    <a:pt x="71998" y="85815"/>
                    <a:pt x="71193" y="76705"/>
                    <a:pt x="71193" y="75693"/>
                  </a:cubicBezTo>
                  <a:lnTo>
                    <a:pt x="71193" y="35205"/>
                  </a:lnTo>
                  <a:cubicBezTo>
                    <a:pt x="71193" y="26702"/>
                    <a:pt x="71193" y="18807"/>
                    <a:pt x="63943" y="11317"/>
                  </a:cubicBezTo>
                  <a:cubicBezTo>
                    <a:pt x="56090" y="3421"/>
                    <a:pt x="46021" y="182"/>
                    <a:pt x="36355" y="182"/>
                  </a:cubicBezTo>
                  <a:cubicBezTo>
                    <a:pt x="19842" y="182"/>
                    <a:pt x="5947" y="9697"/>
                    <a:pt x="5947" y="23058"/>
                  </a:cubicBezTo>
                  <a:cubicBezTo>
                    <a:pt x="5947" y="29131"/>
                    <a:pt x="9975" y="32573"/>
                    <a:pt x="15211" y="32573"/>
                  </a:cubicBezTo>
                  <a:cubicBezTo>
                    <a:pt x="20849" y="32573"/>
                    <a:pt x="24474" y="28524"/>
                    <a:pt x="24474" y="23261"/>
                  </a:cubicBezTo>
                  <a:cubicBezTo>
                    <a:pt x="24474" y="20831"/>
                    <a:pt x="23467" y="14151"/>
                    <a:pt x="14204" y="13948"/>
                  </a:cubicBezTo>
                  <a:cubicBezTo>
                    <a:pt x="19641" y="6863"/>
                    <a:pt x="29508" y="4636"/>
                    <a:pt x="35952" y="4636"/>
                  </a:cubicBezTo>
                  <a:cubicBezTo>
                    <a:pt x="45820" y="4636"/>
                    <a:pt x="57298" y="12531"/>
                    <a:pt x="57298" y="30548"/>
                  </a:cubicBezTo>
                  <a:lnTo>
                    <a:pt x="57298" y="38039"/>
                  </a:lnTo>
                  <a:cubicBezTo>
                    <a:pt x="47028" y="38646"/>
                    <a:pt x="32932" y="39253"/>
                    <a:pt x="20245" y="45327"/>
                  </a:cubicBezTo>
                  <a:cubicBezTo>
                    <a:pt x="5142" y="52210"/>
                    <a:pt x="107" y="62737"/>
                    <a:pt x="107" y="71644"/>
                  </a:cubicBezTo>
                  <a:cubicBezTo>
                    <a:pt x="107" y="88042"/>
                    <a:pt x="19641" y="93103"/>
                    <a:pt x="32328" y="93103"/>
                  </a:cubicBezTo>
                  <a:cubicBezTo>
                    <a:pt x="45618" y="93103"/>
                    <a:pt x="54882" y="85005"/>
                    <a:pt x="58708" y="75490"/>
                  </a:cubicBezTo>
                  <a:close/>
                  <a:moveTo>
                    <a:pt x="57298" y="42290"/>
                  </a:moveTo>
                  <a:lnTo>
                    <a:pt x="57298" y="62534"/>
                  </a:lnTo>
                  <a:cubicBezTo>
                    <a:pt x="57298" y="81766"/>
                    <a:pt x="42799" y="88649"/>
                    <a:pt x="33737" y="88649"/>
                  </a:cubicBezTo>
                  <a:cubicBezTo>
                    <a:pt x="23870" y="88649"/>
                    <a:pt x="15613" y="81564"/>
                    <a:pt x="15613" y="71442"/>
                  </a:cubicBezTo>
                  <a:cubicBezTo>
                    <a:pt x="15613" y="60307"/>
                    <a:pt x="24071" y="43505"/>
                    <a:pt x="57298" y="4229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3" name="Freeform 872">
              <a:extLst>
                <a:ext uri="{FF2B5EF4-FFF2-40B4-BE49-F238E27FC236}">
                  <a16:creationId xmlns:a16="http://schemas.microsoft.com/office/drawing/2014/main" id="{C92EDA21-7E74-1DFC-9828-1E8387FC9A0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6545934" y="6015488"/>
              <a:ext cx="67662" cy="89478"/>
            </a:xfrm>
            <a:custGeom>
              <a:avLst/>
              <a:gdLst>
                <a:gd name="connsiteX0" fmla="*/ 28104 w 67662"/>
                <a:gd name="connsiteY0" fmla="*/ 22451 h 89478"/>
                <a:gd name="connsiteX1" fmla="*/ 28104 w 67662"/>
                <a:gd name="connsiteY1" fmla="*/ 182 h 89478"/>
                <a:gd name="connsiteX2" fmla="*/ 112 w 67662"/>
                <a:gd name="connsiteY2" fmla="*/ 2409 h 89478"/>
                <a:gd name="connsiteX3" fmla="*/ 112 w 67662"/>
                <a:gd name="connsiteY3" fmla="*/ 8685 h 89478"/>
                <a:gd name="connsiteX4" fmla="*/ 15820 w 67662"/>
                <a:gd name="connsiteY4" fmla="*/ 20022 h 89478"/>
                <a:gd name="connsiteX5" fmla="*/ 15820 w 67662"/>
                <a:gd name="connsiteY5" fmla="*/ 74276 h 89478"/>
                <a:gd name="connsiteX6" fmla="*/ 112 w 67662"/>
                <a:gd name="connsiteY6" fmla="*/ 83386 h 89478"/>
                <a:gd name="connsiteX7" fmla="*/ 112 w 67662"/>
                <a:gd name="connsiteY7" fmla="*/ 89661 h 89478"/>
                <a:gd name="connsiteX8" fmla="*/ 23069 w 67662"/>
                <a:gd name="connsiteY8" fmla="*/ 89054 h 89478"/>
                <a:gd name="connsiteX9" fmla="*/ 48644 w 67662"/>
                <a:gd name="connsiteY9" fmla="*/ 89661 h 89478"/>
                <a:gd name="connsiteX10" fmla="*/ 48644 w 67662"/>
                <a:gd name="connsiteY10" fmla="*/ 83386 h 89478"/>
                <a:gd name="connsiteX11" fmla="*/ 44415 w 67662"/>
                <a:gd name="connsiteY11" fmla="*/ 83386 h 89478"/>
                <a:gd name="connsiteX12" fmla="*/ 29111 w 67662"/>
                <a:gd name="connsiteY12" fmla="*/ 73871 h 89478"/>
                <a:gd name="connsiteX13" fmla="*/ 29111 w 67662"/>
                <a:gd name="connsiteY13" fmla="*/ 42695 h 89478"/>
                <a:gd name="connsiteX14" fmla="*/ 52873 w 67662"/>
                <a:gd name="connsiteY14" fmla="*/ 4636 h 89478"/>
                <a:gd name="connsiteX15" fmla="*/ 55088 w 67662"/>
                <a:gd name="connsiteY15" fmla="*/ 4838 h 89478"/>
                <a:gd name="connsiteX16" fmla="*/ 50456 w 67662"/>
                <a:gd name="connsiteY16" fmla="*/ 12734 h 89478"/>
                <a:gd name="connsiteX17" fmla="*/ 59115 w 67662"/>
                <a:gd name="connsiteY17" fmla="*/ 21439 h 89478"/>
                <a:gd name="connsiteX18" fmla="*/ 67775 w 67662"/>
                <a:gd name="connsiteY18" fmla="*/ 12531 h 89478"/>
                <a:gd name="connsiteX19" fmla="*/ 52873 w 67662"/>
                <a:gd name="connsiteY19" fmla="*/ 182 h 89478"/>
                <a:gd name="connsiteX20" fmla="*/ 28104 w 67662"/>
                <a:gd name="connsiteY20" fmla="*/ 2245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04" y="22451"/>
                  </a:moveTo>
                  <a:lnTo>
                    <a:pt x="28104" y="182"/>
                  </a:lnTo>
                  <a:lnTo>
                    <a:pt x="112" y="2409"/>
                  </a:lnTo>
                  <a:lnTo>
                    <a:pt x="112" y="8685"/>
                  </a:lnTo>
                  <a:cubicBezTo>
                    <a:pt x="14209" y="8685"/>
                    <a:pt x="15820" y="10102"/>
                    <a:pt x="15820" y="20022"/>
                  </a:cubicBezTo>
                  <a:lnTo>
                    <a:pt x="15820" y="74276"/>
                  </a:lnTo>
                  <a:cubicBezTo>
                    <a:pt x="15820" y="83386"/>
                    <a:pt x="13605" y="83386"/>
                    <a:pt x="112" y="83386"/>
                  </a:cubicBezTo>
                  <a:lnTo>
                    <a:pt x="112" y="89661"/>
                  </a:lnTo>
                  <a:cubicBezTo>
                    <a:pt x="7966" y="89459"/>
                    <a:pt x="17431" y="89054"/>
                    <a:pt x="23069" y="89054"/>
                  </a:cubicBezTo>
                  <a:cubicBezTo>
                    <a:pt x="31124" y="89054"/>
                    <a:pt x="40589" y="89054"/>
                    <a:pt x="48644" y="89661"/>
                  </a:cubicBezTo>
                  <a:lnTo>
                    <a:pt x="48644" y="83386"/>
                  </a:lnTo>
                  <a:lnTo>
                    <a:pt x="44415" y="83386"/>
                  </a:lnTo>
                  <a:cubicBezTo>
                    <a:pt x="29513" y="83386"/>
                    <a:pt x="29111" y="81159"/>
                    <a:pt x="29111" y="73871"/>
                  </a:cubicBezTo>
                  <a:lnTo>
                    <a:pt x="29111" y="42695"/>
                  </a:lnTo>
                  <a:cubicBezTo>
                    <a:pt x="29111" y="22653"/>
                    <a:pt x="37568" y="4636"/>
                    <a:pt x="52873" y="4636"/>
                  </a:cubicBezTo>
                  <a:cubicBezTo>
                    <a:pt x="54282" y="4636"/>
                    <a:pt x="54685" y="4636"/>
                    <a:pt x="55088" y="4838"/>
                  </a:cubicBezTo>
                  <a:cubicBezTo>
                    <a:pt x="54484" y="5041"/>
                    <a:pt x="50456" y="7470"/>
                    <a:pt x="50456" y="12734"/>
                  </a:cubicBezTo>
                  <a:cubicBezTo>
                    <a:pt x="50456" y="18402"/>
                    <a:pt x="54685" y="21439"/>
                    <a:pt x="59115" y="21439"/>
                  </a:cubicBezTo>
                  <a:cubicBezTo>
                    <a:pt x="62740" y="21439"/>
                    <a:pt x="67775" y="19009"/>
                    <a:pt x="67775" y="12531"/>
                  </a:cubicBezTo>
                  <a:cubicBezTo>
                    <a:pt x="67775" y="6053"/>
                    <a:pt x="61532" y="182"/>
                    <a:pt x="52873" y="182"/>
                  </a:cubicBezTo>
                  <a:cubicBezTo>
                    <a:pt x="38172" y="182"/>
                    <a:pt x="30923" y="13746"/>
                    <a:pt x="28104" y="2245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4" name="Freeform 873">
              <a:extLst>
                <a:ext uri="{FF2B5EF4-FFF2-40B4-BE49-F238E27FC236}">
                  <a16:creationId xmlns:a16="http://schemas.microsoft.com/office/drawing/2014/main" id="{134C0422-2510-9A38-3C75-AEB71B2773DB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6625612" y="6015488"/>
              <a:ext cx="101291" cy="89478"/>
            </a:xfrm>
            <a:custGeom>
              <a:avLst/>
              <a:gdLst>
                <a:gd name="connsiteX0" fmla="*/ 15824 w 101291"/>
                <a:gd name="connsiteY0" fmla="*/ 20022 h 89478"/>
                <a:gd name="connsiteX1" fmla="*/ 15824 w 101291"/>
                <a:gd name="connsiteY1" fmla="*/ 74276 h 89478"/>
                <a:gd name="connsiteX2" fmla="*/ 116 w 101291"/>
                <a:gd name="connsiteY2" fmla="*/ 83386 h 89478"/>
                <a:gd name="connsiteX3" fmla="*/ 116 w 101291"/>
                <a:gd name="connsiteY3" fmla="*/ 89661 h 89478"/>
                <a:gd name="connsiteX4" fmla="*/ 22872 w 101291"/>
                <a:gd name="connsiteY4" fmla="*/ 89054 h 89478"/>
                <a:gd name="connsiteX5" fmla="*/ 45426 w 101291"/>
                <a:gd name="connsiteY5" fmla="*/ 89661 h 89478"/>
                <a:gd name="connsiteX6" fmla="*/ 45426 w 101291"/>
                <a:gd name="connsiteY6" fmla="*/ 83386 h 89478"/>
                <a:gd name="connsiteX7" fmla="*/ 29719 w 101291"/>
                <a:gd name="connsiteY7" fmla="*/ 74276 h 89478"/>
                <a:gd name="connsiteX8" fmla="*/ 29719 w 101291"/>
                <a:gd name="connsiteY8" fmla="*/ 37027 h 89478"/>
                <a:gd name="connsiteX9" fmla="*/ 56904 w 101291"/>
                <a:gd name="connsiteY9" fmla="*/ 4636 h 89478"/>
                <a:gd name="connsiteX10" fmla="*/ 71806 w 101291"/>
                <a:gd name="connsiteY10" fmla="*/ 27107 h 89478"/>
                <a:gd name="connsiteX11" fmla="*/ 71806 w 101291"/>
                <a:gd name="connsiteY11" fmla="*/ 74276 h 89478"/>
                <a:gd name="connsiteX12" fmla="*/ 56099 w 101291"/>
                <a:gd name="connsiteY12" fmla="*/ 83386 h 89478"/>
                <a:gd name="connsiteX13" fmla="*/ 56099 w 101291"/>
                <a:gd name="connsiteY13" fmla="*/ 89661 h 89478"/>
                <a:gd name="connsiteX14" fmla="*/ 78854 w 101291"/>
                <a:gd name="connsiteY14" fmla="*/ 89054 h 89478"/>
                <a:gd name="connsiteX15" fmla="*/ 101408 w 101291"/>
                <a:gd name="connsiteY15" fmla="*/ 89661 h 89478"/>
                <a:gd name="connsiteX16" fmla="*/ 101408 w 101291"/>
                <a:gd name="connsiteY16" fmla="*/ 83386 h 89478"/>
                <a:gd name="connsiteX17" fmla="*/ 85701 w 101291"/>
                <a:gd name="connsiteY17" fmla="*/ 77312 h 89478"/>
                <a:gd name="connsiteX18" fmla="*/ 85701 w 101291"/>
                <a:gd name="connsiteY18" fmla="*/ 38646 h 89478"/>
                <a:gd name="connsiteX19" fmla="*/ 79458 w 101291"/>
                <a:gd name="connsiteY19" fmla="*/ 7673 h 89478"/>
                <a:gd name="connsiteX20" fmla="*/ 58314 w 101291"/>
                <a:gd name="connsiteY20" fmla="*/ 182 h 89478"/>
                <a:gd name="connsiteX21" fmla="*/ 28510 w 101291"/>
                <a:gd name="connsiteY21" fmla="*/ 21439 h 89478"/>
                <a:gd name="connsiteX22" fmla="*/ 28510 w 101291"/>
                <a:gd name="connsiteY22" fmla="*/ 182 h 89478"/>
                <a:gd name="connsiteX23" fmla="*/ 116 w 101291"/>
                <a:gd name="connsiteY23" fmla="*/ 2409 h 89478"/>
                <a:gd name="connsiteX24" fmla="*/ 116 w 101291"/>
                <a:gd name="connsiteY24" fmla="*/ 8685 h 89478"/>
                <a:gd name="connsiteX25" fmla="*/ 15824 w 101291"/>
                <a:gd name="connsiteY25" fmla="*/ 2002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24" y="20022"/>
                  </a:moveTo>
                  <a:lnTo>
                    <a:pt x="15824" y="74276"/>
                  </a:lnTo>
                  <a:cubicBezTo>
                    <a:pt x="15824" y="83386"/>
                    <a:pt x="13609" y="83386"/>
                    <a:pt x="116" y="83386"/>
                  </a:cubicBezTo>
                  <a:lnTo>
                    <a:pt x="116" y="89661"/>
                  </a:lnTo>
                  <a:cubicBezTo>
                    <a:pt x="7165" y="89459"/>
                    <a:pt x="17435" y="89054"/>
                    <a:pt x="22872" y="89054"/>
                  </a:cubicBezTo>
                  <a:cubicBezTo>
                    <a:pt x="28108" y="89054"/>
                    <a:pt x="38579" y="89459"/>
                    <a:pt x="45426" y="89661"/>
                  </a:cubicBezTo>
                  <a:lnTo>
                    <a:pt x="45426" y="83386"/>
                  </a:lnTo>
                  <a:cubicBezTo>
                    <a:pt x="31934" y="83386"/>
                    <a:pt x="29719" y="83386"/>
                    <a:pt x="29719" y="74276"/>
                  </a:cubicBezTo>
                  <a:lnTo>
                    <a:pt x="29719" y="37027"/>
                  </a:lnTo>
                  <a:cubicBezTo>
                    <a:pt x="29719" y="15973"/>
                    <a:pt x="44016" y="4636"/>
                    <a:pt x="56904" y="4636"/>
                  </a:cubicBezTo>
                  <a:cubicBezTo>
                    <a:pt x="69591" y="4636"/>
                    <a:pt x="71806" y="15568"/>
                    <a:pt x="71806" y="27107"/>
                  </a:cubicBezTo>
                  <a:lnTo>
                    <a:pt x="71806" y="74276"/>
                  </a:lnTo>
                  <a:cubicBezTo>
                    <a:pt x="71806" y="83386"/>
                    <a:pt x="69591" y="83386"/>
                    <a:pt x="56099" y="83386"/>
                  </a:cubicBezTo>
                  <a:lnTo>
                    <a:pt x="56099" y="89661"/>
                  </a:lnTo>
                  <a:cubicBezTo>
                    <a:pt x="63147" y="89459"/>
                    <a:pt x="73417" y="89054"/>
                    <a:pt x="78854" y="89054"/>
                  </a:cubicBezTo>
                  <a:cubicBezTo>
                    <a:pt x="84090" y="89054"/>
                    <a:pt x="94561" y="89459"/>
                    <a:pt x="101408" y="89661"/>
                  </a:cubicBezTo>
                  <a:lnTo>
                    <a:pt x="101408" y="83386"/>
                  </a:lnTo>
                  <a:cubicBezTo>
                    <a:pt x="90937" y="83386"/>
                    <a:pt x="85902" y="83386"/>
                    <a:pt x="85701" y="77312"/>
                  </a:cubicBezTo>
                  <a:lnTo>
                    <a:pt x="85701" y="38646"/>
                  </a:lnTo>
                  <a:cubicBezTo>
                    <a:pt x="85701" y="21236"/>
                    <a:pt x="85701" y="14961"/>
                    <a:pt x="79458" y="7673"/>
                  </a:cubicBezTo>
                  <a:cubicBezTo>
                    <a:pt x="76639" y="4231"/>
                    <a:pt x="69994" y="182"/>
                    <a:pt x="58314" y="182"/>
                  </a:cubicBezTo>
                  <a:cubicBezTo>
                    <a:pt x="43613" y="182"/>
                    <a:pt x="34149" y="8887"/>
                    <a:pt x="28510" y="21439"/>
                  </a:cubicBezTo>
                  <a:lnTo>
                    <a:pt x="28510" y="182"/>
                  </a:lnTo>
                  <a:lnTo>
                    <a:pt x="116" y="2409"/>
                  </a:lnTo>
                  <a:lnTo>
                    <a:pt x="116" y="8685"/>
                  </a:lnTo>
                  <a:cubicBezTo>
                    <a:pt x="14213" y="8685"/>
                    <a:pt x="15824" y="10102"/>
                    <a:pt x="15824" y="2002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5" name="Freeform 874">
              <a:extLst>
                <a:ext uri="{FF2B5EF4-FFF2-40B4-BE49-F238E27FC236}">
                  <a16:creationId xmlns:a16="http://schemas.microsoft.com/office/drawing/2014/main" id="{DB8BE218-4AA1-ECB8-5B5E-D4FED60D094C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6737689" y="5969534"/>
              <a:ext cx="43094" cy="135432"/>
            </a:xfrm>
            <a:custGeom>
              <a:avLst/>
              <a:gdLst>
                <a:gd name="connsiteX0" fmla="*/ 29120 w 43094"/>
                <a:gd name="connsiteY0" fmla="*/ 46136 h 135432"/>
                <a:gd name="connsiteX1" fmla="*/ 927 w 43094"/>
                <a:gd name="connsiteY1" fmla="*/ 48363 h 135432"/>
                <a:gd name="connsiteX2" fmla="*/ 927 w 43094"/>
                <a:gd name="connsiteY2" fmla="*/ 54639 h 135432"/>
                <a:gd name="connsiteX3" fmla="*/ 15829 w 43094"/>
                <a:gd name="connsiteY3" fmla="*/ 65773 h 135432"/>
                <a:gd name="connsiteX4" fmla="*/ 15829 w 43094"/>
                <a:gd name="connsiteY4" fmla="*/ 120230 h 135432"/>
                <a:gd name="connsiteX5" fmla="*/ 122 w 43094"/>
                <a:gd name="connsiteY5" fmla="*/ 129340 h 135432"/>
                <a:gd name="connsiteX6" fmla="*/ 122 w 43094"/>
                <a:gd name="connsiteY6" fmla="*/ 135615 h 135432"/>
                <a:gd name="connsiteX7" fmla="*/ 22273 w 43094"/>
                <a:gd name="connsiteY7" fmla="*/ 135008 h 135432"/>
                <a:gd name="connsiteX8" fmla="*/ 43216 w 43094"/>
                <a:gd name="connsiteY8" fmla="*/ 135615 h 135432"/>
                <a:gd name="connsiteX9" fmla="*/ 43216 w 43094"/>
                <a:gd name="connsiteY9" fmla="*/ 129340 h 135432"/>
                <a:gd name="connsiteX10" fmla="*/ 29120 w 43094"/>
                <a:gd name="connsiteY10" fmla="*/ 120432 h 135432"/>
                <a:gd name="connsiteX11" fmla="*/ 29120 w 43094"/>
                <a:gd name="connsiteY11" fmla="*/ 46136 h 135432"/>
                <a:gd name="connsiteX12" fmla="*/ 29925 w 43094"/>
                <a:gd name="connsiteY12" fmla="*/ 10912 h 135432"/>
                <a:gd name="connsiteX13" fmla="*/ 19253 w 43094"/>
                <a:gd name="connsiteY13" fmla="*/ 182 h 135432"/>
                <a:gd name="connsiteX14" fmla="*/ 8580 w 43094"/>
                <a:gd name="connsiteY14" fmla="*/ 10912 h 135432"/>
                <a:gd name="connsiteX15" fmla="*/ 19253 w 43094"/>
                <a:gd name="connsiteY15" fmla="*/ 21641 h 135432"/>
                <a:gd name="connsiteX16" fmla="*/ 29925 w 43094"/>
                <a:gd name="connsiteY16" fmla="*/ 1091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20" y="46136"/>
                  </a:moveTo>
                  <a:lnTo>
                    <a:pt x="927" y="48363"/>
                  </a:lnTo>
                  <a:lnTo>
                    <a:pt x="927" y="54639"/>
                  </a:lnTo>
                  <a:cubicBezTo>
                    <a:pt x="14017" y="54639"/>
                    <a:pt x="15829" y="55854"/>
                    <a:pt x="15829" y="65773"/>
                  </a:cubicBezTo>
                  <a:lnTo>
                    <a:pt x="15829" y="120230"/>
                  </a:lnTo>
                  <a:cubicBezTo>
                    <a:pt x="15829" y="129340"/>
                    <a:pt x="13614" y="129340"/>
                    <a:pt x="122" y="129340"/>
                  </a:cubicBezTo>
                  <a:lnTo>
                    <a:pt x="122" y="135615"/>
                  </a:lnTo>
                  <a:cubicBezTo>
                    <a:pt x="6566" y="135413"/>
                    <a:pt x="17440" y="135008"/>
                    <a:pt x="22273" y="135008"/>
                  </a:cubicBezTo>
                  <a:cubicBezTo>
                    <a:pt x="29321" y="135008"/>
                    <a:pt x="36369" y="135413"/>
                    <a:pt x="43216" y="135615"/>
                  </a:cubicBezTo>
                  <a:lnTo>
                    <a:pt x="43216" y="129340"/>
                  </a:lnTo>
                  <a:cubicBezTo>
                    <a:pt x="29925" y="129340"/>
                    <a:pt x="29120" y="128327"/>
                    <a:pt x="29120" y="120432"/>
                  </a:cubicBezTo>
                  <a:lnTo>
                    <a:pt x="29120" y="46136"/>
                  </a:lnTo>
                  <a:close/>
                  <a:moveTo>
                    <a:pt x="29925" y="10912"/>
                  </a:moveTo>
                  <a:cubicBezTo>
                    <a:pt x="29925" y="4434"/>
                    <a:pt x="24891" y="182"/>
                    <a:pt x="19253" y="182"/>
                  </a:cubicBezTo>
                  <a:cubicBezTo>
                    <a:pt x="13010" y="182"/>
                    <a:pt x="8580" y="5648"/>
                    <a:pt x="8580" y="10912"/>
                  </a:cubicBezTo>
                  <a:cubicBezTo>
                    <a:pt x="8580" y="16378"/>
                    <a:pt x="13010" y="21641"/>
                    <a:pt x="19253" y="21641"/>
                  </a:cubicBezTo>
                  <a:cubicBezTo>
                    <a:pt x="24891" y="21641"/>
                    <a:pt x="29925" y="17390"/>
                    <a:pt x="29925" y="109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6" name="Freeform 875">
              <a:extLst>
                <a:ext uri="{FF2B5EF4-FFF2-40B4-BE49-F238E27FC236}">
                  <a16:creationId xmlns:a16="http://schemas.microsoft.com/office/drawing/2014/main" id="{9C4906B8-1B7B-BF68-8A6F-34B6FD6D5E38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6793425" y="6015488"/>
              <a:ext cx="101291" cy="89478"/>
            </a:xfrm>
            <a:custGeom>
              <a:avLst/>
              <a:gdLst>
                <a:gd name="connsiteX0" fmla="*/ 15832 w 101291"/>
                <a:gd name="connsiteY0" fmla="*/ 20022 h 89478"/>
                <a:gd name="connsiteX1" fmla="*/ 15832 w 101291"/>
                <a:gd name="connsiteY1" fmla="*/ 74276 h 89478"/>
                <a:gd name="connsiteX2" fmla="*/ 125 w 101291"/>
                <a:gd name="connsiteY2" fmla="*/ 83386 h 89478"/>
                <a:gd name="connsiteX3" fmla="*/ 125 w 101291"/>
                <a:gd name="connsiteY3" fmla="*/ 89661 h 89478"/>
                <a:gd name="connsiteX4" fmla="*/ 22880 w 101291"/>
                <a:gd name="connsiteY4" fmla="*/ 89054 h 89478"/>
                <a:gd name="connsiteX5" fmla="*/ 45434 w 101291"/>
                <a:gd name="connsiteY5" fmla="*/ 89661 h 89478"/>
                <a:gd name="connsiteX6" fmla="*/ 45434 w 101291"/>
                <a:gd name="connsiteY6" fmla="*/ 83386 h 89478"/>
                <a:gd name="connsiteX7" fmla="*/ 29727 w 101291"/>
                <a:gd name="connsiteY7" fmla="*/ 74276 h 89478"/>
                <a:gd name="connsiteX8" fmla="*/ 29727 w 101291"/>
                <a:gd name="connsiteY8" fmla="*/ 37027 h 89478"/>
                <a:gd name="connsiteX9" fmla="*/ 56913 w 101291"/>
                <a:gd name="connsiteY9" fmla="*/ 4636 h 89478"/>
                <a:gd name="connsiteX10" fmla="*/ 71814 w 101291"/>
                <a:gd name="connsiteY10" fmla="*/ 27107 h 89478"/>
                <a:gd name="connsiteX11" fmla="*/ 71814 w 101291"/>
                <a:gd name="connsiteY11" fmla="*/ 74276 h 89478"/>
                <a:gd name="connsiteX12" fmla="*/ 56107 w 101291"/>
                <a:gd name="connsiteY12" fmla="*/ 83386 h 89478"/>
                <a:gd name="connsiteX13" fmla="*/ 56107 w 101291"/>
                <a:gd name="connsiteY13" fmla="*/ 89661 h 89478"/>
                <a:gd name="connsiteX14" fmla="*/ 78862 w 101291"/>
                <a:gd name="connsiteY14" fmla="*/ 89054 h 89478"/>
                <a:gd name="connsiteX15" fmla="*/ 101416 w 101291"/>
                <a:gd name="connsiteY15" fmla="*/ 89661 h 89478"/>
                <a:gd name="connsiteX16" fmla="*/ 101416 w 101291"/>
                <a:gd name="connsiteY16" fmla="*/ 83386 h 89478"/>
                <a:gd name="connsiteX17" fmla="*/ 85709 w 101291"/>
                <a:gd name="connsiteY17" fmla="*/ 77312 h 89478"/>
                <a:gd name="connsiteX18" fmla="*/ 85709 w 101291"/>
                <a:gd name="connsiteY18" fmla="*/ 38646 h 89478"/>
                <a:gd name="connsiteX19" fmla="*/ 79467 w 101291"/>
                <a:gd name="connsiteY19" fmla="*/ 7673 h 89478"/>
                <a:gd name="connsiteX20" fmla="*/ 58322 w 101291"/>
                <a:gd name="connsiteY20" fmla="*/ 182 h 89478"/>
                <a:gd name="connsiteX21" fmla="*/ 28519 w 101291"/>
                <a:gd name="connsiteY21" fmla="*/ 21439 h 89478"/>
                <a:gd name="connsiteX22" fmla="*/ 28519 w 101291"/>
                <a:gd name="connsiteY22" fmla="*/ 182 h 89478"/>
                <a:gd name="connsiteX23" fmla="*/ 125 w 101291"/>
                <a:gd name="connsiteY23" fmla="*/ 2409 h 89478"/>
                <a:gd name="connsiteX24" fmla="*/ 125 w 101291"/>
                <a:gd name="connsiteY24" fmla="*/ 8685 h 89478"/>
                <a:gd name="connsiteX25" fmla="*/ 15832 w 101291"/>
                <a:gd name="connsiteY25" fmla="*/ 20022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32" y="20022"/>
                  </a:moveTo>
                  <a:lnTo>
                    <a:pt x="15832" y="74276"/>
                  </a:lnTo>
                  <a:cubicBezTo>
                    <a:pt x="15832" y="83386"/>
                    <a:pt x="13617" y="83386"/>
                    <a:pt x="125" y="83386"/>
                  </a:cubicBezTo>
                  <a:lnTo>
                    <a:pt x="125" y="89661"/>
                  </a:lnTo>
                  <a:cubicBezTo>
                    <a:pt x="7173" y="89459"/>
                    <a:pt x="17443" y="89054"/>
                    <a:pt x="22880" y="89054"/>
                  </a:cubicBezTo>
                  <a:cubicBezTo>
                    <a:pt x="28116" y="89054"/>
                    <a:pt x="38587" y="89459"/>
                    <a:pt x="45434" y="89661"/>
                  </a:cubicBezTo>
                  <a:lnTo>
                    <a:pt x="45434" y="83386"/>
                  </a:lnTo>
                  <a:cubicBezTo>
                    <a:pt x="31942" y="83386"/>
                    <a:pt x="29727" y="83386"/>
                    <a:pt x="29727" y="74276"/>
                  </a:cubicBezTo>
                  <a:lnTo>
                    <a:pt x="29727" y="37027"/>
                  </a:lnTo>
                  <a:cubicBezTo>
                    <a:pt x="29727" y="15973"/>
                    <a:pt x="44025" y="4636"/>
                    <a:pt x="56913" y="4636"/>
                  </a:cubicBezTo>
                  <a:cubicBezTo>
                    <a:pt x="69599" y="4636"/>
                    <a:pt x="71814" y="15568"/>
                    <a:pt x="71814" y="27107"/>
                  </a:cubicBezTo>
                  <a:lnTo>
                    <a:pt x="71814" y="74276"/>
                  </a:lnTo>
                  <a:cubicBezTo>
                    <a:pt x="71814" y="83386"/>
                    <a:pt x="69599" y="83386"/>
                    <a:pt x="56107" y="83386"/>
                  </a:cubicBezTo>
                  <a:lnTo>
                    <a:pt x="56107" y="89661"/>
                  </a:lnTo>
                  <a:cubicBezTo>
                    <a:pt x="63155" y="89459"/>
                    <a:pt x="73425" y="89054"/>
                    <a:pt x="78862" y="89054"/>
                  </a:cubicBezTo>
                  <a:cubicBezTo>
                    <a:pt x="84098" y="89054"/>
                    <a:pt x="94570" y="89459"/>
                    <a:pt x="101416" y="89661"/>
                  </a:cubicBezTo>
                  <a:lnTo>
                    <a:pt x="101416" y="83386"/>
                  </a:lnTo>
                  <a:cubicBezTo>
                    <a:pt x="90945" y="83386"/>
                    <a:pt x="85911" y="83386"/>
                    <a:pt x="85709" y="77312"/>
                  </a:cubicBezTo>
                  <a:lnTo>
                    <a:pt x="85709" y="38646"/>
                  </a:lnTo>
                  <a:cubicBezTo>
                    <a:pt x="85709" y="21236"/>
                    <a:pt x="85709" y="14961"/>
                    <a:pt x="79467" y="7673"/>
                  </a:cubicBezTo>
                  <a:cubicBezTo>
                    <a:pt x="76647" y="4231"/>
                    <a:pt x="70002" y="182"/>
                    <a:pt x="58322" y="182"/>
                  </a:cubicBezTo>
                  <a:cubicBezTo>
                    <a:pt x="43622" y="182"/>
                    <a:pt x="34157" y="8887"/>
                    <a:pt x="28519" y="21439"/>
                  </a:cubicBezTo>
                  <a:lnTo>
                    <a:pt x="28519" y="182"/>
                  </a:lnTo>
                  <a:lnTo>
                    <a:pt x="125" y="2409"/>
                  </a:lnTo>
                  <a:lnTo>
                    <a:pt x="125" y="8685"/>
                  </a:lnTo>
                  <a:cubicBezTo>
                    <a:pt x="14221" y="8685"/>
                    <a:pt x="15832" y="10102"/>
                    <a:pt x="15832" y="2002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F1BB1B8-C142-9BC2-0FED-5B79849F9F38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6904495" y="6013261"/>
              <a:ext cx="92028" cy="133408"/>
            </a:xfrm>
            <a:custGeom>
              <a:avLst/>
              <a:gdLst>
                <a:gd name="connsiteX0" fmla="*/ 39197 w 92028"/>
                <a:gd name="connsiteY0" fmla="*/ 57068 h 133408"/>
                <a:gd name="connsiteX1" fmla="*/ 21677 w 92028"/>
                <a:gd name="connsiteY1" fmla="*/ 32168 h 133408"/>
                <a:gd name="connsiteX2" fmla="*/ 24899 w 92028"/>
                <a:gd name="connsiteY2" fmla="*/ 15163 h 133408"/>
                <a:gd name="connsiteX3" fmla="*/ 39197 w 92028"/>
                <a:gd name="connsiteY3" fmla="*/ 7065 h 133408"/>
                <a:gd name="connsiteX4" fmla="*/ 56717 w 92028"/>
                <a:gd name="connsiteY4" fmla="*/ 31966 h 133408"/>
                <a:gd name="connsiteX5" fmla="*/ 53495 w 92028"/>
                <a:gd name="connsiteY5" fmla="*/ 48971 h 133408"/>
                <a:gd name="connsiteX6" fmla="*/ 39197 w 92028"/>
                <a:gd name="connsiteY6" fmla="*/ 57068 h 133408"/>
                <a:gd name="connsiteX7" fmla="*/ 15837 w 92028"/>
                <a:gd name="connsiteY7" fmla="*/ 64963 h 133408"/>
                <a:gd name="connsiteX8" fmla="*/ 19261 w 92028"/>
                <a:gd name="connsiteY8" fmla="*/ 55449 h 133408"/>
                <a:gd name="connsiteX9" fmla="*/ 39197 w 92028"/>
                <a:gd name="connsiteY9" fmla="*/ 61724 h 133408"/>
                <a:gd name="connsiteX10" fmla="*/ 71820 w 92028"/>
                <a:gd name="connsiteY10" fmla="*/ 32168 h 133408"/>
                <a:gd name="connsiteX11" fmla="*/ 63563 w 92028"/>
                <a:gd name="connsiteY11" fmla="*/ 12531 h 133408"/>
                <a:gd name="connsiteX12" fmla="*/ 81687 w 92028"/>
                <a:gd name="connsiteY12" fmla="*/ 4636 h 133408"/>
                <a:gd name="connsiteX13" fmla="*/ 83701 w 92028"/>
                <a:gd name="connsiteY13" fmla="*/ 4838 h 133408"/>
                <a:gd name="connsiteX14" fmla="*/ 80479 w 92028"/>
                <a:gd name="connsiteY14" fmla="*/ 10304 h 133408"/>
                <a:gd name="connsiteX15" fmla="*/ 86319 w 92028"/>
                <a:gd name="connsiteY15" fmla="*/ 16175 h 133408"/>
                <a:gd name="connsiteX16" fmla="*/ 92159 w 92028"/>
                <a:gd name="connsiteY16" fmla="*/ 10102 h 133408"/>
                <a:gd name="connsiteX17" fmla="*/ 81889 w 92028"/>
                <a:gd name="connsiteY17" fmla="*/ 182 h 133408"/>
                <a:gd name="connsiteX18" fmla="*/ 60543 w 92028"/>
                <a:gd name="connsiteY18" fmla="*/ 9697 h 133408"/>
                <a:gd name="connsiteX19" fmla="*/ 39197 w 92028"/>
                <a:gd name="connsiteY19" fmla="*/ 2409 h 133408"/>
                <a:gd name="connsiteX20" fmla="*/ 6574 w 92028"/>
                <a:gd name="connsiteY20" fmla="*/ 31966 h 133408"/>
                <a:gd name="connsiteX21" fmla="*/ 16039 w 92028"/>
                <a:gd name="connsiteY21" fmla="*/ 52817 h 133408"/>
                <a:gd name="connsiteX22" fmla="*/ 9796 w 92028"/>
                <a:gd name="connsiteY22" fmla="*/ 69620 h 133408"/>
                <a:gd name="connsiteX23" fmla="*/ 18657 w 92028"/>
                <a:gd name="connsiteY23" fmla="*/ 87637 h 133408"/>
                <a:gd name="connsiteX24" fmla="*/ 130 w 92028"/>
                <a:gd name="connsiteY24" fmla="*/ 107881 h 133408"/>
                <a:gd name="connsiteX25" fmla="*/ 44634 w 92028"/>
                <a:gd name="connsiteY25" fmla="*/ 133591 h 133408"/>
                <a:gd name="connsiteX26" fmla="*/ 89339 w 92028"/>
                <a:gd name="connsiteY26" fmla="*/ 107476 h 133408"/>
                <a:gd name="connsiteX27" fmla="*/ 76250 w 92028"/>
                <a:gd name="connsiteY27" fmla="*/ 84398 h 133408"/>
                <a:gd name="connsiteX28" fmla="*/ 41614 w 92028"/>
                <a:gd name="connsiteY28" fmla="*/ 78729 h 133408"/>
                <a:gd name="connsiteX29" fmla="*/ 26510 w 92028"/>
                <a:gd name="connsiteY29" fmla="*/ 78527 h 133408"/>
                <a:gd name="connsiteX30" fmla="*/ 15837 w 92028"/>
                <a:gd name="connsiteY30" fmla="*/ 64963 h 133408"/>
                <a:gd name="connsiteX31" fmla="*/ 44836 w 92028"/>
                <a:gd name="connsiteY31" fmla="*/ 128935 h 133408"/>
                <a:gd name="connsiteX32" fmla="*/ 10602 w 92028"/>
                <a:gd name="connsiteY32" fmla="*/ 107881 h 133408"/>
                <a:gd name="connsiteX33" fmla="*/ 27115 w 92028"/>
                <a:gd name="connsiteY33" fmla="*/ 90471 h 133408"/>
                <a:gd name="connsiteX34" fmla="*/ 38996 w 92028"/>
                <a:gd name="connsiteY34" fmla="*/ 90471 h 133408"/>
                <a:gd name="connsiteX35" fmla="*/ 78868 w 92028"/>
                <a:gd name="connsiteY35" fmla="*/ 107881 h 133408"/>
                <a:gd name="connsiteX36" fmla="*/ 44836 w 92028"/>
                <a:gd name="connsiteY36" fmla="*/ 12893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197" y="57068"/>
                  </a:moveTo>
                  <a:cubicBezTo>
                    <a:pt x="21677" y="57068"/>
                    <a:pt x="21677" y="36824"/>
                    <a:pt x="21677" y="32168"/>
                  </a:cubicBezTo>
                  <a:cubicBezTo>
                    <a:pt x="21677" y="26702"/>
                    <a:pt x="21879" y="20224"/>
                    <a:pt x="24899" y="15163"/>
                  </a:cubicBezTo>
                  <a:cubicBezTo>
                    <a:pt x="26510" y="12734"/>
                    <a:pt x="31142" y="7065"/>
                    <a:pt x="39197" y="7065"/>
                  </a:cubicBezTo>
                  <a:cubicBezTo>
                    <a:pt x="56717" y="7065"/>
                    <a:pt x="56717" y="27309"/>
                    <a:pt x="56717" y="31966"/>
                  </a:cubicBezTo>
                  <a:cubicBezTo>
                    <a:pt x="56717" y="37431"/>
                    <a:pt x="56515" y="43910"/>
                    <a:pt x="53495" y="48971"/>
                  </a:cubicBezTo>
                  <a:cubicBezTo>
                    <a:pt x="51884" y="51400"/>
                    <a:pt x="47252" y="57068"/>
                    <a:pt x="39197" y="57068"/>
                  </a:cubicBezTo>
                  <a:close/>
                  <a:moveTo>
                    <a:pt x="15837" y="64963"/>
                  </a:moveTo>
                  <a:cubicBezTo>
                    <a:pt x="15837" y="64154"/>
                    <a:pt x="15837" y="59497"/>
                    <a:pt x="19261" y="55449"/>
                  </a:cubicBezTo>
                  <a:cubicBezTo>
                    <a:pt x="27115" y="61117"/>
                    <a:pt x="35371" y="61724"/>
                    <a:pt x="39197" y="61724"/>
                  </a:cubicBezTo>
                  <a:cubicBezTo>
                    <a:pt x="57925" y="61724"/>
                    <a:pt x="71820" y="47756"/>
                    <a:pt x="71820" y="32168"/>
                  </a:cubicBezTo>
                  <a:cubicBezTo>
                    <a:pt x="71820" y="24678"/>
                    <a:pt x="68598" y="17187"/>
                    <a:pt x="63563" y="12531"/>
                  </a:cubicBezTo>
                  <a:cubicBezTo>
                    <a:pt x="70813" y="5648"/>
                    <a:pt x="78062" y="4636"/>
                    <a:pt x="81687" y="4636"/>
                  </a:cubicBezTo>
                  <a:cubicBezTo>
                    <a:pt x="82090" y="4636"/>
                    <a:pt x="83097" y="4636"/>
                    <a:pt x="83701" y="4838"/>
                  </a:cubicBezTo>
                  <a:cubicBezTo>
                    <a:pt x="81486" y="5648"/>
                    <a:pt x="80479" y="7875"/>
                    <a:pt x="80479" y="10304"/>
                  </a:cubicBezTo>
                  <a:cubicBezTo>
                    <a:pt x="80479" y="13746"/>
                    <a:pt x="83097" y="16175"/>
                    <a:pt x="86319" y="16175"/>
                  </a:cubicBezTo>
                  <a:cubicBezTo>
                    <a:pt x="88333" y="16175"/>
                    <a:pt x="92159" y="14758"/>
                    <a:pt x="92159" y="10102"/>
                  </a:cubicBezTo>
                  <a:cubicBezTo>
                    <a:pt x="92159" y="6660"/>
                    <a:pt x="89742" y="182"/>
                    <a:pt x="81889" y="182"/>
                  </a:cubicBezTo>
                  <a:cubicBezTo>
                    <a:pt x="77861" y="182"/>
                    <a:pt x="69001" y="1397"/>
                    <a:pt x="60543" y="9697"/>
                  </a:cubicBezTo>
                  <a:cubicBezTo>
                    <a:pt x="52085" y="3016"/>
                    <a:pt x="43627" y="2409"/>
                    <a:pt x="39197" y="2409"/>
                  </a:cubicBezTo>
                  <a:cubicBezTo>
                    <a:pt x="20469" y="2409"/>
                    <a:pt x="6574" y="16378"/>
                    <a:pt x="6574" y="31966"/>
                  </a:cubicBezTo>
                  <a:cubicBezTo>
                    <a:pt x="6574" y="40873"/>
                    <a:pt x="11004" y="48566"/>
                    <a:pt x="16039" y="52817"/>
                  </a:cubicBezTo>
                  <a:cubicBezTo>
                    <a:pt x="13421" y="55854"/>
                    <a:pt x="9796" y="62534"/>
                    <a:pt x="9796" y="69620"/>
                  </a:cubicBezTo>
                  <a:cubicBezTo>
                    <a:pt x="9796" y="75895"/>
                    <a:pt x="12414" y="83588"/>
                    <a:pt x="18657" y="87637"/>
                  </a:cubicBezTo>
                  <a:cubicBezTo>
                    <a:pt x="6574" y="91078"/>
                    <a:pt x="130" y="99783"/>
                    <a:pt x="130" y="107881"/>
                  </a:cubicBezTo>
                  <a:cubicBezTo>
                    <a:pt x="130" y="122457"/>
                    <a:pt x="20066" y="133591"/>
                    <a:pt x="44634" y="133591"/>
                  </a:cubicBezTo>
                  <a:cubicBezTo>
                    <a:pt x="68396" y="133591"/>
                    <a:pt x="89339" y="123266"/>
                    <a:pt x="89339" y="107476"/>
                  </a:cubicBezTo>
                  <a:cubicBezTo>
                    <a:pt x="89339" y="100391"/>
                    <a:pt x="86520" y="90066"/>
                    <a:pt x="76250" y="84398"/>
                  </a:cubicBezTo>
                  <a:cubicBezTo>
                    <a:pt x="65577" y="78729"/>
                    <a:pt x="53897" y="78729"/>
                    <a:pt x="41614" y="78729"/>
                  </a:cubicBezTo>
                  <a:cubicBezTo>
                    <a:pt x="36579" y="78729"/>
                    <a:pt x="27920" y="78729"/>
                    <a:pt x="26510" y="78527"/>
                  </a:cubicBezTo>
                  <a:cubicBezTo>
                    <a:pt x="20066" y="77717"/>
                    <a:pt x="15837" y="71441"/>
                    <a:pt x="15837" y="64963"/>
                  </a:cubicBezTo>
                  <a:close/>
                  <a:moveTo>
                    <a:pt x="44836" y="128935"/>
                  </a:moveTo>
                  <a:cubicBezTo>
                    <a:pt x="24497" y="128935"/>
                    <a:pt x="10602" y="118610"/>
                    <a:pt x="10602" y="107881"/>
                  </a:cubicBezTo>
                  <a:cubicBezTo>
                    <a:pt x="10602" y="98569"/>
                    <a:pt x="18254" y="91078"/>
                    <a:pt x="27115" y="90471"/>
                  </a:cubicBezTo>
                  <a:lnTo>
                    <a:pt x="38996" y="90471"/>
                  </a:lnTo>
                  <a:cubicBezTo>
                    <a:pt x="56314" y="90471"/>
                    <a:pt x="78868" y="90471"/>
                    <a:pt x="78868" y="107881"/>
                  </a:cubicBezTo>
                  <a:cubicBezTo>
                    <a:pt x="78868" y="118813"/>
                    <a:pt x="64570" y="128935"/>
                    <a:pt x="44836" y="12893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8" name="Freeform 877">
              <a:extLst>
                <a:ext uri="{FF2B5EF4-FFF2-40B4-BE49-F238E27FC236}">
                  <a16:creationId xmlns:a16="http://schemas.microsoft.com/office/drawing/2014/main" id="{C351E1EE-1433-79CF-07E0-850A39C7D8D1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7072308" y="6015488"/>
              <a:ext cx="67662" cy="89478"/>
            </a:xfrm>
            <a:custGeom>
              <a:avLst/>
              <a:gdLst>
                <a:gd name="connsiteX0" fmla="*/ 28130 w 67662"/>
                <a:gd name="connsiteY0" fmla="*/ 22451 h 89478"/>
                <a:gd name="connsiteX1" fmla="*/ 28130 w 67662"/>
                <a:gd name="connsiteY1" fmla="*/ 182 h 89478"/>
                <a:gd name="connsiteX2" fmla="*/ 138 w 67662"/>
                <a:gd name="connsiteY2" fmla="*/ 2409 h 89478"/>
                <a:gd name="connsiteX3" fmla="*/ 138 w 67662"/>
                <a:gd name="connsiteY3" fmla="*/ 8685 h 89478"/>
                <a:gd name="connsiteX4" fmla="*/ 15846 w 67662"/>
                <a:gd name="connsiteY4" fmla="*/ 20022 h 89478"/>
                <a:gd name="connsiteX5" fmla="*/ 15846 w 67662"/>
                <a:gd name="connsiteY5" fmla="*/ 74276 h 89478"/>
                <a:gd name="connsiteX6" fmla="*/ 138 w 67662"/>
                <a:gd name="connsiteY6" fmla="*/ 83386 h 89478"/>
                <a:gd name="connsiteX7" fmla="*/ 138 w 67662"/>
                <a:gd name="connsiteY7" fmla="*/ 89661 h 89478"/>
                <a:gd name="connsiteX8" fmla="*/ 23095 w 67662"/>
                <a:gd name="connsiteY8" fmla="*/ 89054 h 89478"/>
                <a:gd name="connsiteX9" fmla="*/ 48670 w 67662"/>
                <a:gd name="connsiteY9" fmla="*/ 89661 h 89478"/>
                <a:gd name="connsiteX10" fmla="*/ 48670 w 67662"/>
                <a:gd name="connsiteY10" fmla="*/ 83386 h 89478"/>
                <a:gd name="connsiteX11" fmla="*/ 44441 w 67662"/>
                <a:gd name="connsiteY11" fmla="*/ 83386 h 89478"/>
                <a:gd name="connsiteX12" fmla="*/ 29137 w 67662"/>
                <a:gd name="connsiteY12" fmla="*/ 73871 h 89478"/>
                <a:gd name="connsiteX13" fmla="*/ 29137 w 67662"/>
                <a:gd name="connsiteY13" fmla="*/ 42695 h 89478"/>
                <a:gd name="connsiteX14" fmla="*/ 52899 w 67662"/>
                <a:gd name="connsiteY14" fmla="*/ 4636 h 89478"/>
                <a:gd name="connsiteX15" fmla="*/ 55114 w 67662"/>
                <a:gd name="connsiteY15" fmla="*/ 4838 h 89478"/>
                <a:gd name="connsiteX16" fmla="*/ 50482 w 67662"/>
                <a:gd name="connsiteY16" fmla="*/ 12734 h 89478"/>
                <a:gd name="connsiteX17" fmla="*/ 59141 w 67662"/>
                <a:gd name="connsiteY17" fmla="*/ 21439 h 89478"/>
                <a:gd name="connsiteX18" fmla="*/ 67801 w 67662"/>
                <a:gd name="connsiteY18" fmla="*/ 12531 h 89478"/>
                <a:gd name="connsiteX19" fmla="*/ 52899 w 67662"/>
                <a:gd name="connsiteY19" fmla="*/ 182 h 89478"/>
                <a:gd name="connsiteX20" fmla="*/ 28130 w 67662"/>
                <a:gd name="connsiteY20" fmla="*/ 2245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30" y="22451"/>
                  </a:moveTo>
                  <a:lnTo>
                    <a:pt x="28130" y="182"/>
                  </a:lnTo>
                  <a:lnTo>
                    <a:pt x="138" y="2409"/>
                  </a:lnTo>
                  <a:lnTo>
                    <a:pt x="138" y="8685"/>
                  </a:lnTo>
                  <a:cubicBezTo>
                    <a:pt x="14235" y="8685"/>
                    <a:pt x="15846" y="10102"/>
                    <a:pt x="15846" y="20022"/>
                  </a:cubicBezTo>
                  <a:lnTo>
                    <a:pt x="15846" y="74276"/>
                  </a:lnTo>
                  <a:cubicBezTo>
                    <a:pt x="15846" y="83386"/>
                    <a:pt x="13631" y="83386"/>
                    <a:pt x="138" y="83386"/>
                  </a:cubicBezTo>
                  <a:lnTo>
                    <a:pt x="138" y="89661"/>
                  </a:lnTo>
                  <a:cubicBezTo>
                    <a:pt x="7992" y="89459"/>
                    <a:pt x="17457" y="89054"/>
                    <a:pt x="23095" y="89054"/>
                  </a:cubicBezTo>
                  <a:cubicBezTo>
                    <a:pt x="31150" y="89054"/>
                    <a:pt x="40615" y="89054"/>
                    <a:pt x="48670" y="89661"/>
                  </a:cubicBezTo>
                  <a:lnTo>
                    <a:pt x="48670" y="83386"/>
                  </a:lnTo>
                  <a:lnTo>
                    <a:pt x="44441" y="83386"/>
                  </a:lnTo>
                  <a:cubicBezTo>
                    <a:pt x="29539" y="83386"/>
                    <a:pt x="29137" y="81159"/>
                    <a:pt x="29137" y="73871"/>
                  </a:cubicBezTo>
                  <a:lnTo>
                    <a:pt x="29137" y="42695"/>
                  </a:lnTo>
                  <a:cubicBezTo>
                    <a:pt x="29137" y="22653"/>
                    <a:pt x="37594" y="4636"/>
                    <a:pt x="52899" y="4636"/>
                  </a:cubicBezTo>
                  <a:cubicBezTo>
                    <a:pt x="54308" y="4636"/>
                    <a:pt x="54711" y="4636"/>
                    <a:pt x="55114" y="4838"/>
                  </a:cubicBezTo>
                  <a:cubicBezTo>
                    <a:pt x="54510" y="5041"/>
                    <a:pt x="50482" y="7470"/>
                    <a:pt x="50482" y="12734"/>
                  </a:cubicBezTo>
                  <a:cubicBezTo>
                    <a:pt x="50482" y="18402"/>
                    <a:pt x="54711" y="21439"/>
                    <a:pt x="59141" y="21439"/>
                  </a:cubicBezTo>
                  <a:cubicBezTo>
                    <a:pt x="62766" y="21439"/>
                    <a:pt x="67801" y="19009"/>
                    <a:pt x="67801" y="12531"/>
                  </a:cubicBezTo>
                  <a:cubicBezTo>
                    <a:pt x="67801" y="6053"/>
                    <a:pt x="61558" y="182"/>
                    <a:pt x="52899" y="182"/>
                  </a:cubicBezTo>
                  <a:cubicBezTo>
                    <a:pt x="38198" y="182"/>
                    <a:pt x="30949" y="13746"/>
                    <a:pt x="28130" y="2245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79" name="Freeform 878">
              <a:extLst>
                <a:ext uri="{FF2B5EF4-FFF2-40B4-BE49-F238E27FC236}">
                  <a16:creationId xmlns:a16="http://schemas.microsoft.com/office/drawing/2014/main" id="{A2BE5B10-F823-F706-9A40-881893E29787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7154000" y="6014273"/>
              <a:ext cx="90820" cy="92920"/>
            </a:xfrm>
            <a:custGeom>
              <a:avLst/>
              <a:gdLst>
                <a:gd name="connsiteX0" fmla="*/ 58743 w 90820"/>
                <a:gd name="connsiteY0" fmla="*/ 75490 h 92920"/>
                <a:gd name="connsiteX1" fmla="*/ 74450 w 90820"/>
                <a:gd name="connsiteY1" fmla="*/ 92090 h 92920"/>
                <a:gd name="connsiteX2" fmla="*/ 90963 w 90820"/>
                <a:gd name="connsiteY2" fmla="*/ 72859 h 92920"/>
                <a:gd name="connsiteX3" fmla="*/ 90963 w 90820"/>
                <a:gd name="connsiteY3" fmla="*/ 61522 h 92920"/>
                <a:gd name="connsiteX4" fmla="*/ 85928 w 90820"/>
                <a:gd name="connsiteY4" fmla="*/ 61522 h 92920"/>
                <a:gd name="connsiteX5" fmla="*/ 85928 w 90820"/>
                <a:gd name="connsiteY5" fmla="*/ 72859 h 92920"/>
                <a:gd name="connsiteX6" fmla="*/ 78679 w 90820"/>
                <a:gd name="connsiteY6" fmla="*/ 85815 h 92920"/>
                <a:gd name="connsiteX7" fmla="*/ 71228 w 90820"/>
                <a:gd name="connsiteY7" fmla="*/ 75693 h 92920"/>
                <a:gd name="connsiteX8" fmla="*/ 71228 w 90820"/>
                <a:gd name="connsiteY8" fmla="*/ 35205 h 92920"/>
                <a:gd name="connsiteX9" fmla="*/ 63978 w 90820"/>
                <a:gd name="connsiteY9" fmla="*/ 11317 h 92920"/>
                <a:gd name="connsiteX10" fmla="*/ 36390 w 90820"/>
                <a:gd name="connsiteY10" fmla="*/ 182 h 92920"/>
                <a:gd name="connsiteX11" fmla="*/ 5982 w 90820"/>
                <a:gd name="connsiteY11" fmla="*/ 23058 h 92920"/>
                <a:gd name="connsiteX12" fmla="*/ 15246 w 90820"/>
                <a:gd name="connsiteY12" fmla="*/ 32573 h 92920"/>
                <a:gd name="connsiteX13" fmla="*/ 24509 w 90820"/>
                <a:gd name="connsiteY13" fmla="*/ 23261 h 92920"/>
                <a:gd name="connsiteX14" fmla="*/ 14239 w 90820"/>
                <a:gd name="connsiteY14" fmla="*/ 13948 h 92920"/>
                <a:gd name="connsiteX15" fmla="*/ 35987 w 90820"/>
                <a:gd name="connsiteY15" fmla="*/ 4636 h 92920"/>
                <a:gd name="connsiteX16" fmla="*/ 57333 w 90820"/>
                <a:gd name="connsiteY16" fmla="*/ 30548 h 92920"/>
                <a:gd name="connsiteX17" fmla="*/ 57333 w 90820"/>
                <a:gd name="connsiteY17" fmla="*/ 38039 h 92920"/>
                <a:gd name="connsiteX18" fmla="*/ 20280 w 90820"/>
                <a:gd name="connsiteY18" fmla="*/ 45327 h 92920"/>
                <a:gd name="connsiteX19" fmla="*/ 142 w 90820"/>
                <a:gd name="connsiteY19" fmla="*/ 71644 h 92920"/>
                <a:gd name="connsiteX20" fmla="*/ 32362 w 90820"/>
                <a:gd name="connsiteY20" fmla="*/ 93103 h 92920"/>
                <a:gd name="connsiteX21" fmla="*/ 58743 w 90820"/>
                <a:gd name="connsiteY21" fmla="*/ 75490 h 92920"/>
                <a:gd name="connsiteX22" fmla="*/ 57333 w 90820"/>
                <a:gd name="connsiteY22" fmla="*/ 42290 h 92920"/>
                <a:gd name="connsiteX23" fmla="*/ 57333 w 90820"/>
                <a:gd name="connsiteY23" fmla="*/ 62534 h 92920"/>
                <a:gd name="connsiteX24" fmla="*/ 33772 w 90820"/>
                <a:gd name="connsiteY24" fmla="*/ 88649 h 92920"/>
                <a:gd name="connsiteX25" fmla="*/ 15648 w 90820"/>
                <a:gd name="connsiteY25" fmla="*/ 71442 h 92920"/>
                <a:gd name="connsiteX26" fmla="*/ 57333 w 90820"/>
                <a:gd name="connsiteY26" fmla="*/ 4229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43" y="75490"/>
                  </a:moveTo>
                  <a:cubicBezTo>
                    <a:pt x="59548" y="83588"/>
                    <a:pt x="64985" y="92090"/>
                    <a:pt x="74450" y="92090"/>
                  </a:cubicBezTo>
                  <a:cubicBezTo>
                    <a:pt x="78679" y="92090"/>
                    <a:pt x="90963" y="89256"/>
                    <a:pt x="90963" y="72859"/>
                  </a:cubicBezTo>
                  <a:lnTo>
                    <a:pt x="90963" y="61522"/>
                  </a:lnTo>
                  <a:lnTo>
                    <a:pt x="85928" y="61522"/>
                  </a:lnTo>
                  <a:lnTo>
                    <a:pt x="85928" y="72859"/>
                  </a:lnTo>
                  <a:cubicBezTo>
                    <a:pt x="85928" y="84600"/>
                    <a:pt x="80894" y="85815"/>
                    <a:pt x="78679" y="85815"/>
                  </a:cubicBezTo>
                  <a:cubicBezTo>
                    <a:pt x="72033" y="85815"/>
                    <a:pt x="71228" y="76705"/>
                    <a:pt x="71228" y="75693"/>
                  </a:cubicBezTo>
                  <a:lnTo>
                    <a:pt x="71228" y="35205"/>
                  </a:lnTo>
                  <a:cubicBezTo>
                    <a:pt x="71228" y="26702"/>
                    <a:pt x="71228" y="18807"/>
                    <a:pt x="63978" y="11317"/>
                  </a:cubicBezTo>
                  <a:cubicBezTo>
                    <a:pt x="56125" y="3421"/>
                    <a:pt x="46056" y="182"/>
                    <a:pt x="36390" y="182"/>
                  </a:cubicBezTo>
                  <a:cubicBezTo>
                    <a:pt x="19877" y="182"/>
                    <a:pt x="5982" y="9697"/>
                    <a:pt x="5982" y="23058"/>
                  </a:cubicBezTo>
                  <a:cubicBezTo>
                    <a:pt x="5982" y="29131"/>
                    <a:pt x="10010" y="32573"/>
                    <a:pt x="15246" y="32573"/>
                  </a:cubicBezTo>
                  <a:cubicBezTo>
                    <a:pt x="20884" y="32573"/>
                    <a:pt x="24509" y="28524"/>
                    <a:pt x="24509" y="23261"/>
                  </a:cubicBezTo>
                  <a:cubicBezTo>
                    <a:pt x="24509" y="20831"/>
                    <a:pt x="23502" y="14151"/>
                    <a:pt x="14239" y="13948"/>
                  </a:cubicBezTo>
                  <a:cubicBezTo>
                    <a:pt x="19676" y="6863"/>
                    <a:pt x="29543" y="4636"/>
                    <a:pt x="35987" y="4636"/>
                  </a:cubicBezTo>
                  <a:cubicBezTo>
                    <a:pt x="45855" y="4636"/>
                    <a:pt x="57333" y="12531"/>
                    <a:pt x="57333" y="30548"/>
                  </a:cubicBezTo>
                  <a:lnTo>
                    <a:pt x="57333" y="38039"/>
                  </a:lnTo>
                  <a:cubicBezTo>
                    <a:pt x="47063" y="38646"/>
                    <a:pt x="32967" y="39253"/>
                    <a:pt x="20280" y="45327"/>
                  </a:cubicBezTo>
                  <a:cubicBezTo>
                    <a:pt x="5177" y="52210"/>
                    <a:pt x="142" y="62737"/>
                    <a:pt x="142" y="71644"/>
                  </a:cubicBezTo>
                  <a:cubicBezTo>
                    <a:pt x="142" y="88042"/>
                    <a:pt x="19676" y="93103"/>
                    <a:pt x="32362" y="93103"/>
                  </a:cubicBezTo>
                  <a:cubicBezTo>
                    <a:pt x="45653" y="93103"/>
                    <a:pt x="54916" y="85005"/>
                    <a:pt x="58743" y="75490"/>
                  </a:cubicBezTo>
                  <a:close/>
                  <a:moveTo>
                    <a:pt x="57333" y="42290"/>
                  </a:moveTo>
                  <a:lnTo>
                    <a:pt x="57333" y="62534"/>
                  </a:lnTo>
                  <a:cubicBezTo>
                    <a:pt x="57333" y="81766"/>
                    <a:pt x="42834" y="88649"/>
                    <a:pt x="33772" y="88649"/>
                  </a:cubicBezTo>
                  <a:cubicBezTo>
                    <a:pt x="23905" y="88649"/>
                    <a:pt x="15648" y="81564"/>
                    <a:pt x="15648" y="71442"/>
                  </a:cubicBezTo>
                  <a:cubicBezTo>
                    <a:pt x="15648" y="60307"/>
                    <a:pt x="24106" y="43505"/>
                    <a:pt x="57333" y="4229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0" name="Freeform 879">
              <a:extLst>
                <a:ext uri="{FF2B5EF4-FFF2-40B4-BE49-F238E27FC236}">
                  <a16:creationId xmlns:a16="http://schemas.microsoft.com/office/drawing/2014/main" id="{B36B5D34-0467-65F7-B13B-5A1C1F361243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7250056" y="5980466"/>
              <a:ext cx="63030" cy="126727"/>
            </a:xfrm>
            <a:custGeom>
              <a:avLst/>
              <a:gdLst>
                <a:gd name="connsiteX0" fmla="*/ 31159 w 63030"/>
                <a:gd name="connsiteY0" fmla="*/ 43707 h 126727"/>
                <a:gd name="connsiteX1" fmla="*/ 59956 w 63030"/>
                <a:gd name="connsiteY1" fmla="*/ 43707 h 126727"/>
                <a:gd name="connsiteX2" fmla="*/ 59956 w 63030"/>
                <a:gd name="connsiteY2" fmla="*/ 37431 h 126727"/>
                <a:gd name="connsiteX3" fmla="*/ 31159 w 63030"/>
                <a:gd name="connsiteY3" fmla="*/ 37431 h 126727"/>
                <a:gd name="connsiteX4" fmla="*/ 31159 w 63030"/>
                <a:gd name="connsiteY4" fmla="*/ 182 h 126727"/>
                <a:gd name="connsiteX5" fmla="*/ 26125 w 63030"/>
                <a:gd name="connsiteY5" fmla="*/ 182 h 126727"/>
                <a:gd name="connsiteX6" fmla="*/ 147 w 63030"/>
                <a:gd name="connsiteY6" fmla="*/ 39253 h 126727"/>
                <a:gd name="connsiteX7" fmla="*/ 147 w 63030"/>
                <a:gd name="connsiteY7" fmla="*/ 43707 h 126727"/>
                <a:gd name="connsiteX8" fmla="*/ 17264 w 63030"/>
                <a:gd name="connsiteY8" fmla="*/ 43707 h 126727"/>
                <a:gd name="connsiteX9" fmla="*/ 17264 w 63030"/>
                <a:gd name="connsiteY9" fmla="*/ 99581 h 126727"/>
                <a:gd name="connsiteX10" fmla="*/ 43242 w 63030"/>
                <a:gd name="connsiteY10" fmla="*/ 126910 h 126727"/>
                <a:gd name="connsiteX11" fmla="*/ 63178 w 63030"/>
                <a:gd name="connsiteY11" fmla="*/ 99581 h 126727"/>
                <a:gd name="connsiteX12" fmla="*/ 63178 w 63030"/>
                <a:gd name="connsiteY12" fmla="*/ 88042 h 126727"/>
                <a:gd name="connsiteX13" fmla="*/ 58144 w 63030"/>
                <a:gd name="connsiteY13" fmla="*/ 88042 h 126727"/>
                <a:gd name="connsiteX14" fmla="*/ 58144 w 63030"/>
                <a:gd name="connsiteY14" fmla="*/ 99176 h 126727"/>
                <a:gd name="connsiteX15" fmla="*/ 44651 w 63030"/>
                <a:gd name="connsiteY15" fmla="*/ 121849 h 126727"/>
                <a:gd name="connsiteX16" fmla="*/ 31159 w 63030"/>
                <a:gd name="connsiteY16" fmla="*/ 99986 h 126727"/>
                <a:gd name="connsiteX17" fmla="*/ 31159 w 63030"/>
                <a:gd name="connsiteY17" fmla="*/ 4370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59" y="43707"/>
                  </a:moveTo>
                  <a:lnTo>
                    <a:pt x="59956" y="43707"/>
                  </a:lnTo>
                  <a:lnTo>
                    <a:pt x="59956" y="37431"/>
                  </a:lnTo>
                  <a:lnTo>
                    <a:pt x="31159" y="37431"/>
                  </a:lnTo>
                  <a:lnTo>
                    <a:pt x="31159" y="182"/>
                  </a:lnTo>
                  <a:lnTo>
                    <a:pt x="26125" y="182"/>
                  </a:lnTo>
                  <a:cubicBezTo>
                    <a:pt x="25923" y="16782"/>
                    <a:pt x="19882" y="38444"/>
                    <a:pt x="147" y="39253"/>
                  </a:cubicBezTo>
                  <a:lnTo>
                    <a:pt x="147" y="43707"/>
                  </a:lnTo>
                  <a:lnTo>
                    <a:pt x="17264" y="43707"/>
                  </a:lnTo>
                  <a:lnTo>
                    <a:pt x="17264" y="99581"/>
                  </a:lnTo>
                  <a:cubicBezTo>
                    <a:pt x="17264" y="124481"/>
                    <a:pt x="35992" y="126910"/>
                    <a:pt x="43242" y="126910"/>
                  </a:cubicBezTo>
                  <a:cubicBezTo>
                    <a:pt x="57539" y="126910"/>
                    <a:pt x="63178" y="112537"/>
                    <a:pt x="63178" y="99581"/>
                  </a:cubicBezTo>
                  <a:lnTo>
                    <a:pt x="63178" y="88042"/>
                  </a:lnTo>
                  <a:lnTo>
                    <a:pt x="58144" y="88042"/>
                  </a:lnTo>
                  <a:lnTo>
                    <a:pt x="58144" y="99176"/>
                  </a:lnTo>
                  <a:cubicBezTo>
                    <a:pt x="58144" y="114157"/>
                    <a:pt x="52102" y="121849"/>
                    <a:pt x="44651" y="121849"/>
                  </a:cubicBezTo>
                  <a:cubicBezTo>
                    <a:pt x="31159" y="121849"/>
                    <a:pt x="31159" y="103427"/>
                    <a:pt x="31159" y="99986"/>
                  </a:cubicBezTo>
                  <a:lnTo>
                    <a:pt x="31159" y="4370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1" name="Freeform 880">
              <a:extLst>
                <a:ext uri="{FF2B5EF4-FFF2-40B4-BE49-F238E27FC236}">
                  <a16:creationId xmlns:a16="http://schemas.microsoft.com/office/drawing/2014/main" id="{3DA322CD-E461-561F-BE36-BBE8EC8D04AF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7330182" y="6014273"/>
              <a:ext cx="77932" cy="92920"/>
            </a:xfrm>
            <a:custGeom>
              <a:avLst/>
              <a:gdLst>
                <a:gd name="connsiteX0" fmla="*/ 17067 w 77932"/>
                <a:gd name="connsiteY0" fmla="*/ 39861 h 92920"/>
                <a:gd name="connsiteX1" fmla="*/ 42037 w 77932"/>
                <a:gd name="connsiteY1" fmla="*/ 4636 h 92920"/>
                <a:gd name="connsiteX2" fmla="*/ 64793 w 77932"/>
                <a:gd name="connsiteY2" fmla="*/ 39861 h 92920"/>
                <a:gd name="connsiteX3" fmla="*/ 17067 w 77932"/>
                <a:gd name="connsiteY3" fmla="*/ 39861 h 92920"/>
                <a:gd name="connsiteX4" fmla="*/ 16865 w 77932"/>
                <a:gd name="connsiteY4" fmla="*/ 44112 h 92920"/>
                <a:gd name="connsiteX5" fmla="*/ 73049 w 77932"/>
                <a:gd name="connsiteY5" fmla="*/ 44112 h 92920"/>
                <a:gd name="connsiteX6" fmla="*/ 78084 w 77932"/>
                <a:gd name="connsiteY6" fmla="*/ 39861 h 92920"/>
                <a:gd name="connsiteX7" fmla="*/ 42037 w 77932"/>
                <a:gd name="connsiteY7" fmla="*/ 182 h 92920"/>
                <a:gd name="connsiteX8" fmla="*/ 151 w 77932"/>
                <a:gd name="connsiteY8" fmla="*/ 46339 h 92920"/>
                <a:gd name="connsiteX9" fmla="*/ 44454 w 77932"/>
                <a:gd name="connsiteY9" fmla="*/ 93103 h 92920"/>
                <a:gd name="connsiteX10" fmla="*/ 78084 w 77932"/>
                <a:gd name="connsiteY10" fmla="*/ 66785 h 92920"/>
                <a:gd name="connsiteX11" fmla="*/ 75466 w 77932"/>
                <a:gd name="connsiteY11" fmla="*/ 64356 h 92920"/>
                <a:gd name="connsiteX12" fmla="*/ 72848 w 77932"/>
                <a:gd name="connsiteY12" fmla="*/ 67190 h 92920"/>
                <a:gd name="connsiteX13" fmla="*/ 45662 w 77932"/>
                <a:gd name="connsiteY13" fmla="*/ 88042 h 92920"/>
                <a:gd name="connsiteX14" fmla="*/ 22907 w 77932"/>
                <a:gd name="connsiteY14" fmla="*/ 74478 h 92920"/>
                <a:gd name="connsiteX15" fmla="*/ 16865 w 77932"/>
                <a:gd name="connsiteY15" fmla="*/ 441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67" y="39861"/>
                  </a:moveTo>
                  <a:cubicBezTo>
                    <a:pt x="18275" y="9697"/>
                    <a:pt x="35191" y="4636"/>
                    <a:pt x="42037" y="4636"/>
                  </a:cubicBezTo>
                  <a:cubicBezTo>
                    <a:pt x="62779" y="4636"/>
                    <a:pt x="64793" y="31966"/>
                    <a:pt x="64793" y="39861"/>
                  </a:cubicBezTo>
                  <a:lnTo>
                    <a:pt x="17067" y="39861"/>
                  </a:lnTo>
                  <a:close/>
                  <a:moveTo>
                    <a:pt x="16865" y="44112"/>
                  </a:moveTo>
                  <a:lnTo>
                    <a:pt x="73049" y="44112"/>
                  </a:lnTo>
                  <a:cubicBezTo>
                    <a:pt x="77479" y="44112"/>
                    <a:pt x="78084" y="44112"/>
                    <a:pt x="78084" y="39861"/>
                  </a:cubicBezTo>
                  <a:cubicBezTo>
                    <a:pt x="78084" y="19819"/>
                    <a:pt x="67209" y="182"/>
                    <a:pt x="42037" y="182"/>
                  </a:cubicBezTo>
                  <a:cubicBezTo>
                    <a:pt x="18678" y="182"/>
                    <a:pt x="151" y="21034"/>
                    <a:pt x="151" y="46339"/>
                  </a:cubicBezTo>
                  <a:cubicBezTo>
                    <a:pt x="151" y="73466"/>
                    <a:pt x="21296" y="93103"/>
                    <a:pt x="44454" y="93103"/>
                  </a:cubicBezTo>
                  <a:cubicBezTo>
                    <a:pt x="69022" y="93103"/>
                    <a:pt x="78084" y="70632"/>
                    <a:pt x="78084" y="66785"/>
                  </a:cubicBezTo>
                  <a:cubicBezTo>
                    <a:pt x="78084" y="64761"/>
                    <a:pt x="76473" y="64356"/>
                    <a:pt x="75466" y="64356"/>
                  </a:cubicBezTo>
                  <a:cubicBezTo>
                    <a:pt x="73653" y="64356"/>
                    <a:pt x="73251" y="65571"/>
                    <a:pt x="72848" y="67190"/>
                  </a:cubicBezTo>
                  <a:cubicBezTo>
                    <a:pt x="65800" y="88042"/>
                    <a:pt x="47676" y="88042"/>
                    <a:pt x="45662" y="88042"/>
                  </a:cubicBezTo>
                  <a:cubicBezTo>
                    <a:pt x="35593" y="88042"/>
                    <a:pt x="27538" y="81968"/>
                    <a:pt x="22907" y="74478"/>
                  </a:cubicBezTo>
                  <a:cubicBezTo>
                    <a:pt x="16865" y="64761"/>
                    <a:pt x="16865" y="51400"/>
                    <a:pt x="16865" y="441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2" name="Freeform 881">
              <a:extLst>
                <a:ext uri="{FF2B5EF4-FFF2-40B4-BE49-F238E27FC236}">
                  <a16:creationId xmlns:a16="http://schemas.microsoft.com/office/drawing/2014/main" id="{F7D3A75B-AF2C-396D-07C7-5017D4133749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7486807" y="6014273"/>
              <a:ext cx="89209" cy="92920"/>
            </a:xfrm>
            <a:custGeom>
              <a:avLst/>
              <a:gdLst>
                <a:gd name="connsiteX0" fmla="*/ 89368 w 89209"/>
                <a:gd name="connsiteY0" fmla="*/ 47553 h 92920"/>
                <a:gd name="connsiteX1" fmla="*/ 44864 w 89209"/>
                <a:gd name="connsiteY1" fmla="*/ 182 h 92920"/>
                <a:gd name="connsiteX2" fmla="*/ 159 w 89209"/>
                <a:gd name="connsiteY2" fmla="*/ 47553 h 92920"/>
                <a:gd name="connsiteX3" fmla="*/ 44663 w 89209"/>
                <a:gd name="connsiteY3" fmla="*/ 93103 h 92920"/>
                <a:gd name="connsiteX4" fmla="*/ 89368 w 89209"/>
                <a:gd name="connsiteY4" fmla="*/ 47553 h 92920"/>
                <a:gd name="connsiteX5" fmla="*/ 44864 w 89209"/>
                <a:gd name="connsiteY5" fmla="*/ 88042 h 92920"/>
                <a:gd name="connsiteX6" fmla="*/ 21908 w 89209"/>
                <a:gd name="connsiteY6" fmla="*/ 74478 h 92920"/>
                <a:gd name="connsiteX7" fmla="*/ 16873 w 89209"/>
                <a:gd name="connsiteY7" fmla="*/ 45934 h 92920"/>
                <a:gd name="connsiteX8" fmla="*/ 21706 w 89209"/>
                <a:gd name="connsiteY8" fmla="*/ 18200 h 92920"/>
                <a:gd name="connsiteX9" fmla="*/ 44663 w 89209"/>
                <a:gd name="connsiteY9" fmla="*/ 4636 h 92920"/>
                <a:gd name="connsiteX10" fmla="*/ 67418 w 89209"/>
                <a:gd name="connsiteY10" fmla="*/ 17795 h 92920"/>
                <a:gd name="connsiteX11" fmla="*/ 72654 w 89209"/>
                <a:gd name="connsiteY11" fmla="*/ 45934 h 92920"/>
                <a:gd name="connsiteX12" fmla="*/ 68224 w 89209"/>
                <a:gd name="connsiteY12" fmla="*/ 73061 h 92920"/>
                <a:gd name="connsiteX13" fmla="*/ 44864 w 89209"/>
                <a:gd name="connsiteY13" fmla="*/ 8804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68" y="47553"/>
                  </a:moveTo>
                  <a:cubicBezTo>
                    <a:pt x="89368" y="21641"/>
                    <a:pt x="69231" y="182"/>
                    <a:pt x="44864" y="182"/>
                  </a:cubicBezTo>
                  <a:cubicBezTo>
                    <a:pt x="19692" y="182"/>
                    <a:pt x="159" y="22248"/>
                    <a:pt x="159" y="47553"/>
                  </a:cubicBezTo>
                  <a:cubicBezTo>
                    <a:pt x="159" y="73668"/>
                    <a:pt x="21102" y="93103"/>
                    <a:pt x="44663" y="93103"/>
                  </a:cubicBezTo>
                  <a:cubicBezTo>
                    <a:pt x="69029" y="93103"/>
                    <a:pt x="89368" y="73263"/>
                    <a:pt x="89368" y="47553"/>
                  </a:cubicBezTo>
                  <a:close/>
                  <a:moveTo>
                    <a:pt x="44864" y="88042"/>
                  </a:moveTo>
                  <a:cubicBezTo>
                    <a:pt x="36205" y="88042"/>
                    <a:pt x="27345" y="83790"/>
                    <a:pt x="21908" y="74478"/>
                  </a:cubicBezTo>
                  <a:cubicBezTo>
                    <a:pt x="16873" y="65571"/>
                    <a:pt x="16873" y="53222"/>
                    <a:pt x="16873" y="45934"/>
                  </a:cubicBezTo>
                  <a:cubicBezTo>
                    <a:pt x="16873" y="38039"/>
                    <a:pt x="16873" y="27107"/>
                    <a:pt x="21706" y="18200"/>
                  </a:cubicBezTo>
                  <a:cubicBezTo>
                    <a:pt x="27143" y="8887"/>
                    <a:pt x="36608" y="4636"/>
                    <a:pt x="44663" y="4636"/>
                  </a:cubicBezTo>
                  <a:cubicBezTo>
                    <a:pt x="53523" y="4636"/>
                    <a:pt x="62183" y="9090"/>
                    <a:pt x="67418" y="17795"/>
                  </a:cubicBezTo>
                  <a:cubicBezTo>
                    <a:pt x="72654" y="26500"/>
                    <a:pt x="72654" y="38241"/>
                    <a:pt x="72654" y="45934"/>
                  </a:cubicBezTo>
                  <a:cubicBezTo>
                    <a:pt x="72654" y="53222"/>
                    <a:pt x="72654" y="64154"/>
                    <a:pt x="68224" y="73061"/>
                  </a:cubicBezTo>
                  <a:cubicBezTo>
                    <a:pt x="63794" y="82171"/>
                    <a:pt x="54933" y="88042"/>
                    <a:pt x="44864" y="8804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3" name="Freeform 882">
              <a:extLst>
                <a:ext uri="{FF2B5EF4-FFF2-40B4-BE49-F238E27FC236}">
                  <a16:creationId xmlns:a16="http://schemas.microsoft.com/office/drawing/2014/main" id="{76F85CB7-87BC-7CFA-AA46-4B7A9B01D33B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7588502" y="5962246"/>
              <a:ext cx="65245" cy="142720"/>
            </a:xfrm>
            <a:custGeom>
              <a:avLst/>
              <a:gdLst>
                <a:gd name="connsiteX0" fmla="*/ 28759 w 65245"/>
                <a:gd name="connsiteY0" fmla="*/ 55651 h 142720"/>
                <a:gd name="connsiteX1" fmla="*/ 28759 w 65245"/>
                <a:gd name="connsiteY1" fmla="*/ 32168 h 142720"/>
                <a:gd name="connsiteX2" fmla="*/ 47286 w 65245"/>
                <a:gd name="connsiteY2" fmla="*/ 4636 h 142720"/>
                <a:gd name="connsiteX3" fmla="*/ 53931 w 65245"/>
                <a:gd name="connsiteY3" fmla="*/ 6053 h 142720"/>
                <a:gd name="connsiteX4" fmla="*/ 47890 w 65245"/>
                <a:gd name="connsiteY4" fmla="*/ 14556 h 142720"/>
                <a:gd name="connsiteX5" fmla="*/ 56549 w 65245"/>
                <a:gd name="connsiteY5" fmla="*/ 23261 h 142720"/>
                <a:gd name="connsiteX6" fmla="*/ 65410 w 65245"/>
                <a:gd name="connsiteY6" fmla="*/ 14353 h 142720"/>
                <a:gd name="connsiteX7" fmla="*/ 47286 w 65245"/>
                <a:gd name="connsiteY7" fmla="*/ 182 h 142720"/>
                <a:gd name="connsiteX8" fmla="*/ 16073 w 65245"/>
                <a:gd name="connsiteY8" fmla="*/ 32370 h 142720"/>
                <a:gd name="connsiteX9" fmla="*/ 16073 w 65245"/>
                <a:gd name="connsiteY9" fmla="*/ 55651 h 142720"/>
                <a:gd name="connsiteX10" fmla="*/ 164 w 65245"/>
                <a:gd name="connsiteY10" fmla="*/ 55651 h 142720"/>
                <a:gd name="connsiteX11" fmla="*/ 164 w 65245"/>
                <a:gd name="connsiteY11" fmla="*/ 61927 h 142720"/>
                <a:gd name="connsiteX12" fmla="*/ 16073 w 65245"/>
                <a:gd name="connsiteY12" fmla="*/ 61927 h 142720"/>
                <a:gd name="connsiteX13" fmla="*/ 16073 w 65245"/>
                <a:gd name="connsiteY13" fmla="*/ 127518 h 142720"/>
                <a:gd name="connsiteX14" fmla="*/ 365 w 65245"/>
                <a:gd name="connsiteY14" fmla="*/ 136627 h 142720"/>
                <a:gd name="connsiteX15" fmla="*/ 365 w 65245"/>
                <a:gd name="connsiteY15" fmla="*/ 142903 h 142720"/>
                <a:gd name="connsiteX16" fmla="*/ 23322 w 65245"/>
                <a:gd name="connsiteY16" fmla="*/ 142296 h 142720"/>
                <a:gd name="connsiteX17" fmla="*/ 48897 w 65245"/>
                <a:gd name="connsiteY17" fmla="*/ 142903 h 142720"/>
                <a:gd name="connsiteX18" fmla="*/ 48897 w 65245"/>
                <a:gd name="connsiteY18" fmla="*/ 136627 h 142720"/>
                <a:gd name="connsiteX19" fmla="*/ 44668 w 65245"/>
                <a:gd name="connsiteY19" fmla="*/ 136627 h 142720"/>
                <a:gd name="connsiteX20" fmla="*/ 29363 w 65245"/>
                <a:gd name="connsiteY20" fmla="*/ 127113 h 142720"/>
                <a:gd name="connsiteX21" fmla="*/ 29363 w 65245"/>
                <a:gd name="connsiteY21" fmla="*/ 61927 h 142720"/>
                <a:gd name="connsiteX22" fmla="*/ 52320 w 65245"/>
                <a:gd name="connsiteY22" fmla="*/ 61927 h 142720"/>
                <a:gd name="connsiteX23" fmla="*/ 52320 w 65245"/>
                <a:gd name="connsiteY23" fmla="*/ 55651 h 142720"/>
                <a:gd name="connsiteX24" fmla="*/ 28759 w 65245"/>
                <a:gd name="connsiteY24" fmla="*/ 55651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45" h="142720">
                  <a:moveTo>
                    <a:pt x="28759" y="55651"/>
                  </a:moveTo>
                  <a:lnTo>
                    <a:pt x="28759" y="32168"/>
                  </a:lnTo>
                  <a:cubicBezTo>
                    <a:pt x="28759" y="14353"/>
                    <a:pt x="38425" y="4636"/>
                    <a:pt x="47286" y="4636"/>
                  </a:cubicBezTo>
                  <a:cubicBezTo>
                    <a:pt x="47890" y="4636"/>
                    <a:pt x="50911" y="4636"/>
                    <a:pt x="53931" y="6053"/>
                  </a:cubicBezTo>
                  <a:cubicBezTo>
                    <a:pt x="51515" y="6863"/>
                    <a:pt x="47890" y="9495"/>
                    <a:pt x="47890" y="14556"/>
                  </a:cubicBezTo>
                  <a:cubicBezTo>
                    <a:pt x="47890" y="19212"/>
                    <a:pt x="51112" y="23261"/>
                    <a:pt x="56549" y="23261"/>
                  </a:cubicBezTo>
                  <a:cubicBezTo>
                    <a:pt x="62389" y="23261"/>
                    <a:pt x="65410" y="19212"/>
                    <a:pt x="65410" y="14353"/>
                  </a:cubicBezTo>
                  <a:cubicBezTo>
                    <a:pt x="65410" y="6863"/>
                    <a:pt x="57959" y="182"/>
                    <a:pt x="47286" y="182"/>
                  </a:cubicBezTo>
                  <a:cubicBezTo>
                    <a:pt x="33190" y="182"/>
                    <a:pt x="16073" y="10912"/>
                    <a:pt x="16073" y="32370"/>
                  </a:cubicBezTo>
                  <a:lnTo>
                    <a:pt x="16073" y="55651"/>
                  </a:lnTo>
                  <a:lnTo>
                    <a:pt x="164" y="55651"/>
                  </a:lnTo>
                  <a:lnTo>
                    <a:pt x="164" y="61927"/>
                  </a:lnTo>
                  <a:lnTo>
                    <a:pt x="16073" y="61927"/>
                  </a:lnTo>
                  <a:lnTo>
                    <a:pt x="16073" y="127518"/>
                  </a:lnTo>
                  <a:cubicBezTo>
                    <a:pt x="16073" y="136627"/>
                    <a:pt x="13858" y="136627"/>
                    <a:pt x="365" y="136627"/>
                  </a:cubicBezTo>
                  <a:lnTo>
                    <a:pt x="365" y="142903"/>
                  </a:lnTo>
                  <a:cubicBezTo>
                    <a:pt x="8219" y="142701"/>
                    <a:pt x="17684" y="142296"/>
                    <a:pt x="23322" y="142296"/>
                  </a:cubicBezTo>
                  <a:cubicBezTo>
                    <a:pt x="31377" y="142296"/>
                    <a:pt x="40842" y="142296"/>
                    <a:pt x="48897" y="142903"/>
                  </a:cubicBezTo>
                  <a:lnTo>
                    <a:pt x="48897" y="136627"/>
                  </a:lnTo>
                  <a:lnTo>
                    <a:pt x="44668" y="136627"/>
                  </a:lnTo>
                  <a:cubicBezTo>
                    <a:pt x="29766" y="136627"/>
                    <a:pt x="29363" y="134401"/>
                    <a:pt x="29363" y="127113"/>
                  </a:cubicBezTo>
                  <a:lnTo>
                    <a:pt x="29363" y="61927"/>
                  </a:lnTo>
                  <a:lnTo>
                    <a:pt x="52320" y="61927"/>
                  </a:lnTo>
                  <a:lnTo>
                    <a:pt x="52320" y="55651"/>
                  </a:lnTo>
                  <a:lnTo>
                    <a:pt x="28759" y="5565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DE8040AD-AD52-B640-FD4A-5D0FBEBDAE7F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7714138" y="6017715"/>
              <a:ext cx="137942" cy="89478"/>
            </a:xfrm>
            <a:custGeom>
              <a:avLst/>
              <a:gdLst>
                <a:gd name="connsiteX0" fmla="*/ 121197 w 137942"/>
                <a:gd name="connsiteY0" fmla="*/ 19414 h 89478"/>
                <a:gd name="connsiteX1" fmla="*/ 138112 w 137942"/>
                <a:gd name="connsiteY1" fmla="*/ 6458 h 89478"/>
                <a:gd name="connsiteX2" fmla="*/ 138112 w 137942"/>
                <a:gd name="connsiteY2" fmla="*/ 182 h 89478"/>
                <a:gd name="connsiteX3" fmla="*/ 123412 w 137942"/>
                <a:gd name="connsiteY3" fmla="*/ 790 h 89478"/>
                <a:gd name="connsiteX4" fmla="*/ 104684 w 137942"/>
                <a:gd name="connsiteY4" fmla="*/ 182 h 89478"/>
                <a:gd name="connsiteX5" fmla="*/ 104684 w 137942"/>
                <a:gd name="connsiteY5" fmla="*/ 6458 h 89478"/>
                <a:gd name="connsiteX6" fmla="*/ 116364 w 137942"/>
                <a:gd name="connsiteY6" fmla="*/ 16175 h 89478"/>
                <a:gd name="connsiteX7" fmla="*/ 115357 w 137942"/>
                <a:gd name="connsiteY7" fmla="*/ 20426 h 89478"/>
                <a:gd name="connsiteX8" fmla="*/ 97032 w 137942"/>
                <a:gd name="connsiteY8" fmla="*/ 72251 h 89478"/>
                <a:gd name="connsiteX9" fmla="*/ 77096 w 137942"/>
                <a:gd name="connsiteY9" fmla="*/ 15770 h 89478"/>
                <a:gd name="connsiteX10" fmla="*/ 76089 w 137942"/>
                <a:gd name="connsiteY10" fmla="*/ 11924 h 89478"/>
                <a:gd name="connsiteX11" fmla="*/ 87970 w 137942"/>
                <a:gd name="connsiteY11" fmla="*/ 6458 h 89478"/>
                <a:gd name="connsiteX12" fmla="*/ 87970 w 137942"/>
                <a:gd name="connsiteY12" fmla="*/ 182 h 89478"/>
                <a:gd name="connsiteX13" fmla="*/ 67027 w 137942"/>
                <a:gd name="connsiteY13" fmla="*/ 790 h 89478"/>
                <a:gd name="connsiteX14" fmla="*/ 49105 w 137942"/>
                <a:gd name="connsiteY14" fmla="*/ 182 h 89478"/>
                <a:gd name="connsiteX15" fmla="*/ 49105 w 137942"/>
                <a:gd name="connsiteY15" fmla="*/ 6458 h 89478"/>
                <a:gd name="connsiteX16" fmla="*/ 61791 w 137942"/>
                <a:gd name="connsiteY16" fmla="*/ 9495 h 89478"/>
                <a:gd name="connsiteX17" fmla="*/ 66423 w 137942"/>
                <a:gd name="connsiteY17" fmla="*/ 20629 h 89478"/>
                <a:gd name="connsiteX18" fmla="*/ 49105 w 137942"/>
                <a:gd name="connsiteY18" fmla="*/ 69620 h 89478"/>
                <a:gd name="connsiteX19" fmla="*/ 29974 w 137942"/>
                <a:gd name="connsiteY19" fmla="*/ 15568 h 89478"/>
                <a:gd name="connsiteX20" fmla="*/ 28967 w 137942"/>
                <a:gd name="connsiteY20" fmla="*/ 11924 h 89478"/>
                <a:gd name="connsiteX21" fmla="*/ 40848 w 137942"/>
                <a:gd name="connsiteY21" fmla="*/ 6458 h 89478"/>
                <a:gd name="connsiteX22" fmla="*/ 40848 w 137942"/>
                <a:gd name="connsiteY22" fmla="*/ 182 h 89478"/>
                <a:gd name="connsiteX23" fmla="*/ 18898 w 137942"/>
                <a:gd name="connsiteY23" fmla="*/ 790 h 89478"/>
                <a:gd name="connsiteX24" fmla="*/ 170 w 137942"/>
                <a:gd name="connsiteY24" fmla="*/ 182 h 89478"/>
                <a:gd name="connsiteX25" fmla="*/ 170 w 137942"/>
                <a:gd name="connsiteY25" fmla="*/ 6458 h 89478"/>
                <a:gd name="connsiteX26" fmla="*/ 15072 w 137942"/>
                <a:gd name="connsiteY26" fmla="*/ 13543 h 89478"/>
                <a:gd name="connsiteX27" fmla="*/ 40445 w 137942"/>
                <a:gd name="connsiteY27" fmla="*/ 85207 h 89478"/>
                <a:gd name="connsiteX28" fmla="*/ 44674 w 137942"/>
                <a:gd name="connsiteY28" fmla="*/ 89661 h 89478"/>
                <a:gd name="connsiteX29" fmla="*/ 48702 w 137942"/>
                <a:gd name="connsiteY29" fmla="*/ 85612 h 89478"/>
                <a:gd name="connsiteX30" fmla="*/ 69041 w 137942"/>
                <a:gd name="connsiteY30" fmla="*/ 28322 h 89478"/>
                <a:gd name="connsiteX31" fmla="*/ 89581 w 137942"/>
                <a:gd name="connsiteY31" fmla="*/ 85815 h 89478"/>
                <a:gd name="connsiteX32" fmla="*/ 93609 w 137942"/>
                <a:gd name="connsiteY32" fmla="*/ 89661 h 89478"/>
                <a:gd name="connsiteX33" fmla="*/ 97636 w 137942"/>
                <a:gd name="connsiteY33" fmla="*/ 85815 h 89478"/>
                <a:gd name="connsiteX34" fmla="*/ 121197 w 137942"/>
                <a:gd name="connsiteY34" fmla="*/ 19414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37942" h="89478">
                  <a:moveTo>
                    <a:pt x="121197" y="19414"/>
                  </a:moveTo>
                  <a:cubicBezTo>
                    <a:pt x="124822" y="9292"/>
                    <a:pt x="131064" y="6660"/>
                    <a:pt x="138112" y="6458"/>
                  </a:cubicBezTo>
                  <a:lnTo>
                    <a:pt x="138112" y="182"/>
                  </a:lnTo>
                  <a:cubicBezTo>
                    <a:pt x="133682" y="587"/>
                    <a:pt x="127842" y="790"/>
                    <a:pt x="123412" y="790"/>
                  </a:cubicBezTo>
                  <a:cubicBezTo>
                    <a:pt x="117572" y="790"/>
                    <a:pt x="108510" y="385"/>
                    <a:pt x="104684" y="182"/>
                  </a:cubicBezTo>
                  <a:lnTo>
                    <a:pt x="104684" y="6458"/>
                  </a:lnTo>
                  <a:cubicBezTo>
                    <a:pt x="111934" y="6660"/>
                    <a:pt x="116364" y="10304"/>
                    <a:pt x="116364" y="16175"/>
                  </a:cubicBezTo>
                  <a:cubicBezTo>
                    <a:pt x="116364" y="17390"/>
                    <a:pt x="116364" y="17795"/>
                    <a:pt x="115357" y="20426"/>
                  </a:cubicBezTo>
                  <a:lnTo>
                    <a:pt x="97032" y="72251"/>
                  </a:lnTo>
                  <a:lnTo>
                    <a:pt x="77096" y="15770"/>
                  </a:lnTo>
                  <a:cubicBezTo>
                    <a:pt x="76290" y="13341"/>
                    <a:pt x="76089" y="12936"/>
                    <a:pt x="76089" y="11924"/>
                  </a:cubicBezTo>
                  <a:cubicBezTo>
                    <a:pt x="76089" y="6458"/>
                    <a:pt x="83942" y="6458"/>
                    <a:pt x="87970" y="6458"/>
                  </a:cubicBezTo>
                  <a:lnTo>
                    <a:pt x="87970" y="182"/>
                  </a:lnTo>
                  <a:cubicBezTo>
                    <a:pt x="82130" y="385"/>
                    <a:pt x="71860" y="790"/>
                    <a:pt x="67027" y="790"/>
                  </a:cubicBezTo>
                  <a:cubicBezTo>
                    <a:pt x="60986" y="790"/>
                    <a:pt x="55146" y="587"/>
                    <a:pt x="49105" y="182"/>
                  </a:cubicBezTo>
                  <a:lnTo>
                    <a:pt x="49105" y="6458"/>
                  </a:lnTo>
                  <a:cubicBezTo>
                    <a:pt x="56555" y="6458"/>
                    <a:pt x="59777" y="6863"/>
                    <a:pt x="61791" y="9495"/>
                  </a:cubicBezTo>
                  <a:cubicBezTo>
                    <a:pt x="62798" y="10709"/>
                    <a:pt x="65013" y="16782"/>
                    <a:pt x="66423" y="20629"/>
                  </a:cubicBezTo>
                  <a:lnTo>
                    <a:pt x="49105" y="69620"/>
                  </a:lnTo>
                  <a:lnTo>
                    <a:pt x="29974" y="15568"/>
                  </a:lnTo>
                  <a:cubicBezTo>
                    <a:pt x="28967" y="13139"/>
                    <a:pt x="28967" y="12734"/>
                    <a:pt x="28967" y="11924"/>
                  </a:cubicBezTo>
                  <a:cubicBezTo>
                    <a:pt x="28967" y="6458"/>
                    <a:pt x="36821" y="6458"/>
                    <a:pt x="40848" y="6458"/>
                  </a:cubicBezTo>
                  <a:lnTo>
                    <a:pt x="40848" y="182"/>
                  </a:lnTo>
                  <a:cubicBezTo>
                    <a:pt x="34807" y="385"/>
                    <a:pt x="23530" y="790"/>
                    <a:pt x="18898" y="790"/>
                  </a:cubicBezTo>
                  <a:cubicBezTo>
                    <a:pt x="18093" y="790"/>
                    <a:pt x="7420" y="587"/>
                    <a:pt x="170" y="182"/>
                  </a:cubicBezTo>
                  <a:lnTo>
                    <a:pt x="170" y="6458"/>
                  </a:lnTo>
                  <a:cubicBezTo>
                    <a:pt x="10239" y="6458"/>
                    <a:pt x="12656" y="7065"/>
                    <a:pt x="15072" y="13543"/>
                  </a:cubicBezTo>
                  <a:lnTo>
                    <a:pt x="40445" y="85207"/>
                  </a:lnTo>
                  <a:cubicBezTo>
                    <a:pt x="41452" y="88042"/>
                    <a:pt x="42056" y="89661"/>
                    <a:pt x="44674" y="89661"/>
                  </a:cubicBezTo>
                  <a:cubicBezTo>
                    <a:pt x="47292" y="89661"/>
                    <a:pt x="47695" y="88447"/>
                    <a:pt x="48702" y="85612"/>
                  </a:cubicBezTo>
                  <a:lnTo>
                    <a:pt x="69041" y="28322"/>
                  </a:lnTo>
                  <a:lnTo>
                    <a:pt x="89581" y="85815"/>
                  </a:lnTo>
                  <a:cubicBezTo>
                    <a:pt x="90387" y="88042"/>
                    <a:pt x="90991" y="89661"/>
                    <a:pt x="93609" y="89661"/>
                  </a:cubicBezTo>
                  <a:cubicBezTo>
                    <a:pt x="96226" y="89661"/>
                    <a:pt x="96831" y="87839"/>
                    <a:pt x="97636" y="85815"/>
                  </a:cubicBezTo>
                  <a:lnTo>
                    <a:pt x="121197" y="19414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5" name="Freeform 884">
              <a:extLst>
                <a:ext uri="{FF2B5EF4-FFF2-40B4-BE49-F238E27FC236}">
                  <a16:creationId xmlns:a16="http://schemas.microsoft.com/office/drawing/2014/main" id="{51BB79D6-1018-437D-92AC-0304EBC7068F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7855996" y="6014273"/>
              <a:ext cx="77932" cy="92920"/>
            </a:xfrm>
            <a:custGeom>
              <a:avLst/>
              <a:gdLst>
                <a:gd name="connsiteX0" fmla="*/ 17093 w 77932"/>
                <a:gd name="connsiteY0" fmla="*/ 39861 h 92920"/>
                <a:gd name="connsiteX1" fmla="*/ 42063 w 77932"/>
                <a:gd name="connsiteY1" fmla="*/ 4636 h 92920"/>
                <a:gd name="connsiteX2" fmla="*/ 64819 w 77932"/>
                <a:gd name="connsiteY2" fmla="*/ 39861 h 92920"/>
                <a:gd name="connsiteX3" fmla="*/ 17093 w 77932"/>
                <a:gd name="connsiteY3" fmla="*/ 39861 h 92920"/>
                <a:gd name="connsiteX4" fmla="*/ 16891 w 77932"/>
                <a:gd name="connsiteY4" fmla="*/ 44112 h 92920"/>
                <a:gd name="connsiteX5" fmla="*/ 73075 w 77932"/>
                <a:gd name="connsiteY5" fmla="*/ 44112 h 92920"/>
                <a:gd name="connsiteX6" fmla="*/ 78110 w 77932"/>
                <a:gd name="connsiteY6" fmla="*/ 39861 h 92920"/>
                <a:gd name="connsiteX7" fmla="*/ 42063 w 77932"/>
                <a:gd name="connsiteY7" fmla="*/ 182 h 92920"/>
                <a:gd name="connsiteX8" fmla="*/ 177 w 77932"/>
                <a:gd name="connsiteY8" fmla="*/ 46339 h 92920"/>
                <a:gd name="connsiteX9" fmla="*/ 44480 w 77932"/>
                <a:gd name="connsiteY9" fmla="*/ 93103 h 92920"/>
                <a:gd name="connsiteX10" fmla="*/ 78110 w 77932"/>
                <a:gd name="connsiteY10" fmla="*/ 66785 h 92920"/>
                <a:gd name="connsiteX11" fmla="*/ 75492 w 77932"/>
                <a:gd name="connsiteY11" fmla="*/ 64356 h 92920"/>
                <a:gd name="connsiteX12" fmla="*/ 72874 w 77932"/>
                <a:gd name="connsiteY12" fmla="*/ 67190 h 92920"/>
                <a:gd name="connsiteX13" fmla="*/ 45688 w 77932"/>
                <a:gd name="connsiteY13" fmla="*/ 88042 h 92920"/>
                <a:gd name="connsiteX14" fmla="*/ 22933 w 77932"/>
                <a:gd name="connsiteY14" fmla="*/ 74478 h 92920"/>
                <a:gd name="connsiteX15" fmla="*/ 16891 w 77932"/>
                <a:gd name="connsiteY15" fmla="*/ 4411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93" y="39861"/>
                  </a:moveTo>
                  <a:cubicBezTo>
                    <a:pt x="18301" y="9697"/>
                    <a:pt x="35217" y="4636"/>
                    <a:pt x="42063" y="4636"/>
                  </a:cubicBezTo>
                  <a:cubicBezTo>
                    <a:pt x="62805" y="4636"/>
                    <a:pt x="64819" y="31966"/>
                    <a:pt x="64819" y="39861"/>
                  </a:cubicBezTo>
                  <a:lnTo>
                    <a:pt x="17093" y="39861"/>
                  </a:lnTo>
                  <a:close/>
                  <a:moveTo>
                    <a:pt x="16891" y="44112"/>
                  </a:moveTo>
                  <a:lnTo>
                    <a:pt x="73075" y="44112"/>
                  </a:lnTo>
                  <a:cubicBezTo>
                    <a:pt x="77505" y="44112"/>
                    <a:pt x="78110" y="44112"/>
                    <a:pt x="78110" y="39861"/>
                  </a:cubicBezTo>
                  <a:cubicBezTo>
                    <a:pt x="78110" y="19819"/>
                    <a:pt x="67235" y="182"/>
                    <a:pt x="42063" y="182"/>
                  </a:cubicBezTo>
                  <a:cubicBezTo>
                    <a:pt x="18704" y="182"/>
                    <a:pt x="177" y="21034"/>
                    <a:pt x="177" y="46339"/>
                  </a:cubicBezTo>
                  <a:cubicBezTo>
                    <a:pt x="177" y="73466"/>
                    <a:pt x="21322" y="93103"/>
                    <a:pt x="44480" y="93103"/>
                  </a:cubicBezTo>
                  <a:cubicBezTo>
                    <a:pt x="69048" y="93103"/>
                    <a:pt x="78110" y="70632"/>
                    <a:pt x="78110" y="66785"/>
                  </a:cubicBezTo>
                  <a:cubicBezTo>
                    <a:pt x="78110" y="64761"/>
                    <a:pt x="76499" y="64356"/>
                    <a:pt x="75492" y="64356"/>
                  </a:cubicBezTo>
                  <a:cubicBezTo>
                    <a:pt x="73679" y="64356"/>
                    <a:pt x="73277" y="65571"/>
                    <a:pt x="72874" y="67190"/>
                  </a:cubicBezTo>
                  <a:cubicBezTo>
                    <a:pt x="65826" y="88042"/>
                    <a:pt x="47702" y="88042"/>
                    <a:pt x="45688" y="88042"/>
                  </a:cubicBezTo>
                  <a:cubicBezTo>
                    <a:pt x="35619" y="88042"/>
                    <a:pt x="27564" y="81968"/>
                    <a:pt x="22933" y="74478"/>
                  </a:cubicBezTo>
                  <a:cubicBezTo>
                    <a:pt x="16891" y="64761"/>
                    <a:pt x="16891" y="51400"/>
                    <a:pt x="16891" y="441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6" name="Freeform 885">
              <a:extLst>
                <a:ext uri="{FF2B5EF4-FFF2-40B4-BE49-F238E27FC236}">
                  <a16:creationId xmlns:a16="http://schemas.microsoft.com/office/drawing/2014/main" id="{7650A21B-515A-E84D-ACCD-9EAE2278D712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7946503" y="5969534"/>
              <a:ext cx="43094" cy="135432"/>
            </a:xfrm>
            <a:custGeom>
              <a:avLst/>
              <a:gdLst>
                <a:gd name="connsiteX0" fmla="*/ 29180 w 43094"/>
                <a:gd name="connsiteY0" fmla="*/ 46136 h 135432"/>
                <a:gd name="connsiteX1" fmla="*/ 987 w 43094"/>
                <a:gd name="connsiteY1" fmla="*/ 48363 h 135432"/>
                <a:gd name="connsiteX2" fmla="*/ 987 w 43094"/>
                <a:gd name="connsiteY2" fmla="*/ 54639 h 135432"/>
                <a:gd name="connsiteX3" fmla="*/ 15889 w 43094"/>
                <a:gd name="connsiteY3" fmla="*/ 65773 h 135432"/>
                <a:gd name="connsiteX4" fmla="*/ 15889 w 43094"/>
                <a:gd name="connsiteY4" fmla="*/ 120230 h 135432"/>
                <a:gd name="connsiteX5" fmla="*/ 182 w 43094"/>
                <a:gd name="connsiteY5" fmla="*/ 129340 h 135432"/>
                <a:gd name="connsiteX6" fmla="*/ 182 w 43094"/>
                <a:gd name="connsiteY6" fmla="*/ 135615 h 135432"/>
                <a:gd name="connsiteX7" fmla="*/ 22333 w 43094"/>
                <a:gd name="connsiteY7" fmla="*/ 135008 h 135432"/>
                <a:gd name="connsiteX8" fmla="*/ 43276 w 43094"/>
                <a:gd name="connsiteY8" fmla="*/ 135615 h 135432"/>
                <a:gd name="connsiteX9" fmla="*/ 43276 w 43094"/>
                <a:gd name="connsiteY9" fmla="*/ 129340 h 135432"/>
                <a:gd name="connsiteX10" fmla="*/ 29180 w 43094"/>
                <a:gd name="connsiteY10" fmla="*/ 120432 h 135432"/>
                <a:gd name="connsiteX11" fmla="*/ 29180 w 43094"/>
                <a:gd name="connsiteY11" fmla="*/ 46136 h 135432"/>
                <a:gd name="connsiteX12" fmla="*/ 29985 w 43094"/>
                <a:gd name="connsiteY12" fmla="*/ 10912 h 135432"/>
                <a:gd name="connsiteX13" fmla="*/ 19312 w 43094"/>
                <a:gd name="connsiteY13" fmla="*/ 182 h 135432"/>
                <a:gd name="connsiteX14" fmla="*/ 8639 w 43094"/>
                <a:gd name="connsiteY14" fmla="*/ 10912 h 135432"/>
                <a:gd name="connsiteX15" fmla="*/ 19312 w 43094"/>
                <a:gd name="connsiteY15" fmla="*/ 21641 h 135432"/>
                <a:gd name="connsiteX16" fmla="*/ 29985 w 43094"/>
                <a:gd name="connsiteY16" fmla="*/ 1091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180" y="46136"/>
                  </a:moveTo>
                  <a:lnTo>
                    <a:pt x="987" y="48363"/>
                  </a:lnTo>
                  <a:lnTo>
                    <a:pt x="987" y="54639"/>
                  </a:lnTo>
                  <a:cubicBezTo>
                    <a:pt x="14077" y="54639"/>
                    <a:pt x="15889" y="55854"/>
                    <a:pt x="15889" y="65773"/>
                  </a:cubicBezTo>
                  <a:lnTo>
                    <a:pt x="15889" y="120230"/>
                  </a:lnTo>
                  <a:cubicBezTo>
                    <a:pt x="15889" y="129340"/>
                    <a:pt x="13674" y="129340"/>
                    <a:pt x="182" y="129340"/>
                  </a:cubicBezTo>
                  <a:lnTo>
                    <a:pt x="182" y="135615"/>
                  </a:lnTo>
                  <a:cubicBezTo>
                    <a:pt x="6626" y="135413"/>
                    <a:pt x="17500" y="135008"/>
                    <a:pt x="22333" y="135008"/>
                  </a:cubicBezTo>
                  <a:cubicBezTo>
                    <a:pt x="29381" y="135008"/>
                    <a:pt x="36429" y="135413"/>
                    <a:pt x="43276" y="135615"/>
                  </a:cubicBezTo>
                  <a:lnTo>
                    <a:pt x="43276" y="129340"/>
                  </a:lnTo>
                  <a:cubicBezTo>
                    <a:pt x="29985" y="129340"/>
                    <a:pt x="29180" y="128327"/>
                    <a:pt x="29180" y="120432"/>
                  </a:cubicBezTo>
                  <a:lnTo>
                    <a:pt x="29180" y="46136"/>
                  </a:lnTo>
                  <a:close/>
                  <a:moveTo>
                    <a:pt x="29985" y="10912"/>
                  </a:moveTo>
                  <a:cubicBezTo>
                    <a:pt x="29985" y="4434"/>
                    <a:pt x="24951" y="182"/>
                    <a:pt x="19312" y="182"/>
                  </a:cubicBezTo>
                  <a:cubicBezTo>
                    <a:pt x="13070" y="182"/>
                    <a:pt x="8639" y="5648"/>
                    <a:pt x="8639" y="10912"/>
                  </a:cubicBezTo>
                  <a:cubicBezTo>
                    <a:pt x="8639" y="16378"/>
                    <a:pt x="13070" y="21641"/>
                    <a:pt x="19312" y="21641"/>
                  </a:cubicBezTo>
                  <a:cubicBezTo>
                    <a:pt x="24951" y="21641"/>
                    <a:pt x="29985" y="17390"/>
                    <a:pt x="29985" y="1091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7" name="Freeform 886">
              <a:extLst>
                <a:ext uri="{FF2B5EF4-FFF2-40B4-BE49-F238E27FC236}">
                  <a16:creationId xmlns:a16="http://schemas.microsoft.com/office/drawing/2014/main" id="{E3934202-ECD6-3010-DD2D-004B1B8CACB0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8001434" y="6013261"/>
              <a:ext cx="92028" cy="133408"/>
            </a:xfrm>
            <a:custGeom>
              <a:avLst/>
              <a:gdLst>
                <a:gd name="connsiteX0" fmla="*/ 39251 w 92028"/>
                <a:gd name="connsiteY0" fmla="*/ 57068 h 133408"/>
                <a:gd name="connsiteX1" fmla="*/ 21732 w 92028"/>
                <a:gd name="connsiteY1" fmla="*/ 32168 h 133408"/>
                <a:gd name="connsiteX2" fmla="*/ 24954 w 92028"/>
                <a:gd name="connsiteY2" fmla="*/ 15163 h 133408"/>
                <a:gd name="connsiteX3" fmla="*/ 39251 w 92028"/>
                <a:gd name="connsiteY3" fmla="*/ 7065 h 133408"/>
                <a:gd name="connsiteX4" fmla="*/ 56771 w 92028"/>
                <a:gd name="connsiteY4" fmla="*/ 31966 h 133408"/>
                <a:gd name="connsiteX5" fmla="*/ 53549 w 92028"/>
                <a:gd name="connsiteY5" fmla="*/ 48971 h 133408"/>
                <a:gd name="connsiteX6" fmla="*/ 39251 w 92028"/>
                <a:gd name="connsiteY6" fmla="*/ 57068 h 133408"/>
                <a:gd name="connsiteX7" fmla="*/ 15892 w 92028"/>
                <a:gd name="connsiteY7" fmla="*/ 64963 h 133408"/>
                <a:gd name="connsiteX8" fmla="*/ 19315 w 92028"/>
                <a:gd name="connsiteY8" fmla="*/ 55449 h 133408"/>
                <a:gd name="connsiteX9" fmla="*/ 39251 w 92028"/>
                <a:gd name="connsiteY9" fmla="*/ 61724 h 133408"/>
                <a:gd name="connsiteX10" fmla="*/ 71874 w 92028"/>
                <a:gd name="connsiteY10" fmla="*/ 32168 h 133408"/>
                <a:gd name="connsiteX11" fmla="*/ 63618 w 92028"/>
                <a:gd name="connsiteY11" fmla="*/ 12531 h 133408"/>
                <a:gd name="connsiteX12" fmla="*/ 81741 w 92028"/>
                <a:gd name="connsiteY12" fmla="*/ 4636 h 133408"/>
                <a:gd name="connsiteX13" fmla="*/ 83755 w 92028"/>
                <a:gd name="connsiteY13" fmla="*/ 4838 h 133408"/>
                <a:gd name="connsiteX14" fmla="*/ 80533 w 92028"/>
                <a:gd name="connsiteY14" fmla="*/ 10304 h 133408"/>
                <a:gd name="connsiteX15" fmla="*/ 86373 w 92028"/>
                <a:gd name="connsiteY15" fmla="*/ 16175 h 133408"/>
                <a:gd name="connsiteX16" fmla="*/ 92213 w 92028"/>
                <a:gd name="connsiteY16" fmla="*/ 10102 h 133408"/>
                <a:gd name="connsiteX17" fmla="*/ 81943 w 92028"/>
                <a:gd name="connsiteY17" fmla="*/ 182 h 133408"/>
                <a:gd name="connsiteX18" fmla="*/ 60597 w 92028"/>
                <a:gd name="connsiteY18" fmla="*/ 9697 h 133408"/>
                <a:gd name="connsiteX19" fmla="*/ 39251 w 92028"/>
                <a:gd name="connsiteY19" fmla="*/ 2409 h 133408"/>
                <a:gd name="connsiteX20" fmla="*/ 6628 w 92028"/>
                <a:gd name="connsiteY20" fmla="*/ 31966 h 133408"/>
                <a:gd name="connsiteX21" fmla="*/ 16093 w 92028"/>
                <a:gd name="connsiteY21" fmla="*/ 52817 h 133408"/>
                <a:gd name="connsiteX22" fmla="*/ 9850 w 92028"/>
                <a:gd name="connsiteY22" fmla="*/ 69620 h 133408"/>
                <a:gd name="connsiteX23" fmla="*/ 18711 w 92028"/>
                <a:gd name="connsiteY23" fmla="*/ 87637 h 133408"/>
                <a:gd name="connsiteX24" fmla="*/ 184 w 92028"/>
                <a:gd name="connsiteY24" fmla="*/ 107881 h 133408"/>
                <a:gd name="connsiteX25" fmla="*/ 44688 w 92028"/>
                <a:gd name="connsiteY25" fmla="*/ 133591 h 133408"/>
                <a:gd name="connsiteX26" fmla="*/ 89394 w 92028"/>
                <a:gd name="connsiteY26" fmla="*/ 107476 h 133408"/>
                <a:gd name="connsiteX27" fmla="*/ 76304 w 92028"/>
                <a:gd name="connsiteY27" fmla="*/ 84398 h 133408"/>
                <a:gd name="connsiteX28" fmla="*/ 41668 w 92028"/>
                <a:gd name="connsiteY28" fmla="*/ 78729 h 133408"/>
                <a:gd name="connsiteX29" fmla="*/ 26565 w 92028"/>
                <a:gd name="connsiteY29" fmla="*/ 78527 h 133408"/>
                <a:gd name="connsiteX30" fmla="*/ 15892 w 92028"/>
                <a:gd name="connsiteY30" fmla="*/ 64963 h 133408"/>
                <a:gd name="connsiteX31" fmla="*/ 44890 w 92028"/>
                <a:gd name="connsiteY31" fmla="*/ 128935 h 133408"/>
                <a:gd name="connsiteX32" fmla="*/ 10656 w 92028"/>
                <a:gd name="connsiteY32" fmla="*/ 107881 h 133408"/>
                <a:gd name="connsiteX33" fmla="*/ 27169 w 92028"/>
                <a:gd name="connsiteY33" fmla="*/ 90471 h 133408"/>
                <a:gd name="connsiteX34" fmla="*/ 39050 w 92028"/>
                <a:gd name="connsiteY34" fmla="*/ 90471 h 133408"/>
                <a:gd name="connsiteX35" fmla="*/ 78922 w 92028"/>
                <a:gd name="connsiteY35" fmla="*/ 107881 h 133408"/>
                <a:gd name="connsiteX36" fmla="*/ 44890 w 92028"/>
                <a:gd name="connsiteY36" fmla="*/ 12893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51" y="57068"/>
                  </a:moveTo>
                  <a:cubicBezTo>
                    <a:pt x="21732" y="57068"/>
                    <a:pt x="21732" y="36824"/>
                    <a:pt x="21732" y="32168"/>
                  </a:cubicBezTo>
                  <a:cubicBezTo>
                    <a:pt x="21732" y="26702"/>
                    <a:pt x="21933" y="20224"/>
                    <a:pt x="24954" y="15163"/>
                  </a:cubicBezTo>
                  <a:cubicBezTo>
                    <a:pt x="26565" y="12734"/>
                    <a:pt x="31196" y="7065"/>
                    <a:pt x="39251" y="7065"/>
                  </a:cubicBezTo>
                  <a:cubicBezTo>
                    <a:pt x="56771" y="7065"/>
                    <a:pt x="56771" y="27309"/>
                    <a:pt x="56771" y="31966"/>
                  </a:cubicBezTo>
                  <a:cubicBezTo>
                    <a:pt x="56771" y="37431"/>
                    <a:pt x="56570" y="43910"/>
                    <a:pt x="53549" y="48971"/>
                  </a:cubicBezTo>
                  <a:cubicBezTo>
                    <a:pt x="51938" y="51400"/>
                    <a:pt x="47306" y="57068"/>
                    <a:pt x="39251" y="57068"/>
                  </a:cubicBezTo>
                  <a:close/>
                  <a:moveTo>
                    <a:pt x="15892" y="64963"/>
                  </a:moveTo>
                  <a:cubicBezTo>
                    <a:pt x="15892" y="64154"/>
                    <a:pt x="15892" y="59497"/>
                    <a:pt x="19315" y="55449"/>
                  </a:cubicBezTo>
                  <a:cubicBezTo>
                    <a:pt x="27169" y="61117"/>
                    <a:pt x="35425" y="61724"/>
                    <a:pt x="39251" y="61724"/>
                  </a:cubicBezTo>
                  <a:cubicBezTo>
                    <a:pt x="57979" y="61724"/>
                    <a:pt x="71874" y="47756"/>
                    <a:pt x="71874" y="32168"/>
                  </a:cubicBezTo>
                  <a:cubicBezTo>
                    <a:pt x="71874" y="24678"/>
                    <a:pt x="68652" y="17187"/>
                    <a:pt x="63618" y="12531"/>
                  </a:cubicBezTo>
                  <a:cubicBezTo>
                    <a:pt x="70867" y="5648"/>
                    <a:pt x="78117" y="4636"/>
                    <a:pt x="81741" y="4636"/>
                  </a:cubicBezTo>
                  <a:cubicBezTo>
                    <a:pt x="82144" y="4636"/>
                    <a:pt x="83151" y="4636"/>
                    <a:pt x="83755" y="4838"/>
                  </a:cubicBezTo>
                  <a:cubicBezTo>
                    <a:pt x="81540" y="5648"/>
                    <a:pt x="80533" y="7875"/>
                    <a:pt x="80533" y="10304"/>
                  </a:cubicBezTo>
                  <a:cubicBezTo>
                    <a:pt x="80533" y="13746"/>
                    <a:pt x="83151" y="16175"/>
                    <a:pt x="86373" y="16175"/>
                  </a:cubicBezTo>
                  <a:cubicBezTo>
                    <a:pt x="88387" y="16175"/>
                    <a:pt x="92213" y="14758"/>
                    <a:pt x="92213" y="10102"/>
                  </a:cubicBezTo>
                  <a:cubicBezTo>
                    <a:pt x="92213" y="6660"/>
                    <a:pt x="89797" y="182"/>
                    <a:pt x="81943" y="182"/>
                  </a:cubicBezTo>
                  <a:cubicBezTo>
                    <a:pt x="77915" y="182"/>
                    <a:pt x="69055" y="1397"/>
                    <a:pt x="60597" y="9697"/>
                  </a:cubicBezTo>
                  <a:cubicBezTo>
                    <a:pt x="52139" y="3016"/>
                    <a:pt x="43682" y="2409"/>
                    <a:pt x="39251" y="2409"/>
                  </a:cubicBezTo>
                  <a:cubicBezTo>
                    <a:pt x="20523" y="2409"/>
                    <a:pt x="6628" y="16378"/>
                    <a:pt x="6628" y="31966"/>
                  </a:cubicBezTo>
                  <a:cubicBezTo>
                    <a:pt x="6628" y="40873"/>
                    <a:pt x="11059" y="48566"/>
                    <a:pt x="16093" y="52817"/>
                  </a:cubicBezTo>
                  <a:cubicBezTo>
                    <a:pt x="13475" y="55854"/>
                    <a:pt x="9850" y="62534"/>
                    <a:pt x="9850" y="69620"/>
                  </a:cubicBezTo>
                  <a:cubicBezTo>
                    <a:pt x="9850" y="75895"/>
                    <a:pt x="12468" y="83588"/>
                    <a:pt x="18711" y="87637"/>
                  </a:cubicBezTo>
                  <a:cubicBezTo>
                    <a:pt x="6628" y="91078"/>
                    <a:pt x="184" y="99783"/>
                    <a:pt x="184" y="107881"/>
                  </a:cubicBezTo>
                  <a:cubicBezTo>
                    <a:pt x="184" y="122457"/>
                    <a:pt x="20121" y="133591"/>
                    <a:pt x="44688" y="133591"/>
                  </a:cubicBezTo>
                  <a:cubicBezTo>
                    <a:pt x="68451" y="133591"/>
                    <a:pt x="89394" y="123266"/>
                    <a:pt x="89394" y="107476"/>
                  </a:cubicBezTo>
                  <a:cubicBezTo>
                    <a:pt x="89394" y="100391"/>
                    <a:pt x="86575" y="90066"/>
                    <a:pt x="76304" y="84398"/>
                  </a:cubicBezTo>
                  <a:cubicBezTo>
                    <a:pt x="65631" y="78729"/>
                    <a:pt x="53952" y="78729"/>
                    <a:pt x="41668" y="78729"/>
                  </a:cubicBezTo>
                  <a:cubicBezTo>
                    <a:pt x="36633" y="78729"/>
                    <a:pt x="27974" y="78729"/>
                    <a:pt x="26565" y="78527"/>
                  </a:cubicBezTo>
                  <a:cubicBezTo>
                    <a:pt x="20121" y="77717"/>
                    <a:pt x="15892" y="71441"/>
                    <a:pt x="15892" y="64963"/>
                  </a:cubicBezTo>
                  <a:close/>
                  <a:moveTo>
                    <a:pt x="44890" y="128935"/>
                  </a:moveTo>
                  <a:cubicBezTo>
                    <a:pt x="24551" y="128935"/>
                    <a:pt x="10656" y="118610"/>
                    <a:pt x="10656" y="107881"/>
                  </a:cubicBezTo>
                  <a:cubicBezTo>
                    <a:pt x="10656" y="98569"/>
                    <a:pt x="18308" y="91078"/>
                    <a:pt x="27169" y="90471"/>
                  </a:cubicBezTo>
                  <a:lnTo>
                    <a:pt x="39050" y="90471"/>
                  </a:lnTo>
                  <a:cubicBezTo>
                    <a:pt x="56368" y="90471"/>
                    <a:pt x="78922" y="90471"/>
                    <a:pt x="78922" y="107881"/>
                  </a:cubicBezTo>
                  <a:cubicBezTo>
                    <a:pt x="78922" y="118813"/>
                    <a:pt x="64625" y="128935"/>
                    <a:pt x="44890" y="12893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8" name="Freeform 887">
              <a:extLst>
                <a:ext uri="{FF2B5EF4-FFF2-40B4-BE49-F238E27FC236}">
                  <a16:creationId xmlns:a16="http://schemas.microsoft.com/office/drawing/2014/main" id="{D6A35CCD-649A-8C14-F22C-1FD72ACD1F5B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8102928" y="5964473"/>
              <a:ext cx="101291" cy="140493"/>
            </a:xfrm>
            <a:custGeom>
              <a:avLst/>
              <a:gdLst>
                <a:gd name="connsiteX0" fmla="*/ 15897 w 101291"/>
                <a:gd name="connsiteY0" fmla="*/ 125291 h 140493"/>
                <a:gd name="connsiteX1" fmla="*/ 189 w 101291"/>
                <a:gd name="connsiteY1" fmla="*/ 134401 h 140493"/>
                <a:gd name="connsiteX2" fmla="*/ 189 w 101291"/>
                <a:gd name="connsiteY2" fmla="*/ 140676 h 140493"/>
                <a:gd name="connsiteX3" fmla="*/ 22945 w 101291"/>
                <a:gd name="connsiteY3" fmla="*/ 140069 h 140493"/>
                <a:gd name="connsiteX4" fmla="*/ 45499 w 101291"/>
                <a:gd name="connsiteY4" fmla="*/ 140676 h 140493"/>
                <a:gd name="connsiteX5" fmla="*/ 45499 w 101291"/>
                <a:gd name="connsiteY5" fmla="*/ 134401 h 140493"/>
                <a:gd name="connsiteX6" fmla="*/ 29792 w 101291"/>
                <a:gd name="connsiteY6" fmla="*/ 125291 h 140493"/>
                <a:gd name="connsiteX7" fmla="*/ 29792 w 101291"/>
                <a:gd name="connsiteY7" fmla="*/ 88042 h 140493"/>
                <a:gd name="connsiteX8" fmla="*/ 56977 w 101291"/>
                <a:gd name="connsiteY8" fmla="*/ 55651 h 140493"/>
                <a:gd name="connsiteX9" fmla="*/ 71879 w 101291"/>
                <a:gd name="connsiteY9" fmla="*/ 78122 h 140493"/>
                <a:gd name="connsiteX10" fmla="*/ 71879 w 101291"/>
                <a:gd name="connsiteY10" fmla="*/ 125291 h 140493"/>
                <a:gd name="connsiteX11" fmla="*/ 56172 w 101291"/>
                <a:gd name="connsiteY11" fmla="*/ 134401 h 140493"/>
                <a:gd name="connsiteX12" fmla="*/ 56172 w 101291"/>
                <a:gd name="connsiteY12" fmla="*/ 140676 h 140493"/>
                <a:gd name="connsiteX13" fmla="*/ 78927 w 101291"/>
                <a:gd name="connsiteY13" fmla="*/ 140069 h 140493"/>
                <a:gd name="connsiteX14" fmla="*/ 101481 w 101291"/>
                <a:gd name="connsiteY14" fmla="*/ 140676 h 140493"/>
                <a:gd name="connsiteX15" fmla="*/ 101481 w 101291"/>
                <a:gd name="connsiteY15" fmla="*/ 134401 h 140493"/>
                <a:gd name="connsiteX16" fmla="*/ 85774 w 101291"/>
                <a:gd name="connsiteY16" fmla="*/ 128327 h 140493"/>
                <a:gd name="connsiteX17" fmla="*/ 85774 w 101291"/>
                <a:gd name="connsiteY17" fmla="*/ 89661 h 140493"/>
                <a:gd name="connsiteX18" fmla="*/ 79531 w 101291"/>
                <a:gd name="connsiteY18" fmla="*/ 58688 h 140493"/>
                <a:gd name="connsiteX19" fmla="*/ 58387 w 101291"/>
                <a:gd name="connsiteY19" fmla="*/ 51197 h 140493"/>
                <a:gd name="connsiteX20" fmla="*/ 29188 w 101291"/>
                <a:gd name="connsiteY20" fmla="*/ 71037 h 140493"/>
                <a:gd name="connsiteX21" fmla="*/ 29188 w 101291"/>
                <a:gd name="connsiteY21" fmla="*/ 182 h 140493"/>
                <a:gd name="connsiteX22" fmla="*/ 189 w 101291"/>
                <a:gd name="connsiteY22" fmla="*/ 2409 h 140493"/>
                <a:gd name="connsiteX23" fmla="*/ 189 w 101291"/>
                <a:gd name="connsiteY23" fmla="*/ 8685 h 140493"/>
                <a:gd name="connsiteX24" fmla="*/ 15897 w 101291"/>
                <a:gd name="connsiteY24" fmla="*/ 20022 h 140493"/>
                <a:gd name="connsiteX25" fmla="*/ 15897 w 101291"/>
                <a:gd name="connsiteY25" fmla="*/ 125291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140493">
                  <a:moveTo>
                    <a:pt x="15897" y="125291"/>
                  </a:moveTo>
                  <a:cubicBezTo>
                    <a:pt x="15897" y="134401"/>
                    <a:pt x="13682" y="134401"/>
                    <a:pt x="189" y="134401"/>
                  </a:cubicBezTo>
                  <a:lnTo>
                    <a:pt x="189" y="140676"/>
                  </a:lnTo>
                  <a:cubicBezTo>
                    <a:pt x="7238" y="140474"/>
                    <a:pt x="17508" y="140069"/>
                    <a:pt x="22945" y="140069"/>
                  </a:cubicBezTo>
                  <a:cubicBezTo>
                    <a:pt x="28181" y="140069"/>
                    <a:pt x="38652" y="140474"/>
                    <a:pt x="45499" y="140676"/>
                  </a:cubicBezTo>
                  <a:lnTo>
                    <a:pt x="45499" y="134401"/>
                  </a:lnTo>
                  <a:cubicBezTo>
                    <a:pt x="32007" y="134401"/>
                    <a:pt x="29792" y="134401"/>
                    <a:pt x="29792" y="125291"/>
                  </a:cubicBezTo>
                  <a:lnTo>
                    <a:pt x="29792" y="88042"/>
                  </a:lnTo>
                  <a:cubicBezTo>
                    <a:pt x="29792" y="66988"/>
                    <a:pt x="44089" y="55651"/>
                    <a:pt x="56977" y="55651"/>
                  </a:cubicBezTo>
                  <a:cubicBezTo>
                    <a:pt x="69664" y="55651"/>
                    <a:pt x="71879" y="66583"/>
                    <a:pt x="71879" y="78122"/>
                  </a:cubicBezTo>
                  <a:lnTo>
                    <a:pt x="71879" y="125291"/>
                  </a:lnTo>
                  <a:cubicBezTo>
                    <a:pt x="71879" y="134401"/>
                    <a:pt x="69664" y="134401"/>
                    <a:pt x="56172" y="134401"/>
                  </a:cubicBezTo>
                  <a:lnTo>
                    <a:pt x="56172" y="140676"/>
                  </a:lnTo>
                  <a:cubicBezTo>
                    <a:pt x="63220" y="140474"/>
                    <a:pt x="73490" y="140069"/>
                    <a:pt x="78927" y="140069"/>
                  </a:cubicBezTo>
                  <a:cubicBezTo>
                    <a:pt x="84163" y="140069"/>
                    <a:pt x="94635" y="140474"/>
                    <a:pt x="101481" y="140676"/>
                  </a:cubicBezTo>
                  <a:lnTo>
                    <a:pt x="101481" y="134401"/>
                  </a:lnTo>
                  <a:cubicBezTo>
                    <a:pt x="91010" y="134401"/>
                    <a:pt x="85975" y="134401"/>
                    <a:pt x="85774" y="128327"/>
                  </a:cubicBezTo>
                  <a:lnTo>
                    <a:pt x="85774" y="89661"/>
                  </a:lnTo>
                  <a:cubicBezTo>
                    <a:pt x="85774" y="72251"/>
                    <a:pt x="85774" y="65976"/>
                    <a:pt x="79531" y="58688"/>
                  </a:cubicBezTo>
                  <a:cubicBezTo>
                    <a:pt x="76712" y="55246"/>
                    <a:pt x="70067" y="51197"/>
                    <a:pt x="58387" y="51197"/>
                  </a:cubicBezTo>
                  <a:cubicBezTo>
                    <a:pt x="41471" y="51197"/>
                    <a:pt x="32611" y="63344"/>
                    <a:pt x="29188" y="71037"/>
                  </a:cubicBezTo>
                  <a:lnTo>
                    <a:pt x="29188" y="182"/>
                  </a:lnTo>
                  <a:lnTo>
                    <a:pt x="189" y="2409"/>
                  </a:lnTo>
                  <a:lnTo>
                    <a:pt x="189" y="8685"/>
                  </a:lnTo>
                  <a:cubicBezTo>
                    <a:pt x="14286" y="8685"/>
                    <a:pt x="15897" y="10102"/>
                    <a:pt x="15897" y="20022"/>
                  </a:cubicBezTo>
                  <a:lnTo>
                    <a:pt x="15897" y="12529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89" name="Freeform 888">
              <a:extLst>
                <a:ext uri="{FF2B5EF4-FFF2-40B4-BE49-F238E27FC236}">
                  <a16:creationId xmlns:a16="http://schemas.microsoft.com/office/drawing/2014/main" id="{1FA65955-1B9A-BFEE-E58E-E4C8A10609A1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8206592" y="5980466"/>
              <a:ext cx="63030" cy="126727"/>
            </a:xfrm>
            <a:custGeom>
              <a:avLst/>
              <a:gdLst>
                <a:gd name="connsiteX0" fmla="*/ 31207 w 63030"/>
                <a:gd name="connsiteY0" fmla="*/ 43707 h 126727"/>
                <a:gd name="connsiteX1" fmla="*/ 60003 w 63030"/>
                <a:gd name="connsiteY1" fmla="*/ 43707 h 126727"/>
                <a:gd name="connsiteX2" fmla="*/ 60003 w 63030"/>
                <a:gd name="connsiteY2" fmla="*/ 37431 h 126727"/>
                <a:gd name="connsiteX3" fmla="*/ 31207 w 63030"/>
                <a:gd name="connsiteY3" fmla="*/ 37431 h 126727"/>
                <a:gd name="connsiteX4" fmla="*/ 31207 w 63030"/>
                <a:gd name="connsiteY4" fmla="*/ 182 h 126727"/>
                <a:gd name="connsiteX5" fmla="*/ 26172 w 63030"/>
                <a:gd name="connsiteY5" fmla="*/ 182 h 126727"/>
                <a:gd name="connsiteX6" fmla="*/ 195 w 63030"/>
                <a:gd name="connsiteY6" fmla="*/ 39253 h 126727"/>
                <a:gd name="connsiteX7" fmla="*/ 195 w 63030"/>
                <a:gd name="connsiteY7" fmla="*/ 43707 h 126727"/>
                <a:gd name="connsiteX8" fmla="*/ 17312 w 63030"/>
                <a:gd name="connsiteY8" fmla="*/ 43707 h 126727"/>
                <a:gd name="connsiteX9" fmla="*/ 17312 w 63030"/>
                <a:gd name="connsiteY9" fmla="*/ 99581 h 126727"/>
                <a:gd name="connsiteX10" fmla="*/ 43289 w 63030"/>
                <a:gd name="connsiteY10" fmla="*/ 126910 h 126727"/>
                <a:gd name="connsiteX11" fmla="*/ 63225 w 63030"/>
                <a:gd name="connsiteY11" fmla="*/ 99581 h 126727"/>
                <a:gd name="connsiteX12" fmla="*/ 63225 w 63030"/>
                <a:gd name="connsiteY12" fmla="*/ 88042 h 126727"/>
                <a:gd name="connsiteX13" fmla="*/ 58191 w 63030"/>
                <a:gd name="connsiteY13" fmla="*/ 88042 h 126727"/>
                <a:gd name="connsiteX14" fmla="*/ 58191 w 63030"/>
                <a:gd name="connsiteY14" fmla="*/ 99176 h 126727"/>
                <a:gd name="connsiteX15" fmla="*/ 44699 w 63030"/>
                <a:gd name="connsiteY15" fmla="*/ 121849 h 126727"/>
                <a:gd name="connsiteX16" fmla="*/ 31207 w 63030"/>
                <a:gd name="connsiteY16" fmla="*/ 99986 h 126727"/>
                <a:gd name="connsiteX17" fmla="*/ 31207 w 63030"/>
                <a:gd name="connsiteY17" fmla="*/ 4370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207" y="43707"/>
                  </a:moveTo>
                  <a:lnTo>
                    <a:pt x="60003" y="43707"/>
                  </a:lnTo>
                  <a:lnTo>
                    <a:pt x="60003" y="37431"/>
                  </a:lnTo>
                  <a:lnTo>
                    <a:pt x="31207" y="37431"/>
                  </a:lnTo>
                  <a:lnTo>
                    <a:pt x="31207" y="182"/>
                  </a:lnTo>
                  <a:lnTo>
                    <a:pt x="26172" y="182"/>
                  </a:lnTo>
                  <a:cubicBezTo>
                    <a:pt x="25971" y="16782"/>
                    <a:pt x="19929" y="38444"/>
                    <a:pt x="195" y="39253"/>
                  </a:cubicBezTo>
                  <a:lnTo>
                    <a:pt x="195" y="43707"/>
                  </a:lnTo>
                  <a:lnTo>
                    <a:pt x="17312" y="43707"/>
                  </a:lnTo>
                  <a:lnTo>
                    <a:pt x="17312" y="99581"/>
                  </a:lnTo>
                  <a:cubicBezTo>
                    <a:pt x="17312" y="124481"/>
                    <a:pt x="36040" y="126910"/>
                    <a:pt x="43289" y="126910"/>
                  </a:cubicBezTo>
                  <a:cubicBezTo>
                    <a:pt x="57587" y="126910"/>
                    <a:pt x="63225" y="112537"/>
                    <a:pt x="63225" y="99581"/>
                  </a:cubicBezTo>
                  <a:lnTo>
                    <a:pt x="63225" y="88042"/>
                  </a:lnTo>
                  <a:lnTo>
                    <a:pt x="58191" y="88042"/>
                  </a:lnTo>
                  <a:lnTo>
                    <a:pt x="58191" y="99176"/>
                  </a:lnTo>
                  <a:cubicBezTo>
                    <a:pt x="58191" y="114157"/>
                    <a:pt x="52150" y="121849"/>
                    <a:pt x="44699" y="121849"/>
                  </a:cubicBezTo>
                  <a:cubicBezTo>
                    <a:pt x="31207" y="121849"/>
                    <a:pt x="31207" y="103427"/>
                    <a:pt x="31207" y="99986"/>
                  </a:cubicBezTo>
                  <a:lnTo>
                    <a:pt x="31207" y="4370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0" name="Freeform 889">
              <a:extLst>
                <a:ext uri="{FF2B5EF4-FFF2-40B4-BE49-F238E27FC236}">
                  <a16:creationId xmlns:a16="http://schemas.microsoft.com/office/drawing/2014/main" id="{4B159A0B-C6AE-E36A-B964-41BDAF723CD8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8287724" y="6014273"/>
              <a:ext cx="65849" cy="92920"/>
            </a:xfrm>
            <a:custGeom>
              <a:avLst/>
              <a:gdLst>
                <a:gd name="connsiteX0" fmla="*/ 35439 w 65849"/>
                <a:gd name="connsiteY0" fmla="*/ 51602 h 92920"/>
                <a:gd name="connsiteX1" fmla="*/ 56382 w 65849"/>
                <a:gd name="connsiteY1" fmla="*/ 70227 h 92920"/>
                <a:gd name="connsiteX2" fmla="*/ 33627 w 65849"/>
                <a:gd name="connsiteY2" fmla="*/ 88649 h 92920"/>
                <a:gd name="connsiteX3" fmla="*/ 5636 w 65849"/>
                <a:gd name="connsiteY3" fmla="*/ 59902 h 92920"/>
                <a:gd name="connsiteX4" fmla="*/ 2816 w 65849"/>
                <a:gd name="connsiteY4" fmla="*/ 56461 h 92920"/>
                <a:gd name="connsiteX5" fmla="*/ 199 w 65849"/>
                <a:gd name="connsiteY5" fmla="*/ 61522 h 92920"/>
                <a:gd name="connsiteX6" fmla="*/ 199 w 65849"/>
                <a:gd name="connsiteY6" fmla="*/ 88244 h 92920"/>
                <a:gd name="connsiteX7" fmla="*/ 2414 w 65849"/>
                <a:gd name="connsiteY7" fmla="*/ 93103 h 92920"/>
                <a:gd name="connsiteX8" fmla="*/ 7448 w 65849"/>
                <a:gd name="connsiteY8" fmla="*/ 89054 h 92920"/>
                <a:gd name="connsiteX9" fmla="*/ 11476 w 65849"/>
                <a:gd name="connsiteY9" fmla="*/ 84398 h 92920"/>
                <a:gd name="connsiteX10" fmla="*/ 33627 w 65849"/>
                <a:gd name="connsiteY10" fmla="*/ 93103 h 92920"/>
                <a:gd name="connsiteX11" fmla="*/ 66048 w 65849"/>
                <a:gd name="connsiteY11" fmla="*/ 64963 h 92920"/>
                <a:gd name="connsiteX12" fmla="*/ 57591 w 65849"/>
                <a:gd name="connsiteY12" fmla="*/ 45732 h 92920"/>
                <a:gd name="connsiteX13" fmla="*/ 34634 w 65849"/>
                <a:gd name="connsiteY13" fmla="*/ 36014 h 92920"/>
                <a:gd name="connsiteX14" fmla="*/ 9865 w 65849"/>
                <a:gd name="connsiteY14" fmla="*/ 19414 h 92920"/>
                <a:gd name="connsiteX15" fmla="*/ 32419 w 65849"/>
                <a:gd name="connsiteY15" fmla="*/ 4029 h 92920"/>
                <a:gd name="connsiteX16" fmla="*/ 55980 w 65849"/>
                <a:gd name="connsiteY16" fmla="*/ 28524 h 92920"/>
                <a:gd name="connsiteX17" fmla="*/ 58396 w 65849"/>
                <a:gd name="connsiteY17" fmla="*/ 30346 h 92920"/>
                <a:gd name="connsiteX18" fmla="*/ 61014 w 65849"/>
                <a:gd name="connsiteY18" fmla="*/ 25487 h 92920"/>
                <a:gd name="connsiteX19" fmla="*/ 61014 w 65849"/>
                <a:gd name="connsiteY19" fmla="*/ 5041 h 92920"/>
                <a:gd name="connsiteX20" fmla="*/ 58799 w 65849"/>
                <a:gd name="connsiteY20" fmla="*/ 182 h 92920"/>
                <a:gd name="connsiteX21" fmla="*/ 54771 w 65849"/>
                <a:gd name="connsiteY21" fmla="*/ 2612 h 92920"/>
                <a:gd name="connsiteX22" fmla="*/ 51348 w 65849"/>
                <a:gd name="connsiteY22" fmla="*/ 5851 h 92920"/>
                <a:gd name="connsiteX23" fmla="*/ 32419 w 65849"/>
                <a:gd name="connsiteY23" fmla="*/ 182 h 92920"/>
                <a:gd name="connsiteX24" fmla="*/ 199 w 65849"/>
                <a:gd name="connsiteY24" fmla="*/ 25083 h 92920"/>
                <a:gd name="connsiteX25" fmla="*/ 8858 w 65849"/>
                <a:gd name="connsiteY25" fmla="*/ 42290 h 92920"/>
                <a:gd name="connsiteX26" fmla="*/ 35439 w 65849"/>
                <a:gd name="connsiteY26" fmla="*/ 5160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439" y="51602"/>
                  </a:moveTo>
                  <a:cubicBezTo>
                    <a:pt x="39870" y="52412"/>
                    <a:pt x="56382" y="55651"/>
                    <a:pt x="56382" y="70227"/>
                  </a:cubicBezTo>
                  <a:cubicBezTo>
                    <a:pt x="56382" y="80551"/>
                    <a:pt x="49334" y="88649"/>
                    <a:pt x="33627" y="88649"/>
                  </a:cubicBezTo>
                  <a:cubicBezTo>
                    <a:pt x="16711" y="88649"/>
                    <a:pt x="9462" y="77110"/>
                    <a:pt x="5636" y="59902"/>
                  </a:cubicBezTo>
                  <a:cubicBezTo>
                    <a:pt x="5032" y="57271"/>
                    <a:pt x="4830" y="56461"/>
                    <a:pt x="2816" y="56461"/>
                  </a:cubicBezTo>
                  <a:cubicBezTo>
                    <a:pt x="199" y="56461"/>
                    <a:pt x="199" y="57878"/>
                    <a:pt x="199" y="61522"/>
                  </a:cubicBezTo>
                  <a:lnTo>
                    <a:pt x="199" y="88244"/>
                  </a:lnTo>
                  <a:cubicBezTo>
                    <a:pt x="199" y="91686"/>
                    <a:pt x="199" y="93103"/>
                    <a:pt x="2414" y="93103"/>
                  </a:cubicBezTo>
                  <a:cubicBezTo>
                    <a:pt x="3421" y="93103"/>
                    <a:pt x="3622" y="92900"/>
                    <a:pt x="7448" y="89054"/>
                  </a:cubicBezTo>
                  <a:cubicBezTo>
                    <a:pt x="7851" y="88649"/>
                    <a:pt x="7851" y="88244"/>
                    <a:pt x="11476" y="84398"/>
                  </a:cubicBezTo>
                  <a:cubicBezTo>
                    <a:pt x="20336" y="92900"/>
                    <a:pt x="29398" y="93103"/>
                    <a:pt x="33627" y="93103"/>
                  </a:cubicBezTo>
                  <a:cubicBezTo>
                    <a:pt x="56785" y="93103"/>
                    <a:pt x="66048" y="79539"/>
                    <a:pt x="66048" y="64963"/>
                  </a:cubicBezTo>
                  <a:cubicBezTo>
                    <a:pt x="66048" y="54234"/>
                    <a:pt x="60007" y="48161"/>
                    <a:pt x="57591" y="45732"/>
                  </a:cubicBezTo>
                  <a:cubicBezTo>
                    <a:pt x="50945" y="39253"/>
                    <a:pt x="43092" y="37634"/>
                    <a:pt x="34634" y="36014"/>
                  </a:cubicBezTo>
                  <a:cubicBezTo>
                    <a:pt x="23357" y="33787"/>
                    <a:pt x="9865" y="31156"/>
                    <a:pt x="9865" y="19414"/>
                  </a:cubicBezTo>
                  <a:cubicBezTo>
                    <a:pt x="9865" y="12329"/>
                    <a:pt x="15100" y="4029"/>
                    <a:pt x="32419" y="4029"/>
                  </a:cubicBezTo>
                  <a:cubicBezTo>
                    <a:pt x="54570" y="4029"/>
                    <a:pt x="55577" y="22248"/>
                    <a:pt x="55980" y="28524"/>
                  </a:cubicBezTo>
                  <a:cubicBezTo>
                    <a:pt x="56181" y="30346"/>
                    <a:pt x="57993" y="30346"/>
                    <a:pt x="58396" y="30346"/>
                  </a:cubicBezTo>
                  <a:cubicBezTo>
                    <a:pt x="61014" y="30346"/>
                    <a:pt x="61014" y="29334"/>
                    <a:pt x="61014" y="25487"/>
                  </a:cubicBezTo>
                  <a:lnTo>
                    <a:pt x="61014" y="5041"/>
                  </a:lnTo>
                  <a:cubicBezTo>
                    <a:pt x="61014" y="1599"/>
                    <a:pt x="61014" y="182"/>
                    <a:pt x="58799" y="182"/>
                  </a:cubicBezTo>
                  <a:cubicBezTo>
                    <a:pt x="57792" y="182"/>
                    <a:pt x="57389" y="182"/>
                    <a:pt x="54771" y="2612"/>
                  </a:cubicBezTo>
                  <a:cubicBezTo>
                    <a:pt x="54167" y="3421"/>
                    <a:pt x="52153" y="5243"/>
                    <a:pt x="51348" y="5851"/>
                  </a:cubicBezTo>
                  <a:cubicBezTo>
                    <a:pt x="43696" y="182"/>
                    <a:pt x="35439" y="182"/>
                    <a:pt x="32419" y="182"/>
                  </a:cubicBezTo>
                  <a:cubicBezTo>
                    <a:pt x="7851" y="182"/>
                    <a:pt x="199" y="13746"/>
                    <a:pt x="199" y="25083"/>
                  </a:cubicBezTo>
                  <a:cubicBezTo>
                    <a:pt x="199" y="32168"/>
                    <a:pt x="3421" y="37836"/>
                    <a:pt x="8858" y="42290"/>
                  </a:cubicBezTo>
                  <a:cubicBezTo>
                    <a:pt x="15302" y="47553"/>
                    <a:pt x="20940" y="48768"/>
                    <a:pt x="35439" y="5160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2A1164CE-20B3-3787-6748-4BC06408D688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5828891" y="6419560"/>
              <a:ext cx="78133" cy="78951"/>
            </a:xfrm>
            <a:custGeom>
              <a:avLst/>
              <a:gdLst>
                <a:gd name="connsiteX0" fmla="*/ 36123 w 78133"/>
                <a:gd name="connsiteY0" fmla="*/ 405 h 78951"/>
                <a:gd name="connsiteX1" fmla="*/ 8736 w 78133"/>
                <a:gd name="connsiteY1" fmla="*/ 14980 h 78951"/>
                <a:gd name="connsiteX2" fmla="*/ 77 w 78133"/>
                <a:gd name="connsiteY2" fmla="*/ 39881 h 78951"/>
                <a:gd name="connsiteX3" fmla="*/ 39144 w 78133"/>
                <a:gd name="connsiteY3" fmla="*/ 79154 h 78951"/>
                <a:gd name="connsiteX4" fmla="*/ 78210 w 78133"/>
                <a:gd name="connsiteY4" fmla="*/ 39881 h 78951"/>
                <a:gd name="connsiteX5" fmla="*/ 38942 w 78133"/>
                <a:gd name="connsiteY5" fmla="*/ 202 h 78951"/>
                <a:gd name="connsiteX6" fmla="*/ 36123 w 78133"/>
                <a:gd name="connsiteY6" fmla="*/ 405 h 78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3" h="78951">
                  <a:moveTo>
                    <a:pt x="36123" y="405"/>
                  </a:moveTo>
                  <a:cubicBezTo>
                    <a:pt x="25450" y="1822"/>
                    <a:pt x="15381" y="6275"/>
                    <a:pt x="8736" y="14980"/>
                  </a:cubicBezTo>
                  <a:cubicBezTo>
                    <a:pt x="3097" y="22066"/>
                    <a:pt x="77" y="30973"/>
                    <a:pt x="77" y="39881"/>
                  </a:cubicBezTo>
                  <a:cubicBezTo>
                    <a:pt x="77" y="60732"/>
                    <a:pt x="17395" y="79154"/>
                    <a:pt x="39144" y="79154"/>
                  </a:cubicBezTo>
                  <a:cubicBezTo>
                    <a:pt x="59885" y="79154"/>
                    <a:pt x="78210" y="61339"/>
                    <a:pt x="78210" y="39881"/>
                  </a:cubicBezTo>
                  <a:cubicBezTo>
                    <a:pt x="78210" y="20041"/>
                    <a:pt x="62906" y="202"/>
                    <a:pt x="38942" y="202"/>
                  </a:cubicBezTo>
                  <a:cubicBezTo>
                    <a:pt x="37935" y="202"/>
                    <a:pt x="37130" y="405"/>
                    <a:pt x="36123" y="40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2" name="Freeform 891">
              <a:extLst>
                <a:ext uri="{FF2B5EF4-FFF2-40B4-BE49-F238E27FC236}">
                  <a16:creationId xmlns:a16="http://schemas.microsoft.com/office/drawing/2014/main" id="{2CAAD4FC-7960-0AB0-1BF1-FA06BA75926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6025182" y="6366925"/>
              <a:ext cx="109775" cy="182196"/>
            </a:xfrm>
            <a:custGeom>
              <a:avLst/>
              <a:gdLst>
                <a:gd name="connsiteX0" fmla="*/ 109862 w 109775"/>
                <a:gd name="connsiteY0" fmla="*/ 27937 h 182196"/>
                <a:gd name="connsiteX1" fmla="*/ 82475 w 109775"/>
                <a:gd name="connsiteY1" fmla="*/ 202 h 182196"/>
                <a:gd name="connsiteX2" fmla="*/ 58108 w 109775"/>
                <a:gd name="connsiteY2" fmla="*/ 8705 h 182196"/>
                <a:gd name="connsiteX3" fmla="*/ 32131 w 109775"/>
                <a:gd name="connsiteY3" fmla="*/ 51825 h 182196"/>
                <a:gd name="connsiteX4" fmla="*/ 112 w 109775"/>
                <a:gd name="connsiteY4" fmla="*/ 180375 h 182196"/>
                <a:gd name="connsiteX5" fmla="*/ 2529 w 109775"/>
                <a:gd name="connsiteY5" fmla="*/ 182399 h 182196"/>
                <a:gd name="connsiteX6" fmla="*/ 4945 w 109775"/>
                <a:gd name="connsiteY6" fmla="*/ 181387 h 182196"/>
                <a:gd name="connsiteX7" fmla="*/ 19041 w 109775"/>
                <a:gd name="connsiteY7" fmla="*/ 125513 h 182196"/>
                <a:gd name="connsiteX8" fmla="*/ 46429 w 109775"/>
                <a:gd name="connsiteY8" fmla="*/ 145150 h 182196"/>
                <a:gd name="connsiteX9" fmla="*/ 85294 w 109775"/>
                <a:gd name="connsiteY9" fmla="*/ 129157 h 182196"/>
                <a:gd name="connsiteX10" fmla="*/ 101404 w 109775"/>
                <a:gd name="connsiteY10" fmla="*/ 91908 h 182196"/>
                <a:gd name="connsiteX11" fmla="*/ 86704 w 109775"/>
                <a:gd name="connsiteY11" fmla="*/ 61744 h 182196"/>
                <a:gd name="connsiteX12" fmla="*/ 109862 w 109775"/>
                <a:gd name="connsiteY12" fmla="*/ 27937 h 182196"/>
                <a:gd name="connsiteX13" fmla="*/ 73614 w 109775"/>
                <a:gd name="connsiteY13" fmla="*/ 61542 h 182196"/>
                <a:gd name="connsiteX14" fmla="*/ 63948 w 109775"/>
                <a:gd name="connsiteY14" fmla="*/ 62959 h 182196"/>
                <a:gd name="connsiteX15" fmla="*/ 55088 w 109775"/>
                <a:gd name="connsiteY15" fmla="*/ 62149 h 182196"/>
                <a:gd name="connsiteX16" fmla="*/ 64955 w 109775"/>
                <a:gd name="connsiteY16" fmla="*/ 60530 h 182196"/>
                <a:gd name="connsiteX17" fmla="*/ 73614 w 109775"/>
                <a:gd name="connsiteY17" fmla="*/ 61542 h 182196"/>
                <a:gd name="connsiteX18" fmla="*/ 98585 w 109775"/>
                <a:gd name="connsiteY18" fmla="*/ 23281 h 182196"/>
                <a:gd name="connsiteX19" fmla="*/ 80461 w 109775"/>
                <a:gd name="connsiteY19" fmla="*/ 58303 h 182196"/>
                <a:gd name="connsiteX20" fmla="*/ 64955 w 109775"/>
                <a:gd name="connsiteY20" fmla="*/ 55873 h 182196"/>
                <a:gd name="connsiteX21" fmla="*/ 49449 w 109775"/>
                <a:gd name="connsiteY21" fmla="*/ 62352 h 182196"/>
                <a:gd name="connsiteX22" fmla="*/ 63344 w 109775"/>
                <a:gd name="connsiteY22" fmla="*/ 67413 h 182196"/>
                <a:gd name="connsiteX23" fmla="*/ 79857 w 109775"/>
                <a:gd name="connsiteY23" fmla="*/ 64781 h 182196"/>
                <a:gd name="connsiteX24" fmla="*/ 88717 w 109775"/>
                <a:gd name="connsiteY24" fmla="*/ 87657 h 182196"/>
                <a:gd name="connsiteX25" fmla="*/ 78649 w 109775"/>
                <a:gd name="connsiteY25" fmla="*/ 122477 h 182196"/>
                <a:gd name="connsiteX26" fmla="*/ 45824 w 109775"/>
                <a:gd name="connsiteY26" fmla="*/ 140696 h 182196"/>
                <a:gd name="connsiteX27" fmla="*/ 22868 w 109775"/>
                <a:gd name="connsiteY27" fmla="*/ 114581 h 182196"/>
                <a:gd name="connsiteX28" fmla="*/ 23875 w 109775"/>
                <a:gd name="connsiteY28" fmla="*/ 105674 h 182196"/>
                <a:gd name="connsiteX29" fmla="*/ 36763 w 109775"/>
                <a:gd name="connsiteY29" fmla="*/ 54456 h 182196"/>
                <a:gd name="connsiteX30" fmla="*/ 79857 w 109775"/>
                <a:gd name="connsiteY30" fmla="*/ 4858 h 182196"/>
                <a:gd name="connsiteX31" fmla="*/ 98585 w 109775"/>
                <a:gd name="connsiteY31" fmla="*/ 23281 h 182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9775" h="182196">
                  <a:moveTo>
                    <a:pt x="109862" y="27937"/>
                  </a:moveTo>
                  <a:cubicBezTo>
                    <a:pt x="109862" y="12754"/>
                    <a:pt x="98786" y="202"/>
                    <a:pt x="82475" y="202"/>
                  </a:cubicBezTo>
                  <a:cubicBezTo>
                    <a:pt x="70795" y="202"/>
                    <a:pt x="65156" y="3441"/>
                    <a:pt x="58108" y="8705"/>
                  </a:cubicBezTo>
                  <a:cubicBezTo>
                    <a:pt x="47033" y="16802"/>
                    <a:pt x="35957" y="36439"/>
                    <a:pt x="32131" y="51825"/>
                  </a:cubicBezTo>
                  <a:lnTo>
                    <a:pt x="112" y="180375"/>
                  </a:lnTo>
                  <a:cubicBezTo>
                    <a:pt x="-89" y="181184"/>
                    <a:pt x="918" y="182399"/>
                    <a:pt x="2529" y="182399"/>
                  </a:cubicBezTo>
                  <a:cubicBezTo>
                    <a:pt x="4140" y="182399"/>
                    <a:pt x="4744" y="181994"/>
                    <a:pt x="4945" y="181387"/>
                  </a:cubicBezTo>
                  <a:lnTo>
                    <a:pt x="19041" y="125513"/>
                  </a:lnTo>
                  <a:cubicBezTo>
                    <a:pt x="22868" y="137660"/>
                    <a:pt x="31728" y="145150"/>
                    <a:pt x="46429" y="145150"/>
                  </a:cubicBezTo>
                  <a:cubicBezTo>
                    <a:pt x="61129" y="145150"/>
                    <a:pt x="76232" y="138064"/>
                    <a:pt x="85294" y="129157"/>
                  </a:cubicBezTo>
                  <a:cubicBezTo>
                    <a:pt x="94960" y="119845"/>
                    <a:pt x="101404" y="106889"/>
                    <a:pt x="101404" y="91908"/>
                  </a:cubicBezTo>
                  <a:cubicBezTo>
                    <a:pt x="101404" y="77332"/>
                    <a:pt x="93953" y="66805"/>
                    <a:pt x="86704" y="61744"/>
                  </a:cubicBezTo>
                  <a:cubicBezTo>
                    <a:pt x="98383" y="55064"/>
                    <a:pt x="109862" y="42512"/>
                    <a:pt x="109862" y="27937"/>
                  </a:cubicBezTo>
                  <a:close/>
                  <a:moveTo>
                    <a:pt x="73614" y="61542"/>
                  </a:moveTo>
                  <a:cubicBezTo>
                    <a:pt x="70996" y="62554"/>
                    <a:pt x="68781" y="62959"/>
                    <a:pt x="63948" y="62959"/>
                  </a:cubicBezTo>
                  <a:cubicBezTo>
                    <a:pt x="61129" y="62959"/>
                    <a:pt x="57101" y="63161"/>
                    <a:pt x="55088" y="62149"/>
                  </a:cubicBezTo>
                  <a:cubicBezTo>
                    <a:pt x="55490" y="60125"/>
                    <a:pt x="62740" y="60530"/>
                    <a:pt x="64955" y="60530"/>
                  </a:cubicBezTo>
                  <a:cubicBezTo>
                    <a:pt x="69184" y="60530"/>
                    <a:pt x="70996" y="60530"/>
                    <a:pt x="73614" y="61542"/>
                  </a:cubicBezTo>
                  <a:close/>
                  <a:moveTo>
                    <a:pt x="98585" y="23281"/>
                  </a:moveTo>
                  <a:cubicBezTo>
                    <a:pt x="98585" y="37451"/>
                    <a:pt x="90933" y="52027"/>
                    <a:pt x="80461" y="58303"/>
                  </a:cubicBezTo>
                  <a:cubicBezTo>
                    <a:pt x="75024" y="56278"/>
                    <a:pt x="70996" y="55873"/>
                    <a:pt x="64955" y="55873"/>
                  </a:cubicBezTo>
                  <a:cubicBezTo>
                    <a:pt x="60726" y="55873"/>
                    <a:pt x="49449" y="55671"/>
                    <a:pt x="49449" y="62352"/>
                  </a:cubicBezTo>
                  <a:cubicBezTo>
                    <a:pt x="49248" y="68020"/>
                    <a:pt x="59719" y="67413"/>
                    <a:pt x="63344" y="67413"/>
                  </a:cubicBezTo>
                  <a:cubicBezTo>
                    <a:pt x="70795" y="67413"/>
                    <a:pt x="73816" y="67210"/>
                    <a:pt x="79857" y="64781"/>
                  </a:cubicBezTo>
                  <a:cubicBezTo>
                    <a:pt x="87509" y="72069"/>
                    <a:pt x="88516" y="78344"/>
                    <a:pt x="88717" y="87657"/>
                  </a:cubicBezTo>
                  <a:cubicBezTo>
                    <a:pt x="89120" y="99398"/>
                    <a:pt x="84287" y="114581"/>
                    <a:pt x="78649" y="122477"/>
                  </a:cubicBezTo>
                  <a:cubicBezTo>
                    <a:pt x="70795" y="133408"/>
                    <a:pt x="57303" y="140696"/>
                    <a:pt x="45824" y="140696"/>
                  </a:cubicBezTo>
                  <a:cubicBezTo>
                    <a:pt x="30520" y="140696"/>
                    <a:pt x="22868" y="128955"/>
                    <a:pt x="22868" y="114581"/>
                  </a:cubicBezTo>
                  <a:cubicBezTo>
                    <a:pt x="22868" y="112557"/>
                    <a:pt x="22868" y="109520"/>
                    <a:pt x="23875" y="105674"/>
                  </a:cubicBezTo>
                  <a:lnTo>
                    <a:pt x="36763" y="54456"/>
                  </a:lnTo>
                  <a:cubicBezTo>
                    <a:pt x="41193" y="37046"/>
                    <a:pt x="55692" y="4858"/>
                    <a:pt x="79857" y="4858"/>
                  </a:cubicBezTo>
                  <a:cubicBezTo>
                    <a:pt x="91537" y="4858"/>
                    <a:pt x="98585" y="11134"/>
                    <a:pt x="98585" y="2328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3" name="Freeform 892">
              <a:extLst>
                <a:ext uri="{FF2B5EF4-FFF2-40B4-BE49-F238E27FC236}">
                  <a16:creationId xmlns:a16="http://schemas.microsoft.com/office/drawing/2014/main" id="{B4D67A4B-6653-80AB-720E-3766F7BAE8C3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6161015" y="6422597"/>
              <a:ext cx="21345" cy="87252"/>
            </a:xfrm>
            <a:custGeom>
              <a:avLst/>
              <a:gdLst>
                <a:gd name="connsiteX0" fmla="*/ 21439 w 21345"/>
                <a:gd name="connsiteY0" fmla="*/ 10932 h 87252"/>
                <a:gd name="connsiteX1" fmla="*/ 10766 w 21345"/>
                <a:gd name="connsiteY1" fmla="*/ 202 h 87252"/>
                <a:gd name="connsiteX2" fmla="*/ 93 w 21345"/>
                <a:gd name="connsiteY2" fmla="*/ 10932 h 87252"/>
                <a:gd name="connsiteX3" fmla="*/ 10766 w 21345"/>
                <a:gd name="connsiteY3" fmla="*/ 21661 h 87252"/>
                <a:gd name="connsiteX4" fmla="*/ 21439 w 21345"/>
                <a:gd name="connsiteY4" fmla="*/ 10932 h 87252"/>
                <a:gd name="connsiteX5" fmla="*/ 21439 w 21345"/>
                <a:gd name="connsiteY5" fmla="*/ 76725 h 87252"/>
                <a:gd name="connsiteX6" fmla="*/ 10766 w 21345"/>
                <a:gd name="connsiteY6" fmla="*/ 65996 h 87252"/>
                <a:gd name="connsiteX7" fmla="*/ 93 w 21345"/>
                <a:gd name="connsiteY7" fmla="*/ 76725 h 87252"/>
                <a:gd name="connsiteX8" fmla="*/ 10766 w 21345"/>
                <a:gd name="connsiteY8" fmla="*/ 87454 h 87252"/>
                <a:gd name="connsiteX9" fmla="*/ 21439 w 21345"/>
                <a:gd name="connsiteY9" fmla="*/ 76725 h 8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45" h="87252">
                  <a:moveTo>
                    <a:pt x="21439" y="10932"/>
                  </a:moveTo>
                  <a:cubicBezTo>
                    <a:pt x="21439" y="5061"/>
                    <a:pt x="16606" y="202"/>
                    <a:pt x="10766" y="202"/>
                  </a:cubicBezTo>
                  <a:cubicBezTo>
                    <a:pt x="4926" y="202"/>
                    <a:pt x="93" y="5061"/>
                    <a:pt x="93" y="10932"/>
                  </a:cubicBezTo>
                  <a:cubicBezTo>
                    <a:pt x="93" y="16802"/>
                    <a:pt x="4926" y="21661"/>
                    <a:pt x="10766" y="21661"/>
                  </a:cubicBezTo>
                  <a:cubicBezTo>
                    <a:pt x="16606" y="21661"/>
                    <a:pt x="21439" y="16802"/>
                    <a:pt x="21439" y="10932"/>
                  </a:cubicBezTo>
                  <a:close/>
                  <a:moveTo>
                    <a:pt x="21439" y="76725"/>
                  </a:moveTo>
                  <a:cubicBezTo>
                    <a:pt x="21439" y="70854"/>
                    <a:pt x="16606" y="65996"/>
                    <a:pt x="10766" y="65996"/>
                  </a:cubicBezTo>
                  <a:cubicBezTo>
                    <a:pt x="4926" y="65996"/>
                    <a:pt x="93" y="70854"/>
                    <a:pt x="93" y="76725"/>
                  </a:cubicBezTo>
                  <a:cubicBezTo>
                    <a:pt x="93" y="82596"/>
                    <a:pt x="4926" y="87454"/>
                    <a:pt x="10766" y="87454"/>
                  </a:cubicBezTo>
                  <a:cubicBezTo>
                    <a:pt x="16606" y="87454"/>
                    <a:pt x="21439" y="82596"/>
                    <a:pt x="21439" y="7672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4" name="Freeform 893">
              <a:extLst>
                <a:ext uri="{FF2B5EF4-FFF2-40B4-BE49-F238E27FC236}">
                  <a16:creationId xmlns:a16="http://schemas.microsoft.com/office/drawing/2014/main" id="{354A9986-268C-3257-9277-5817489650A5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295579" y="6420370"/>
              <a:ext cx="101291" cy="91705"/>
            </a:xfrm>
            <a:custGeom>
              <a:avLst/>
              <a:gdLst>
                <a:gd name="connsiteX0" fmla="*/ 72394 w 101291"/>
                <a:gd name="connsiteY0" fmla="*/ 73688 h 91705"/>
                <a:gd name="connsiteX1" fmla="*/ 72394 w 101291"/>
                <a:gd name="connsiteY1" fmla="*/ 91908 h 91705"/>
                <a:gd name="connsiteX2" fmla="*/ 101392 w 101291"/>
                <a:gd name="connsiteY2" fmla="*/ 89681 h 91705"/>
                <a:gd name="connsiteX3" fmla="*/ 101392 w 101291"/>
                <a:gd name="connsiteY3" fmla="*/ 83405 h 91705"/>
                <a:gd name="connsiteX4" fmla="*/ 85685 w 101291"/>
                <a:gd name="connsiteY4" fmla="*/ 72069 h 91705"/>
                <a:gd name="connsiteX5" fmla="*/ 85685 w 101291"/>
                <a:gd name="connsiteY5" fmla="*/ 202 h 91705"/>
                <a:gd name="connsiteX6" fmla="*/ 56082 w 101291"/>
                <a:gd name="connsiteY6" fmla="*/ 2429 h 91705"/>
                <a:gd name="connsiteX7" fmla="*/ 56082 w 101291"/>
                <a:gd name="connsiteY7" fmla="*/ 8705 h 91705"/>
                <a:gd name="connsiteX8" fmla="*/ 71790 w 101291"/>
                <a:gd name="connsiteY8" fmla="*/ 20041 h 91705"/>
                <a:gd name="connsiteX9" fmla="*/ 71790 w 101291"/>
                <a:gd name="connsiteY9" fmla="*/ 56076 h 91705"/>
                <a:gd name="connsiteX10" fmla="*/ 47423 w 101291"/>
                <a:gd name="connsiteY10" fmla="*/ 87454 h 91705"/>
                <a:gd name="connsiteX11" fmla="*/ 29702 w 101291"/>
                <a:gd name="connsiteY11" fmla="*/ 67413 h 91705"/>
                <a:gd name="connsiteX12" fmla="*/ 29702 w 101291"/>
                <a:gd name="connsiteY12" fmla="*/ 202 h 91705"/>
                <a:gd name="connsiteX13" fmla="*/ 100 w 101291"/>
                <a:gd name="connsiteY13" fmla="*/ 2429 h 91705"/>
                <a:gd name="connsiteX14" fmla="*/ 100 w 101291"/>
                <a:gd name="connsiteY14" fmla="*/ 8705 h 91705"/>
                <a:gd name="connsiteX15" fmla="*/ 15807 w 101291"/>
                <a:gd name="connsiteY15" fmla="*/ 27329 h 91705"/>
                <a:gd name="connsiteX16" fmla="*/ 15807 w 101291"/>
                <a:gd name="connsiteY16" fmla="*/ 57695 h 91705"/>
                <a:gd name="connsiteX17" fmla="*/ 46416 w 101291"/>
                <a:gd name="connsiteY17" fmla="*/ 91908 h 91705"/>
                <a:gd name="connsiteX18" fmla="*/ 72394 w 101291"/>
                <a:gd name="connsiteY18" fmla="*/ 73688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394" y="73688"/>
                  </a:moveTo>
                  <a:lnTo>
                    <a:pt x="72394" y="91908"/>
                  </a:lnTo>
                  <a:lnTo>
                    <a:pt x="101392" y="89681"/>
                  </a:lnTo>
                  <a:lnTo>
                    <a:pt x="101392" y="83405"/>
                  </a:lnTo>
                  <a:cubicBezTo>
                    <a:pt x="87296" y="83405"/>
                    <a:pt x="85685" y="81988"/>
                    <a:pt x="85685" y="72069"/>
                  </a:cubicBezTo>
                  <a:lnTo>
                    <a:pt x="85685" y="202"/>
                  </a:lnTo>
                  <a:lnTo>
                    <a:pt x="56082" y="2429"/>
                  </a:lnTo>
                  <a:lnTo>
                    <a:pt x="56082" y="8705"/>
                  </a:lnTo>
                  <a:cubicBezTo>
                    <a:pt x="70179" y="8705"/>
                    <a:pt x="71790" y="10122"/>
                    <a:pt x="71790" y="20041"/>
                  </a:cubicBezTo>
                  <a:lnTo>
                    <a:pt x="71790" y="56076"/>
                  </a:lnTo>
                  <a:cubicBezTo>
                    <a:pt x="71790" y="73688"/>
                    <a:pt x="62124" y="87454"/>
                    <a:pt x="47423" y="87454"/>
                  </a:cubicBezTo>
                  <a:cubicBezTo>
                    <a:pt x="30508" y="87454"/>
                    <a:pt x="29702" y="77940"/>
                    <a:pt x="29702" y="67413"/>
                  </a:cubicBezTo>
                  <a:lnTo>
                    <a:pt x="29702" y="202"/>
                  </a:lnTo>
                  <a:lnTo>
                    <a:pt x="100" y="2429"/>
                  </a:lnTo>
                  <a:lnTo>
                    <a:pt x="100" y="8705"/>
                  </a:lnTo>
                  <a:cubicBezTo>
                    <a:pt x="15807" y="8705"/>
                    <a:pt x="15807" y="9312"/>
                    <a:pt x="15807" y="27329"/>
                  </a:cubicBezTo>
                  <a:lnTo>
                    <a:pt x="15807" y="57695"/>
                  </a:lnTo>
                  <a:cubicBezTo>
                    <a:pt x="15807" y="73486"/>
                    <a:pt x="15807" y="91908"/>
                    <a:pt x="46416" y="91908"/>
                  </a:cubicBezTo>
                  <a:cubicBezTo>
                    <a:pt x="57693" y="91908"/>
                    <a:pt x="66554" y="86240"/>
                    <a:pt x="72394" y="7368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5" name="Freeform 894">
              <a:extLst>
                <a:ext uri="{FF2B5EF4-FFF2-40B4-BE49-F238E27FC236}">
                  <a16:creationId xmlns:a16="http://schemas.microsoft.com/office/drawing/2014/main" id="{B294B10C-11B2-5378-EC29-FABF12F7A009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406649" y="6420370"/>
              <a:ext cx="99278" cy="128752"/>
            </a:xfrm>
            <a:custGeom>
              <a:avLst/>
              <a:gdLst>
                <a:gd name="connsiteX0" fmla="*/ 29104 w 99278"/>
                <a:gd name="connsiteY0" fmla="*/ 13563 h 128752"/>
                <a:gd name="connsiteX1" fmla="*/ 29104 w 99278"/>
                <a:gd name="connsiteY1" fmla="*/ 202 h 128752"/>
                <a:gd name="connsiteX2" fmla="*/ 106 w 99278"/>
                <a:gd name="connsiteY2" fmla="*/ 2429 h 128752"/>
                <a:gd name="connsiteX3" fmla="*/ 106 w 99278"/>
                <a:gd name="connsiteY3" fmla="*/ 8705 h 128752"/>
                <a:gd name="connsiteX4" fmla="*/ 15813 w 99278"/>
                <a:gd name="connsiteY4" fmla="*/ 18827 h 128752"/>
                <a:gd name="connsiteX5" fmla="*/ 15813 w 99278"/>
                <a:gd name="connsiteY5" fmla="*/ 113569 h 128752"/>
                <a:gd name="connsiteX6" fmla="*/ 106 w 99278"/>
                <a:gd name="connsiteY6" fmla="*/ 122679 h 128752"/>
                <a:gd name="connsiteX7" fmla="*/ 106 w 99278"/>
                <a:gd name="connsiteY7" fmla="*/ 128955 h 128752"/>
                <a:gd name="connsiteX8" fmla="*/ 22660 w 99278"/>
                <a:gd name="connsiteY8" fmla="*/ 128347 h 128752"/>
                <a:gd name="connsiteX9" fmla="*/ 45415 w 99278"/>
                <a:gd name="connsiteY9" fmla="*/ 128955 h 128752"/>
                <a:gd name="connsiteX10" fmla="*/ 45415 w 99278"/>
                <a:gd name="connsiteY10" fmla="*/ 122679 h 128752"/>
                <a:gd name="connsiteX11" fmla="*/ 29708 w 99278"/>
                <a:gd name="connsiteY11" fmla="*/ 113569 h 128752"/>
                <a:gd name="connsiteX12" fmla="*/ 29708 w 99278"/>
                <a:gd name="connsiteY12" fmla="*/ 79559 h 128752"/>
                <a:gd name="connsiteX13" fmla="*/ 29708 w 99278"/>
                <a:gd name="connsiteY13" fmla="*/ 77737 h 128752"/>
                <a:gd name="connsiteX14" fmla="*/ 54477 w 99278"/>
                <a:gd name="connsiteY14" fmla="*/ 91908 h 128752"/>
                <a:gd name="connsiteX15" fmla="*/ 99384 w 99278"/>
                <a:gd name="connsiteY15" fmla="*/ 45954 h 128752"/>
                <a:gd name="connsiteX16" fmla="*/ 57296 w 99278"/>
                <a:gd name="connsiteY16" fmla="*/ 202 h 128752"/>
                <a:gd name="connsiteX17" fmla="*/ 29104 w 99278"/>
                <a:gd name="connsiteY17" fmla="*/ 13563 h 128752"/>
                <a:gd name="connsiteX18" fmla="*/ 29708 w 99278"/>
                <a:gd name="connsiteY18" fmla="*/ 66603 h 128752"/>
                <a:gd name="connsiteX19" fmla="*/ 29708 w 99278"/>
                <a:gd name="connsiteY19" fmla="*/ 21459 h 128752"/>
                <a:gd name="connsiteX20" fmla="*/ 55685 w 99278"/>
                <a:gd name="connsiteY20" fmla="*/ 5263 h 128752"/>
                <a:gd name="connsiteX21" fmla="*/ 82669 w 99278"/>
                <a:gd name="connsiteY21" fmla="*/ 45954 h 128752"/>
                <a:gd name="connsiteX22" fmla="*/ 53671 w 99278"/>
                <a:gd name="connsiteY22" fmla="*/ 87454 h 128752"/>
                <a:gd name="connsiteX23" fmla="*/ 32527 w 99278"/>
                <a:gd name="connsiteY23" fmla="*/ 75105 h 128752"/>
                <a:gd name="connsiteX24" fmla="*/ 29708 w 99278"/>
                <a:gd name="connsiteY24" fmla="*/ 66603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278" h="128752">
                  <a:moveTo>
                    <a:pt x="29104" y="13563"/>
                  </a:moveTo>
                  <a:lnTo>
                    <a:pt x="29104" y="202"/>
                  </a:lnTo>
                  <a:lnTo>
                    <a:pt x="106" y="2429"/>
                  </a:lnTo>
                  <a:lnTo>
                    <a:pt x="106" y="8705"/>
                  </a:lnTo>
                  <a:cubicBezTo>
                    <a:pt x="14403" y="8705"/>
                    <a:pt x="15813" y="9919"/>
                    <a:pt x="15813" y="18827"/>
                  </a:cubicBezTo>
                  <a:lnTo>
                    <a:pt x="15813" y="113569"/>
                  </a:lnTo>
                  <a:cubicBezTo>
                    <a:pt x="15813" y="122679"/>
                    <a:pt x="13598" y="122679"/>
                    <a:pt x="106" y="122679"/>
                  </a:cubicBezTo>
                  <a:lnTo>
                    <a:pt x="106" y="128955"/>
                  </a:lnTo>
                  <a:cubicBezTo>
                    <a:pt x="6952" y="128752"/>
                    <a:pt x="17424" y="128347"/>
                    <a:pt x="22660" y="128347"/>
                  </a:cubicBezTo>
                  <a:cubicBezTo>
                    <a:pt x="28097" y="128347"/>
                    <a:pt x="38367" y="128752"/>
                    <a:pt x="45415" y="128955"/>
                  </a:cubicBezTo>
                  <a:lnTo>
                    <a:pt x="45415" y="122679"/>
                  </a:lnTo>
                  <a:cubicBezTo>
                    <a:pt x="31923" y="122679"/>
                    <a:pt x="29708" y="122679"/>
                    <a:pt x="29708" y="113569"/>
                  </a:cubicBezTo>
                  <a:lnTo>
                    <a:pt x="29708" y="79559"/>
                  </a:lnTo>
                  <a:lnTo>
                    <a:pt x="29708" y="77737"/>
                  </a:lnTo>
                  <a:cubicBezTo>
                    <a:pt x="30715" y="80976"/>
                    <a:pt x="39172" y="91908"/>
                    <a:pt x="54477" y="91908"/>
                  </a:cubicBezTo>
                  <a:cubicBezTo>
                    <a:pt x="78441" y="91908"/>
                    <a:pt x="99384" y="72069"/>
                    <a:pt x="99384" y="45954"/>
                  </a:cubicBezTo>
                  <a:cubicBezTo>
                    <a:pt x="99384" y="20244"/>
                    <a:pt x="79850" y="202"/>
                    <a:pt x="57296" y="202"/>
                  </a:cubicBezTo>
                  <a:cubicBezTo>
                    <a:pt x="41589" y="202"/>
                    <a:pt x="33131" y="9110"/>
                    <a:pt x="29104" y="13563"/>
                  </a:cubicBezTo>
                  <a:close/>
                  <a:moveTo>
                    <a:pt x="29708" y="66603"/>
                  </a:moveTo>
                  <a:lnTo>
                    <a:pt x="29708" y="21459"/>
                  </a:lnTo>
                  <a:cubicBezTo>
                    <a:pt x="35548" y="11134"/>
                    <a:pt x="45415" y="5263"/>
                    <a:pt x="55685" y="5263"/>
                  </a:cubicBezTo>
                  <a:cubicBezTo>
                    <a:pt x="70386" y="5263"/>
                    <a:pt x="82669" y="23078"/>
                    <a:pt x="82669" y="45954"/>
                  </a:cubicBezTo>
                  <a:cubicBezTo>
                    <a:pt x="82669" y="70449"/>
                    <a:pt x="68573" y="87454"/>
                    <a:pt x="53671" y="87454"/>
                  </a:cubicBezTo>
                  <a:cubicBezTo>
                    <a:pt x="45616" y="87454"/>
                    <a:pt x="37964" y="83405"/>
                    <a:pt x="32527" y="75105"/>
                  </a:cubicBezTo>
                  <a:cubicBezTo>
                    <a:pt x="29708" y="70854"/>
                    <a:pt x="29708" y="70652"/>
                    <a:pt x="29708" y="6660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6" name="Freeform 895">
              <a:extLst>
                <a:ext uri="{FF2B5EF4-FFF2-40B4-BE49-F238E27FC236}">
                  <a16:creationId xmlns:a16="http://schemas.microsoft.com/office/drawing/2014/main" id="{E5A566DA-65B5-ADA1-74EE-087E2AA268D6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525327" y="6369355"/>
              <a:ext cx="99278" cy="142720"/>
            </a:xfrm>
            <a:custGeom>
              <a:avLst/>
              <a:gdLst>
                <a:gd name="connsiteX0" fmla="*/ 69787 w 99278"/>
                <a:gd name="connsiteY0" fmla="*/ 129562 h 142720"/>
                <a:gd name="connsiteX1" fmla="*/ 69787 w 99278"/>
                <a:gd name="connsiteY1" fmla="*/ 142923 h 142720"/>
                <a:gd name="connsiteX2" fmla="*/ 99389 w 99278"/>
                <a:gd name="connsiteY2" fmla="*/ 140696 h 142720"/>
                <a:gd name="connsiteX3" fmla="*/ 99389 w 99278"/>
                <a:gd name="connsiteY3" fmla="*/ 134421 h 142720"/>
                <a:gd name="connsiteX4" fmla="*/ 83682 w 99278"/>
                <a:gd name="connsiteY4" fmla="*/ 123084 h 142720"/>
                <a:gd name="connsiteX5" fmla="*/ 83682 w 99278"/>
                <a:gd name="connsiteY5" fmla="*/ 202 h 142720"/>
                <a:gd name="connsiteX6" fmla="*/ 54684 w 99278"/>
                <a:gd name="connsiteY6" fmla="*/ 2429 h 142720"/>
                <a:gd name="connsiteX7" fmla="*/ 54684 w 99278"/>
                <a:gd name="connsiteY7" fmla="*/ 8705 h 142720"/>
                <a:gd name="connsiteX8" fmla="*/ 70391 w 99278"/>
                <a:gd name="connsiteY8" fmla="*/ 20041 h 142720"/>
                <a:gd name="connsiteX9" fmla="*/ 70391 w 99278"/>
                <a:gd name="connsiteY9" fmla="*/ 63769 h 142720"/>
                <a:gd name="connsiteX10" fmla="*/ 45018 w 99278"/>
                <a:gd name="connsiteY10" fmla="*/ 51217 h 142720"/>
                <a:gd name="connsiteX11" fmla="*/ 111 w 99278"/>
                <a:gd name="connsiteY11" fmla="*/ 97171 h 142720"/>
                <a:gd name="connsiteX12" fmla="*/ 42803 w 99278"/>
                <a:gd name="connsiteY12" fmla="*/ 142923 h 142720"/>
                <a:gd name="connsiteX13" fmla="*/ 69787 w 99278"/>
                <a:gd name="connsiteY13" fmla="*/ 129562 h 142720"/>
                <a:gd name="connsiteX14" fmla="*/ 69787 w 99278"/>
                <a:gd name="connsiteY14" fmla="*/ 75308 h 142720"/>
                <a:gd name="connsiteX15" fmla="*/ 69787 w 99278"/>
                <a:gd name="connsiteY15" fmla="*/ 116808 h 142720"/>
                <a:gd name="connsiteX16" fmla="*/ 67572 w 99278"/>
                <a:gd name="connsiteY16" fmla="*/ 124298 h 142720"/>
                <a:gd name="connsiteX17" fmla="*/ 43810 w 99278"/>
                <a:gd name="connsiteY17" fmla="*/ 138469 h 142720"/>
                <a:gd name="connsiteX18" fmla="*/ 22665 w 99278"/>
                <a:gd name="connsiteY18" fmla="*/ 125513 h 142720"/>
                <a:gd name="connsiteX19" fmla="*/ 16826 w 99278"/>
                <a:gd name="connsiteY19" fmla="*/ 97374 h 142720"/>
                <a:gd name="connsiteX20" fmla="*/ 23068 w 99278"/>
                <a:gd name="connsiteY20" fmla="*/ 68627 h 142720"/>
                <a:gd name="connsiteX21" fmla="*/ 45824 w 99278"/>
                <a:gd name="connsiteY21" fmla="*/ 55671 h 142720"/>
                <a:gd name="connsiteX22" fmla="*/ 67572 w 99278"/>
                <a:gd name="connsiteY22" fmla="*/ 67817 h 142720"/>
                <a:gd name="connsiteX23" fmla="*/ 69787 w 99278"/>
                <a:gd name="connsiteY23" fmla="*/ 75308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278" h="142720">
                  <a:moveTo>
                    <a:pt x="69787" y="129562"/>
                  </a:moveTo>
                  <a:lnTo>
                    <a:pt x="69787" y="142923"/>
                  </a:lnTo>
                  <a:lnTo>
                    <a:pt x="99389" y="140696"/>
                  </a:lnTo>
                  <a:lnTo>
                    <a:pt x="99389" y="134421"/>
                  </a:lnTo>
                  <a:cubicBezTo>
                    <a:pt x="85293" y="134421"/>
                    <a:pt x="83682" y="133003"/>
                    <a:pt x="83682" y="123084"/>
                  </a:cubicBezTo>
                  <a:lnTo>
                    <a:pt x="83682" y="202"/>
                  </a:lnTo>
                  <a:lnTo>
                    <a:pt x="54684" y="2429"/>
                  </a:lnTo>
                  <a:lnTo>
                    <a:pt x="54684" y="8705"/>
                  </a:lnTo>
                  <a:cubicBezTo>
                    <a:pt x="68780" y="8705"/>
                    <a:pt x="70391" y="10122"/>
                    <a:pt x="70391" y="20041"/>
                  </a:cubicBezTo>
                  <a:lnTo>
                    <a:pt x="70391" y="63769"/>
                  </a:lnTo>
                  <a:cubicBezTo>
                    <a:pt x="64551" y="56481"/>
                    <a:pt x="55892" y="51217"/>
                    <a:pt x="45018" y="51217"/>
                  </a:cubicBezTo>
                  <a:cubicBezTo>
                    <a:pt x="21256" y="51217"/>
                    <a:pt x="111" y="71057"/>
                    <a:pt x="111" y="97171"/>
                  </a:cubicBezTo>
                  <a:cubicBezTo>
                    <a:pt x="111" y="122881"/>
                    <a:pt x="19846" y="142923"/>
                    <a:pt x="42803" y="142923"/>
                  </a:cubicBezTo>
                  <a:cubicBezTo>
                    <a:pt x="55691" y="142923"/>
                    <a:pt x="64753" y="136040"/>
                    <a:pt x="69787" y="129562"/>
                  </a:cubicBezTo>
                  <a:close/>
                  <a:moveTo>
                    <a:pt x="69787" y="75308"/>
                  </a:moveTo>
                  <a:lnTo>
                    <a:pt x="69787" y="116808"/>
                  </a:lnTo>
                  <a:cubicBezTo>
                    <a:pt x="69787" y="120452"/>
                    <a:pt x="69787" y="120857"/>
                    <a:pt x="67572" y="124298"/>
                  </a:cubicBezTo>
                  <a:cubicBezTo>
                    <a:pt x="61531" y="134016"/>
                    <a:pt x="52469" y="138469"/>
                    <a:pt x="43810" y="138469"/>
                  </a:cubicBezTo>
                  <a:cubicBezTo>
                    <a:pt x="34748" y="138469"/>
                    <a:pt x="27498" y="133206"/>
                    <a:pt x="22665" y="125513"/>
                  </a:cubicBezTo>
                  <a:cubicBezTo>
                    <a:pt x="17430" y="117213"/>
                    <a:pt x="16826" y="105674"/>
                    <a:pt x="16826" y="97374"/>
                  </a:cubicBezTo>
                  <a:cubicBezTo>
                    <a:pt x="16826" y="89884"/>
                    <a:pt x="17228" y="77737"/>
                    <a:pt x="23068" y="68627"/>
                  </a:cubicBezTo>
                  <a:cubicBezTo>
                    <a:pt x="27297" y="62352"/>
                    <a:pt x="34949" y="55671"/>
                    <a:pt x="45824" y="55671"/>
                  </a:cubicBezTo>
                  <a:cubicBezTo>
                    <a:pt x="52872" y="55671"/>
                    <a:pt x="61329" y="58708"/>
                    <a:pt x="67572" y="67817"/>
                  </a:cubicBezTo>
                  <a:cubicBezTo>
                    <a:pt x="69787" y="71259"/>
                    <a:pt x="69787" y="71664"/>
                    <a:pt x="69787" y="7530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7" name="Freeform 896">
              <a:extLst>
                <a:ext uri="{FF2B5EF4-FFF2-40B4-BE49-F238E27FC236}">
                  <a16:creationId xmlns:a16="http://schemas.microsoft.com/office/drawing/2014/main" id="{9E60A5B0-EB0D-E283-F540-2EB3FA275314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6638813" y="6419155"/>
              <a:ext cx="90820" cy="92920"/>
            </a:xfrm>
            <a:custGeom>
              <a:avLst/>
              <a:gdLst>
                <a:gd name="connsiteX0" fmla="*/ 58717 w 90820"/>
                <a:gd name="connsiteY0" fmla="*/ 75510 h 92920"/>
                <a:gd name="connsiteX1" fmla="*/ 74424 w 90820"/>
                <a:gd name="connsiteY1" fmla="*/ 92110 h 92920"/>
                <a:gd name="connsiteX2" fmla="*/ 90937 w 90820"/>
                <a:gd name="connsiteY2" fmla="*/ 72879 h 92920"/>
                <a:gd name="connsiteX3" fmla="*/ 90937 w 90820"/>
                <a:gd name="connsiteY3" fmla="*/ 61542 h 92920"/>
                <a:gd name="connsiteX4" fmla="*/ 85903 w 90820"/>
                <a:gd name="connsiteY4" fmla="*/ 61542 h 92920"/>
                <a:gd name="connsiteX5" fmla="*/ 85903 w 90820"/>
                <a:gd name="connsiteY5" fmla="*/ 72879 h 92920"/>
                <a:gd name="connsiteX6" fmla="*/ 78653 w 90820"/>
                <a:gd name="connsiteY6" fmla="*/ 85835 h 92920"/>
                <a:gd name="connsiteX7" fmla="*/ 71202 w 90820"/>
                <a:gd name="connsiteY7" fmla="*/ 75713 h 92920"/>
                <a:gd name="connsiteX8" fmla="*/ 71202 w 90820"/>
                <a:gd name="connsiteY8" fmla="*/ 35225 h 92920"/>
                <a:gd name="connsiteX9" fmla="*/ 63953 w 90820"/>
                <a:gd name="connsiteY9" fmla="*/ 11336 h 92920"/>
                <a:gd name="connsiteX10" fmla="*/ 36364 w 90820"/>
                <a:gd name="connsiteY10" fmla="*/ 202 h 92920"/>
                <a:gd name="connsiteX11" fmla="*/ 5957 w 90820"/>
                <a:gd name="connsiteY11" fmla="*/ 23078 h 92920"/>
                <a:gd name="connsiteX12" fmla="*/ 15220 w 90820"/>
                <a:gd name="connsiteY12" fmla="*/ 32593 h 92920"/>
                <a:gd name="connsiteX13" fmla="*/ 24483 w 90820"/>
                <a:gd name="connsiteY13" fmla="*/ 23280 h 92920"/>
                <a:gd name="connsiteX14" fmla="*/ 14213 w 90820"/>
                <a:gd name="connsiteY14" fmla="*/ 13968 h 92920"/>
                <a:gd name="connsiteX15" fmla="*/ 35962 w 90820"/>
                <a:gd name="connsiteY15" fmla="*/ 4656 h 92920"/>
                <a:gd name="connsiteX16" fmla="*/ 57308 w 90820"/>
                <a:gd name="connsiteY16" fmla="*/ 30568 h 92920"/>
                <a:gd name="connsiteX17" fmla="*/ 57308 w 90820"/>
                <a:gd name="connsiteY17" fmla="*/ 38059 h 92920"/>
                <a:gd name="connsiteX18" fmla="*/ 20254 w 90820"/>
                <a:gd name="connsiteY18" fmla="*/ 45347 h 92920"/>
                <a:gd name="connsiteX19" fmla="*/ 117 w 90820"/>
                <a:gd name="connsiteY19" fmla="*/ 71664 h 92920"/>
                <a:gd name="connsiteX20" fmla="*/ 32337 w 90820"/>
                <a:gd name="connsiteY20" fmla="*/ 93123 h 92920"/>
                <a:gd name="connsiteX21" fmla="*/ 58717 w 90820"/>
                <a:gd name="connsiteY21" fmla="*/ 75510 h 92920"/>
                <a:gd name="connsiteX22" fmla="*/ 57308 w 90820"/>
                <a:gd name="connsiteY22" fmla="*/ 42310 h 92920"/>
                <a:gd name="connsiteX23" fmla="*/ 57308 w 90820"/>
                <a:gd name="connsiteY23" fmla="*/ 62554 h 92920"/>
                <a:gd name="connsiteX24" fmla="*/ 33747 w 90820"/>
                <a:gd name="connsiteY24" fmla="*/ 88669 h 92920"/>
                <a:gd name="connsiteX25" fmla="*/ 15623 w 90820"/>
                <a:gd name="connsiteY25" fmla="*/ 71461 h 92920"/>
                <a:gd name="connsiteX26" fmla="*/ 57308 w 90820"/>
                <a:gd name="connsiteY26" fmla="*/ 423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17" y="75510"/>
                  </a:moveTo>
                  <a:cubicBezTo>
                    <a:pt x="59523" y="83608"/>
                    <a:pt x="64960" y="92110"/>
                    <a:pt x="74424" y="92110"/>
                  </a:cubicBezTo>
                  <a:cubicBezTo>
                    <a:pt x="78653" y="92110"/>
                    <a:pt x="90937" y="89276"/>
                    <a:pt x="90937" y="72879"/>
                  </a:cubicBezTo>
                  <a:lnTo>
                    <a:pt x="90937" y="61542"/>
                  </a:lnTo>
                  <a:lnTo>
                    <a:pt x="85903" y="61542"/>
                  </a:lnTo>
                  <a:lnTo>
                    <a:pt x="85903" y="72879"/>
                  </a:lnTo>
                  <a:cubicBezTo>
                    <a:pt x="85903" y="84620"/>
                    <a:pt x="80868" y="85835"/>
                    <a:pt x="78653" y="85835"/>
                  </a:cubicBezTo>
                  <a:cubicBezTo>
                    <a:pt x="72008" y="85835"/>
                    <a:pt x="71202" y="76725"/>
                    <a:pt x="71202" y="75713"/>
                  </a:cubicBezTo>
                  <a:lnTo>
                    <a:pt x="71202" y="35225"/>
                  </a:lnTo>
                  <a:cubicBezTo>
                    <a:pt x="71202" y="26722"/>
                    <a:pt x="71202" y="18827"/>
                    <a:pt x="63953" y="11336"/>
                  </a:cubicBezTo>
                  <a:cubicBezTo>
                    <a:pt x="56099" y="3441"/>
                    <a:pt x="46030" y="202"/>
                    <a:pt x="36364" y="202"/>
                  </a:cubicBezTo>
                  <a:cubicBezTo>
                    <a:pt x="19852" y="202"/>
                    <a:pt x="5957" y="9717"/>
                    <a:pt x="5957" y="23078"/>
                  </a:cubicBezTo>
                  <a:cubicBezTo>
                    <a:pt x="5957" y="29151"/>
                    <a:pt x="9984" y="32593"/>
                    <a:pt x="15220" y="32593"/>
                  </a:cubicBezTo>
                  <a:cubicBezTo>
                    <a:pt x="20859" y="32593"/>
                    <a:pt x="24483" y="28544"/>
                    <a:pt x="24483" y="23280"/>
                  </a:cubicBezTo>
                  <a:cubicBezTo>
                    <a:pt x="24483" y="20851"/>
                    <a:pt x="23476" y="14171"/>
                    <a:pt x="14213" y="13968"/>
                  </a:cubicBezTo>
                  <a:cubicBezTo>
                    <a:pt x="19650" y="6883"/>
                    <a:pt x="29518" y="4656"/>
                    <a:pt x="35962" y="4656"/>
                  </a:cubicBezTo>
                  <a:cubicBezTo>
                    <a:pt x="45829" y="4656"/>
                    <a:pt x="57308" y="12551"/>
                    <a:pt x="57308" y="30568"/>
                  </a:cubicBezTo>
                  <a:lnTo>
                    <a:pt x="57308" y="38059"/>
                  </a:lnTo>
                  <a:cubicBezTo>
                    <a:pt x="47037" y="38666"/>
                    <a:pt x="32941" y="39273"/>
                    <a:pt x="20254" y="45347"/>
                  </a:cubicBezTo>
                  <a:cubicBezTo>
                    <a:pt x="5151" y="52230"/>
                    <a:pt x="117" y="62756"/>
                    <a:pt x="117" y="71664"/>
                  </a:cubicBezTo>
                  <a:cubicBezTo>
                    <a:pt x="117" y="88062"/>
                    <a:pt x="19650" y="93123"/>
                    <a:pt x="32337" y="93123"/>
                  </a:cubicBezTo>
                  <a:cubicBezTo>
                    <a:pt x="45628" y="93123"/>
                    <a:pt x="54891" y="85025"/>
                    <a:pt x="58717" y="75510"/>
                  </a:cubicBezTo>
                  <a:close/>
                  <a:moveTo>
                    <a:pt x="57308" y="42310"/>
                  </a:moveTo>
                  <a:lnTo>
                    <a:pt x="57308" y="62554"/>
                  </a:lnTo>
                  <a:cubicBezTo>
                    <a:pt x="57308" y="81786"/>
                    <a:pt x="42808" y="88669"/>
                    <a:pt x="33747" y="88669"/>
                  </a:cubicBezTo>
                  <a:cubicBezTo>
                    <a:pt x="23879" y="88669"/>
                    <a:pt x="15623" y="81583"/>
                    <a:pt x="15623" y="71461"/>
                  </a:cubicBezTo>
                  <a:cubicBezTo>
                    <a:pt x="15623" y="60327"/>
                    <a:pt x="24081" y="43525"/>
                    <a:pt x="57308" y="423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869D0702-860D-6C33-C019-1A04FF8DC0CF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6734870" y="6385348"/>
              <a:ext cx="63030" cy="126727"/>
            </a:xfrm>
            <a:custGeom>
              <a:avLst/>
              <a:gdLst>
                <a:gd name="connsiteX0" fmla="*/ 31134 w 63030"/>
                <a:gd name="connsiteY0" fmla="*/ 43727 h 126727"/>
                <a:gd name="connsiteX1" fmla="*/ 59930 w 63030"/>
                <a:gd name="connsiteY1" fmla="*/ 43727 h 126727"/>
                <a:gd name="connsiteX2" fmla="*/ 59930 w 63030"/>
                <a:gd name="connsiteY2" fmla="*/ 37451 h 126727"/>
                <a:gd name="connsiteX3" fmla="*/ 31134 w 63030"/>
                <a:gd name="connsiteY3" fmla="*/ 37451 h 126727"/>
                <a:gd name="connsiteX4" fmla="*/ 31134 w 63030"/>
                <a:gd name="connsiteY4" fmla="*/ 202 h 126727"/>
                <a:gd name="connsiteX5" fmla="*/ 26099 w 63030"/>
                <a:gd name="connsiteY5" fmla="*/ 202 h 126727"/>
                <a:gd name="connsiteX6" fmla="*/ 122 w 63030"/>
                <a:gd name="connsiteY6" fmla="*/ 39273 h 126727"/>
                <a:gd name="connsiteX7" fmla="*/ 122 w 63030"/>
                <a:gd name="connsiteY7" fmla="*/ 43727 h 126727"/>
                <a:gd name="connsiteX8" fmla="*/ 17239 w 63030"/>
                <a:gd name="connsiteY8" fmla="*/ 43727 h 126727"/>
                <a:gd name="connsiteX9" fmla="*/ 17239 w 63030"/>
                <a:gd name="connsiteY9" fmla="*/ 99601 h 126727"/>
                <a:gd name="connsiteX10" fmla="*/ 43216 w 63030"/>
                <a:gd name="connsiteY10" fmla="*/ 126930 h 126727"/>
                <a:gd name="connsiteX11" fmla="*/ 63152 w 63030"/>
                <a:gd name="connsiteY11" fmla="*/ 99601 h 126727"/>
                <a:gd name="connsiteX12" fmla="*/ 63152 w 63030"/>
                <a:gd name="connsiteY12" fmla="*/ 88062 h 126727"/>
                <a:gd name="connsiteX13" fmla="*/ 58118 w 63030"/>
                <a:gd name="connsiteY13" fmla="*/ 88062 h 126727"/>
                <a:gd name="connsiteX14" fmla="*/ 58118 w 63030"/>
                <a:gd name="connsiteY14" fmla="*/ 99196 h 126727"/>
                <a:gd name="connsiteX15" fmla="*/ 44626 w 63030"/>
                <a:gd name="connsiteY15" fmla="*/ 121869 h 126727"/>
                <a:gd name="connsiteX16" fmla="*/ 31134 w 63030"/>
                <a:gd name="connsiteY16" fmla="*/ 100006 h 126727"/>
                <a:gd name="connsiteX17" fmla="*/ 31134 w 63030"/>
                <a:gd name="connsiteY17" fmla="*/ 437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34" y="43727"/>
                  </a:moveTo>
                  <a:lnTo>
                    <a:pt x="59930" y="43727"/>
                  </a:lnTo>
                  <a:lnTo>
                    <a:pt x="59930" y="37451"/>
                  </a:lnTo>
                  <a:lnTo>
                    <a:pt x="31134" y="37451"/>
                  </a:lnTo>
                  <a:lnTo>
                    <a:pt x="31134" y="202"/>
                  </a:lnTo>
                  <a:lnTo>
                    <a:pt x="26099" y="202"/>
                  </a:lnTo>
                  <a:cubicBezTo>
                    <a:pt x="25898" y="16802"/>
                    <a:pt x="19857" y="38464"/>
                    <a:pt x="122" y="39273"/>
                  </a:cubicBezTo>
                  <a:lnTo>
                    <a:pt x="122" y="43727"/>
                  </a:lnTo>
                  <a:lnTo>
                    <a:pt x="17239" y="43727"/>
                  </a:lnTo>
                  <a:lnTo>
                    <a:pt x="17239" y="99601"/>
                  </a:lnTo>
                  <a:cubicBezTo>
                    <a:pt x="17239" y="124501"/>
                    <a:pt x="35967" y="126930"/>
                    <a:pt x="43216" y="126930"/>
                  </a:cubicBezTo>
                  <a:cubicBezTo>
                    <a:pt x="57514" y="126930"/>
                    <a:pt x="63152" y="112557"/>
                    <a:pt x="63152" y="99601"/>
                  </a:cubicBezTo>
                  <a:lnTo>
                    <a:pt x="63152" y="88062"/>
                  </a:lnTo>
                  <a:lnTo>
                    <a:pt x="58118" y="88062"/>
                  </a:lnTo>
                  <a:lnTo>
                    <a:pt x="58118" y="99196"/>
                  </a:lnTo>
                  <a:cubicBezTo>
                    <a:pt x="58118" y="114176"/>
                    <a:pt x="52077" y="121869"/>
                    <a:pt x="44626" y="121869"/>
                  </a:cubicBezTo>
                  <a:cubicBezTo>
                    <a:pt x="31134" y="121869"/>
                    <a:pt x="31134" y="103447"/>
                    <a:pt x="31134" y="100006"/>
                  </a:cubicBezTo>
                  <a:lnTo>
                    <a:pt x="31134" y="437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899" name="Freeform 898">
              <a:extLst>
                <a:ext uri="{FF2B5EF4-FFF2-40B4-BE49-F238E27FC236}">
                  <a16:creationId xmlns:a16="http://schemas.microsoft.com/office/drawing/2014/main" id="{21DBFD67-C252-13AF-B054-B38BD6B46C04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814995" y="6419155"/>
              <a:ext cx="77932" cy="92920"/>
            </a:xfrm>
            <a:custGeom>
              <a:avLst/>
              <a:gdLst>
                <a:gd name="connsiteX0" fmla="*/ 17041 w 77932"/>
                <a:gd name="connsiteY0" fmla="*/ 39881 h 92920"/>
                <a:gd name="connsiteX1" fmla="*/ 42012 w 77932"/>
                <a:gd name="connsiteY1" fmla="*/ 4656 h 92920"/>
                <a:gd name="connsiteX2" fmla="*/ 64767 w 77932"/>
                <a:gd name="connsiteY2" fmla="*/ 39881 h 92920"/>
                <a:gd name="connsiteX3" fmla="*/ 17041 w 77932"/>
                <a:gd name="connsiteY3" fmla="*/ 39881 h 92920"/>
                <a:gd name="connsiteX4" fmla="*/ 16840 w 77932"/>
                <a:gd name="connsiteY4" fmla="*/ 44132 h 92920"/>
                <a:gd name="connsiteX5" fmla="*/ 73024 w 77932"/>
                <a:gd name="connsiteY5" fmla="*/ 44132 h 92920"/>
                <a:gd name="connsiteX6" fmla="*/ 78058 w 77932"/>
                <a:gd name="connsiteY6" fmla="*/ 39881 h 92920"/>
                <a:gd name="connsiteX7" fmla="*/ 42012 w 77932"/>
                <a:gd name="connsiteY7" fmla="*/ 202 h 92920"/>
                <a:gd name="connsiteX8" fmla="*/ 126 w 77932"/>
                <a:gd name="connsiteY8" fmla="*/ 46359 h 92920"/>
                <a:gd name="connsiteX9" fmla="*/ 44428 w 77932"/>
                <a:gd name="connsiteY9" fmla="*/ 93123 h 92920"/>
                <a:gd name="connsiteX10" fmla="*/ 78058 w 77932"/>
                <a:gd name="connsiteY10" fmla="*/ 66805 h 92920"/>
                <a:gd name="connsiteX11" fmla="*/ 75440 w 77932"/>
                <a:gd name="connsiteY11" fmla="*/ 64376 h 92920"/>
                <a:gd name="connsiteX12" fmla="*/ 72822 w 77932"/>
                <a:gd name="connsiteY12" fmla="*/ 67210 h 92920"/>
                <a:gd name="connsiteX13" fmla="*/ 45637 w 77932"/>
                <a:gd name="connsiteY13" fmla="*/ 88062 h 92920"/>
                <a:gd name="connsiteX14" fmla="*/ 22881 w 77932"/>
                <a:gd name="connsiteY14" fmla="*/ 74498 h 92920"/>
                <a:gd name="connsiteX15" fmla="*/ 16840 w 77932"/>
                <a:gd name="connsiteY15" fmla="*/ 441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41" y="39881"/>
                  </a:moveTo>
                  <a:cubicBezTo>
                    <a:pt x="18250" y="9717"/>
                    <a:pt x="35165" y="4656"/>
                    <a:pt x="42012" y="4656"/>
                  </a:cubicBezTo>
                  <a:cubicBezTo>
                    <a:pt x="62754" y="4656"/>
                    <a:pt x="64767" y="31985"/>
                    <a:pt x="64767" y="39881"/>
                  </a:cubicBezTo>
                  <a:lnTo>
                    <a:pt x="17041" y="39881"/>
                  </a:lnTo>
                  <a:close/>
                  <a:moveTo>
                    <a:pt x="16840" y="44132"/>
                  </a:moveTo>
                  <a:lnTo>
                    <a:pt x="73024" y="44132"/>
                  </a:lnTo>
                  <a:cubicBezTo>
                    <a:pt x="77454" y="44132"/>
                    <a:pt x="78058" y="44132"/>
                    <a:pt x="78058" y="39881"/>
                  </a:cubicBezTo>
                  <a:cubicBezTo>
                    <a:pt x="78058" y="19839"/>
                    <a:pt x="67184" y="202"/>
                    <a:pt x="42012" y="202"/>
                  </a:cubicBezTo>
                  <a:cubicBezTo>
                    <a:pt x="18652" y="202"/>
                    <a:pt x="126" y="21054"/>
                    <a:pt x="126" y="46359"/>
                  </a:cubicBezTo>
                  <a:cubicBezTo>
                    <a:pt x="126" y="73486"/>
                    <a:pt x="21270" y="93123"/>
                    <a:pt x="44428" y="93123"/>
                  </a:cubicBezTo>
                  <a:cubicBezTo>
                    <a:pt x="68996" y="93123"/>
                    <a:pt x="78058" y="70652"/>
                    <a:pt x="78058" y="66805"/>
                  </a:cubicBezTo>
                  <a:cubicBezTo>
                    <a:pt x="78058" y="64781"/>
                    <a:pt x="76447" y="64376"/>
                    <a:pt x="75440" y="64376"/>
                  </a:cubicBezTo>
                  <a:cubicBezTo>
                    <a:pt x="73628" y="64376"/>
                    <a:pt x="73225" y="65591"/>
                    <a:pt x="72822" y="67210"/>
                  </a:cubicBezTo>
                  <a:cubicBezTo>
                    <a:pt x="65774" y="88062"/>
                    <a:pt x="47650" y="88062"/>
                    <a:pt x="45637" y="88062"/>
                  </a:cubicBezTo>
                  <a:cubicBezTo>
                    <a:pt x="35568" y="88062"/>
                    <a:pt x="27513" y="81988"/>
                    <a:pt x="22881" y="74498"/>
                  </a:cubicBezTo>
                  <a:cubicBezTo>
                    <a:pt x="16840" y="64781"/>
                    <a:pt x="16840" y="51420"/>
                    <a:pt x="16840" y="441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0" name="Freeform 899">
              <a:extLst>
                <a:ext uri="{FF2B5EF4-FFF2-40B4-BE49-F238E27FC236}">
                  <a16:creationId xmlns:a16="http://schemas.microsoft.com/office/drawing/2014/main" id="{41444E2B-C1F6-A417-7247-5FA7A16BEBBF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971620" y="6420370"/>
              <a:ext cx="67662" cy="89478"/>
            </a:xfrm>
            <a:custGeom>
              <a:avLst/>
              <a:gdLst>
                <a:gd name="connsiteX0" fmla="*/ 28125 w 67662"/>
                <a:gd name="connsiteY0" fmla="*/ 22471 h 89478"/>
                <a:gd name="connsiteX1" fmla="*/ 28125 w 67662"/>
                <a:gd name="connsiteY1" fmla="*/ 202 h 89478"/>
                <a:gd name="connsiteX2" fmla="*/ 134 w 67662"/>
                <a:gd name="connsiteY2" fmla="*/ 2429 h 89478"/>
                <a:gd name="connsiteX3" fmla="*/ 134 w 67662"/>
                <a:gd name="connsiteY3" fmla="*/ 8705 h 89478"/>
                <a:gd name="connsiteX4" fmla="*/ 15841 w 67662"/>
                <a:gd name="connsiteY4" fmla="*/ 20041 h 89478"/>
                <a:gd name="connsiteX5" fmla="*/ 15841 w 67662"/>
                <a:gd name="connsiteY5" fmla="*/ 74296 h 89478"/>
                <a:gd name="connsiteX6" fmla="*/ 134 w 67662"/>
                <a:gd name="connsiteY6" fmla="*/ 83405 h 89478"/>
                <a:gd name="connsiteX7" fmla="*/ 134 w 67662"/>
                <a:gd name="connsiteY7" fmla="*/ 89681 h 89478"/>
                <a:gd name="connsiteX8" fmla="*/ 23090 w 67662"/>
                <a:gd name="connsiteY8" fmla="*/ 89074 h 89478"/>
                <a:gd name="connsiteX9" fmla="*/ 48665 w 67662"/>
                <a:gd name="connsiteY9" fmla="*/ 89681 h 89478"/>
                <a:gd name="connsiteX10" fmla="*/ 48665 w 67662"/>
                <a:gd name="connsiteY10" fmla="*/ 83405 h 89478"/>
                <a:gd name="connsiteX11" fmla="*/ 44436 w 67662"/>
                <a:gd name="connsiteY11" fmla="*/ 83405 h 89478"/>
                <a:gd name="connsiteX12" fmla="*/ 29132 w 67662"/>
                <a:gd name="connsiteY12" fmla="*/ 73891 h 89478"/>
                <a:gd name="connsiteX13" fmla="*/ 29132 w 67662"/>
                <a:gd name="connsiteY13" fmla="*/ 42715 h 89478"/>
                <a:gd name="connsiteX14" fmla="*/ 52894 w 67662"/>
                <a:gd name="connsiteY14" fmla="*/ 4656 h 89478"/>
                <a:gd name="connsiteX15" fmla="*/ 55109 w 67662"/>
                <a:gd name="connsiteY15" fmla="*/ 4858 h 89478"/>
                <a:gd name="connsiteX16" fmla="*/ 50477 w 67662"/>
                <a:gd name="connsiteY16" fmla="*/ 12754 h 89478"/>
                <a:gd name="connsiteX17" fmla="*/ 59136 w 67662"/>
                <a:gd name="connsiteY17" fmla="*/ 21459 h 89478"/>
                <a:gd name="connsiteX18" fmla="*/ 67796 w 67662"/>
                <a:gd name="connsiteY18" fmla="*/ 12551 h 89478"/>
                <a:gd name="connsiteX19" fmla="*/ 52894 w 67662"/>
                <a:gd name="connsiteY19" fmla="*/ 202 h 89478"/>
                <a:gd name="connsiteX20" fmla="*/ 28125 w 67662"/>
                <a:gd name="connsiteY20" fmla="*/ 224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25" y="22471"/>
                  </a:moveTo>
                  <a:lnTo>
                    <a:pt x="28125" y="202"/>
                  </a:lnTo>
                  <a:lnTo>
                    <a:pt x="134" y="2429"/>
                  </a:lnTo>
                  <a:lnTo>
                    <a:pt x="134" y="8705"/>
                  </a:lnTo>
                  <a:cubicBezTo>
                    <a:pt x="14230" y="8705"/>
                    <a:pt x="15841" y="10122"/>
                    <a:pt x="15841" y="20041"/>
                  </a:cubicBezTo>
                  <a:lnTo>
                    <a:pt x="15841" y="74296"/>
                  </a:lnTo>
                  <a:cubicBezTo>
                    <a:pt x="15841" y="83405"/>
                    <a:pt x="13626" y="83405"/>
                    <a:pt x="134" y="83405"/>
                  </a:cubicBezTo>
                  <a:lnTo>
                    <a:pt x="134" y="89681"/>
                  </a:lnTo>
                  <a:cubicBezTo>
                    <a:pt x="7987" y="89479"/>
                    <a:pt x="17452" y="89074"/>
                    <a:pt x="23090" y="89074"/>
                  </a:cubicBezTo>
                  <a:cubicBezTo>
                    <a:pt x="31145" y="89074"/>
                    <a:pt x="40610" y="89074"/>
                    <a:pt x="48665" y="89681"/>
                  </a:cubicBezTo>
                  <a:lnTo>
                    <a:pt x="48665" y="83405"/>
                  </a:lnTo>
                  <a:lnTo>
                    <a:pt x="44436" y="83405"/>
                  </a:lnTo>
                  <a:cubicBezTo>
                    <a:pt x="29534" y="83405"/>
                    <a:pt x="29132" y="81179"/>
                    <a:pt x="29132" y="73891"/>
                  </a:cubicBezTo>
                  <a:lnTo>
                    <a:pt x="29132" y="42715"/>
                  </a:lnTo>
                  <a:cubicBezTo>
                    <a:pt x="29132" y="22673"/>
                    <a:pt x="37589" y="4656"/>
                    <a:pt x="52894" y="4656"/>
                  </a:cubicBezTo>
                  <a:cubicBezTo>
                    <a:pt x="54303" y="4656"/>
                    <a:pt x="54706" y="4656"/>
                    <a:pt x="55109" y="4858"/>
                  </a:cubicBezTo>
                  <a:cubicBezTo>
                    <a:pt x="54505" y="5061"/>
                    <a:pt x="50477" y="7490"/>
                    <a:pt x="50477" y="12754"/>
                  </a:cubicBezTo>
                  <a:cubicBezTo>
                    <a:pt x="50477" y="18422"/>
                    <a:pt x="54706" y="21459"/>
                    <a:pt x="59136" y="21459"/>
                  </a:cubicBezTo>
                  <a:cubicBezTo>
                    <a:pt x="62761" y="21459"/>
                    <a:pt x="67796" y="19029"/>
                    <a:pt x="67796" y="12551"/>
                  </a:cubicBezTo>
                  <a:cubicBezTo>
                    <a:pt x="67796" y="6073"/>
                    <a:pt x="61553" y="202"/>
                    <a:pt x="52894" y="202"/>
                  </a:cubicBezTo>
                  <a:cubicBezTo>
                    <a:pt x="38193" y="202"/>
                    <a:pt x="30944" y="13766"/>
                    <a:pt x="28125" y="224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1" name="Freeform 900">
              <a:extLst>
                <a:ext uri="{FF2B5EF4-FFF2-40B4-BE49-F238E27FC236}">
                  <a16:creationId xmlns:a16="http://schemas.microsoft.com/office/drawing/2014/main" id="{790218FE-A821-5248-0017-ED2B0A5D6DE3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7053312" y="6419155"/>
              <a:ext cx="90820" cy="92920"/>
            </a:xfrm>
            <a:custGeom>
              <a:avLst/>
              <a:gdLst>
                <a:gd name="connsiteX0" fmla="*/ 58738 w 90820"/>
                <a:gd name="connsiteY0" fmla="*/ 75510 h 92920"/>
                <a:gd name="connsiteX1" fmla="*/ 74445 w 90820"/>
                <a:gd name="connsiteY1" fmla="*/ 92110 h 92920"/>
                <a:gd name="connsiteX2" fmla="*/ 90958 w 90820"/>
                <a:gd name="connsiteY2" fmla="*/ 72879 h 92920"/>
                <a:gd name="connsiteX3" fmla="*/ 90958 w 90820"/>
                <a:gd name="connsiteY3" fmla="*/ 61542 h 92920"/>
                <a:gd name="connsiteX4" fmla="*/ 85923 w 90820"/>
                <a:gd name="connsiteY4" fmla="*/ 61542 h 92920"/>
                <a:gd name="connsiteX5" fmla="*/ 85923 w 90820"/>
                <a:gd name="connsiteY5" fmla="*/ 72879 h 92920"/>
                <a:gd name="connsiteX6" fmla="*/ 78674 w 90820"/>
                <a:gd name="connsiteY6" fmla="*/ 85835 h 92920"/>
                <a:gd name="connsiteX7" fmla="*/ 71223 w 90820"/>
                <a:gd name="connsiteY7" fmla="*/ 75713 h 92920"/>
                <a:gd name="connsiteX8" fmla="*/ 71223 w 90820"/>
                <a:gd name="connsiteY8" fmla="*/ 35225 h 92920"/>
                <a:gd name="connsiteX9" fmla="*/ 63973 w 90820"/>
                <a:gd name="connsiteY9" fmla="*/ 11336 h 92920"/>
                <a:gd name="connsiteX10" fmla="*/ 36385 w 90820"/>
                <a:gd name="connsiteY10" fmla="*/ 202 h 92920"/>
                <a:gd name="connsiteX11" fmla="*/ 5977 w 90820"/>
                <a:gd name="connsiteY11" fmla="*/ 23078 h 92920"/>
                <a:gd name="connsiteX12" fmla="*/ 15241 w 90820"/>
                <a:gd name="connsiteY12" fmla="*/ 32593 h 92920"/>
                <a:gd name="connsiteX13" fmla="*/ 24504 w 90820"/>
                <a:gd name="connsiteY13" fmla="*/ 23280 h 92920"/>
                <a:gd name="connsiteX14" fmla="*/ 14234 w 90820"/>
                <a:gd name="connsiteY14" fmla="*/ 13968 h 92920"/>
                <a:gd name="connsiteX15" fmla="*/ 35982 w 90820"/>
                <a:gd name="connsiteY15" fmla="*/ 4656 h 92920"/>
                <a:gd name="connsiteX16" fmla="*/ 57328 w 90820"/>
                <a:gd name="connsiteY16" fmla="*/ 30568 h 92920"/>
                <a:gd name="connsiteX17" fmla="*/ 57328 w 90820"/>
                <a:gd name="connsiteY17" fmla="*/ 38059 h 92920"/>
                <a:gd name="connsiteX18" fmla="*/ 20275 w 90820"/>
                <a:gd name="connsiteY18" fmla="*/ 45347 h 92920"/>
                <a:gd name="connsiteX19" fmla="*/ 137 w 90820"/>
                <a:gd name="connsiteY19" fmla="*/ 71664 h 92920"/>
                <a:gd name="connsiteX20" fmla="*/ 32357 w 90820"/>
                <a:gd name="connsiteY20" fmla="*/ 93123 h 92920"/>
                <a:gd name="connsiteX21" fmla="*/ 58738 w 90820"/>
                <a:gd name="connsiteY21" fmla="*/ 75510 h 92920"/>
                <a:gd name="connsiteX22" fmla="*/ 57328 w 90820"/>
                <a:gd name="connsiteY22" fmla="*/ 42310 h 92920"/>
                <a:gd name="connsiteX23" fmla="*/ 57328 w 90820"/>
                <a:gd name="connsiteY23" fmla="*/ 62554 h 92920"/>
                <a:gd name="connsiteX24" fmla="*/ 33767 w 90820"/>
                <a:gd name="connsiteY24" fmla="*/ 88669 h 92920"/>
                <a:gd name="connsiteX25" fmla="*/ 15643 w 90820"/>
                <a:gd name="connsiteY25" fmla="*/ 71461 h 92920"/>
                <a:gd name="connsiteX26" fmla="*/ 57328 w 90820"/>
                <a:gd name="connsiteY26" fmla="*/ 423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38" y="75510"/>
                  </a:moveTo>
                  <a:cubicBezTo>
                    <a:pt x="59543" y="83608"/>
                    <a:pt x="64980" y="92110"/>
                    <a:pt x="74445" y="92110"/>
                  </a:cubicBezTo>
                  <a:cubicBezTo>
                    <a:pt x="78674" y="92110"/>
                    <a:pt x="90958" y="89276"/>
                    <a:pt x="90958" y="72879"/>
                  </a:cubicBezTo>
                  <a:lnTo>
                    <a:pt x="90958" y="61542"/>
                  </a:lnTo>
                  <a:lnTo>
                    <a:pt x="85923" y="61542"/>
                  </a:lnTo>
                  <a:lnTo>
                    <a:pt x="85923" y="72879"/>
                  </a:lnTo>
                  <a:cubicBezTo>
                    <a:pt x="85923" y="84620"/>
                    <a:pt x="80889" y="85835"/>
                    <a:pt x="78674" y="85835"/>
                  </a:cubicBezTo>
                  <a:cubicBezTo>
                    <a:pt x="72028" y="85835"/>
                    <a:pt x="71223" y="76725"/>
                    <a:pt x="71223" y="75713"/>
                  </a:cubicBezTo>
                  <a:lnTo>
                    <a:pt x="71223" y="35225"/>
                  </a:lnTo>
                  <a:cubicBezTo>
                    <a:pt x="71223" y="26722"/>
                    <a:pt x="71223" y="18827"/>
                    <a:pt x="63973" y="11336"/>
                  </a:cubicBezTo>
                  <a:cubicBezTo>
                    <a:pt x="56120" y="3441"/>
                    <a:pt x="46051" y="202"/>
                    <a:pt x="36385" y="202"/>
                  </a:cubicBezTo>
                  <a:cubicBezTo>
                    <a:pt x="19872" y="202"/>
                    <a:pt x="5977" y="9717"/>
                    <a:pt x="5977" y="23078"/>
                  </a:cubicBezTo>
                  <a:cubicBezTo>
                    <a:pt x="5977" y="29151"/>
                    <a:pt x="10005" y="32593"/>
                    <a:pt x="15241" y="32593"/>
                  </a:cubicBezTo>
                  <a:cubicBezTo>
                    <a:pt x="20879" y="32593"/>
                    <a:pt x="24504" y="28544"/>
                    <a:pt x="24504" y="23280"/>
                  </a:cubicBezTo>
                  <a:cubicBezTo>
                    <a:pt x="24504" y="20851"/>
                    <a:pt x="23497" y="14171"/>
                    <a:pt x="14234" y="13968"/>
                  </a:cubicBezTo>
                  <a:cubicBezTo>
                    <a:pt x="19671" y="6883"/>
                    <a:pt x="29538" y="4656"/>
                    <a:pt x="35982" y="4656"/>
                  </a:cubicBezTo>
                  <a:cubicBezTo>
                    <a:pt x="45850" y="4656"/>
                    <a:pt x="57328" y="12551"/>
                    <a:pt x="57328" y="30568"/>
                  </a:cubicBezTo>
                  <a:lnTo>
                    <a:pt x="57328" y="38059"/>
                  </a:lnTo>
                  <a:cubicBezTo>
                    <a:pt x="47058" y="38666"/>
                    <a:pt x="32962" y="39273"/>
                    <a:pt x="20275" y="45347"/>
                  </a:cubicBezTo>
                  <a:cubicBezTo>
                    <a:pt x="5172" y="52230"/>
                    <a:pt x="137" y="62756"/>
                    <a:pt x="137" y="71664"/>
                  </a:cubicBezTo>
                  <a:cubicBezTo>
                    <a:pt x="137" y="88062"/>
                    <a:pt x="19671" y="93123"/>
                    <a:pt x="32357" y="93123"/>
                  </a:cubicBezTo>
                  <a:cubicBezTo>
                    <a:pt x="45648" y="93123"/>
                    <a:pt x="54912" y="85025"/>
                    <a:pt x="58738" y="75510"/>
                  </a:cubicBezTo>
                  <a:close/>
                  <a:moveTo>
                    <a:pt x="57328" y="42310"/>
                  </a:moveTo>
                  <a:lnTo>
                    <a:pt x="57328" y="62554"/>
                  </a:lnTo>
                  <a:cubicBezTo>
                    <a:pt x="57328" y="81786"/>
                    <a:pt x="42829" y="88669"/>
                    <a:pt x="33767" y="88669"/>
                  </a:cubicBezTo>
                  <a:cubicBezTo>
                    <a:pt x="23900" y="88669"/>
                    <a:pt x="15643" y="81583"/>
                    <a:pt x="15643" y="71461"/>
                  </a:cubicBezTo>
                  <a:cubicBezTo>
                    <a:pt x="15643" y="60327"/>
                    <a:pt x="24101" y="43525"/>
                    <a:pt x="57328" y="423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2" name="Freeform 901">
              <a:extLst>
                <a:ext uri="{FF2B5EF4-FFF2-40B4-BE49-F238E27FC236}">
                  <a16:creationId xmlns:a16="http://schemas.microsoft.com/office/drawing/2014/main" id="{7F0444AD-F72C-02C2-E506-CD508B3769AF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7149368" y="6385348"/>
              <a:ext cx="63030" cy="126727"/>
            </a:xfrm>
            <a:custGeom>
              <a:avLst/>
              <a:gdLst>
                <a:gd name="connsiteX0" fmla="*/ 31154 w 63030"/>
                <a:gd name="connsiteY0" fmla="*/ 43727 h 126727"/>
                <a:gd name="connsiteX1" fmla="*/ 59951 w 63030"/>
                <a:gd name="connsiteY1" fmla="*/ 43727 h 126727"/>
                <a:gd name="connsiteX2" fmla="*/ 59951 w 63030"/>
                <a:gd name="connsiteY2" fmla="*/ 37451 h 126727"/>
                <a:gd name="connsiteX3" fmla="*/ 31154 w 63030"/>
                <a:gd name="connsiteY3" fmla="*/ 37451 h 126727"/>
                <a:gd name="connsiteX4" fmla="*/ 31154 w 63030"/>
                <a:gd name="connsiteY4" fmla="*/ 202 h 126727"/>
                <a:gd name="connsiteX5" fmla="*/ 26120 w 63030"/>
                <a:gd name="connsiteY5" fmla="*/ 202 h 126727"/>
                <a:gd name="connsiteX6" fmla="*/ 142 w 63030"/>
                <a:gd name="connsiteY6" fmla="*/ 39273 h 126727"/>
                <a:gd name="connsiteX7" fmla="*/ 142 w 63030"/>
                <a:gd name="connsiteY7" fmla="*/ 43727 h 126727"/>
                <a:gd name="connsiteX8" fmla="*/ 17259 w 63030"/>
                <a:gd name="connsiteY8" fmla="*/ 43727 h 126727"/>
                <a:gd name="connsiteX9" fmla="*/ 17259 w 63030"/>
                <a:gd name="connsiteY9" fmla="*/ 99601 h 126727"/>
                <a:gd name="connsiteX10" fmla="*/ 43237 w 63030"/>
                <a:gd name="connsiteY10" fmla="*/ 126930 h 126727"/>
                <a:gd name="connsiteX11" fmla="*/ 63173 w 63030"/>
                <a:gd name="connsiteY11" fmla="*/ 99601 h 126727"/>
                <a:gd name="connsiteX12" fmla="*/ 63173 w 63030"/>
                <a:gd name="connsiteY12" fmla="*/ 88062 h 126727"/>
                <a:gd name="connsiteX13" fmla="*/ 58139 w 63030"/>
                <a:gd name="connsiteY13" fmla="*/ 88062 h 126727"/>
                <a:gd name="connsiteX14" fmla="*/ 58139 w 63030"/>
                <a:gd name="connsiteY14" fmla="*/ 99196 h 126727"/>
                <a:gd name="connsiteX15" fmla="*/ 44646 w 63030"/>
                <a:gd name="connsiteY15" fmla="*/ 121869 h 126727"/>
                <a:gd name="connsiteX16" fmla="*/ 31154 w 63030"/>
                <a:gd name="connsiteY16" fmla="*/ 100006 h 126727"/>
                <a:gd name="connsiteX17" fmla="*/ 31154 w 63030"/>
                <a:gd name="connsiteY17" fmla="*/ 437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154" y="43727"/>
                  </a:moveTo>
                  <a:lnTo>
                    <a:pt x="59951" y="43727"/>
                  </a:lnTo>
                  <a:lnTo>
                    <a:pt x="59951" y="37451"/>
                  </a:lnTo>
                  <a:lnTo>
                    <a:pt x="31154" y="37451"/>
                  </a:lnTo>
                  <a:lnTo>
                    <a:pt x="31154" y="202"/>
                  </a:lnTo>
                  <a:lnTo>
                    <a:pt x="26120" y="202"/>
                  </a:lnTo>
                  <a:cubicBezTo>
                    <a:pt x="25918" y="16802"/>
                    <a:pt x="19877" y="38464"/>
                    <a:pt x="142" y="39273"/>
                  </a:cubicBezTo>
                  <a:lnTo>
                    <a:pt x="142" y="43727"/>
                  </a:lnTo>
                  <a:lnTo>
                    <a:pt x="17259" y="43727"/>
                  </a:lnTo>
                  <a:lnTo>
                    <a:pt x="17259" y="99601"/>
                  </a:lnTo>
                  <a:cubicBezTo>
                    <a:pt x="17259" y="124501"/>
                    <a:pt x="35987" y="126930"/>
                    <a:pt x="43237" y="126930"/>
                  </a:cubicBezTo>
                  <a:cubicBezTo>
                    <a:pt x="57534" y="126930"/>
                    <a:pt x="63173" y="112557"/>
                    <a:pt x="63173" y="99601"/>
                  </a:cubicBezTo>
                  <a:lnTo>
                    <a:pt x="63173" y="88062"/>
                  </a:lnTo>
                  <a:lnTo>
                    <a:pt x="58139" y="88062"/>
                  </a:lnTo>
                  <a:lnTo>
                    <a:pt x="58139" y="99196"/>
                  </a:lnTo>
                  <a:cubicBezTo>
                    <a:pt x="58139" y="114176"/>
                    <a:pt x="52097" y="121869"/>
                    <a:pt x="44646" y="121869"/>
                  </a:cubicBezTo>
                  <a:cubicBezTo>
                    <a:pt x="31154" y="121869"/>
                    <a:pt x="31154" y="103447"/>
                    <a:pt x="31154" y="100006"/>
                  </a:cubicBezTo>
                  <a:lnTo>
                    <a:pt x="31154" y="437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3" name="Freeform 902">
              <a:extLst>
                <a:ext uri="{FF2B5EF4-FFF2-40B4-BE49-F238E27FC236}">
                  <a16:creationId xmlns:a16="http://schemas.microsoft.com/office/drawing/2014/main" id="{EDEC6A50-89CA-043C-9F40-19B3D2D53B59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7229494" y="6419155"/>
              <a:ext cx="77932" cy="92920"/>
            </a:xfrm>
            <a:custGeom>
              <a:avLst/>
              <a:gdLst>
                <a:gd name="connsiteX0" fmla="*/ 17062 w 77932"/>
                <a:gd name="connsiteY0" fmla="*/ 39881 h 92920"/>
                <a:gd name="connsiteX1" fmla="*/ 42032 w 77932"/>
                <a:gd name="connsiteY1" fmla="*/ 4656 h 92920"/>
                <a:gd name="connsiteX2" fmla="*/ 64788 w 77932"/>
                <a:gd name="connsiteY2" fmla="*/ 39881 h 92920"/>
                <a:gd name="connsiteX3" fmla="*/ 17062 w 77932"/>
                <a:gd name="connsiteY3" fmla="*/ 39881 h 92920"/>
                <a:gd name="connsiteX4" fmla="*/ 16860 w 77932"/>
                <a:gd name="connsiteY4" fmla="*/ 44132 h 92920"/>
                <a:gd name="connsiteX5" fmla="*/ 73044 w 77932"/>
                <a:gd name="connsiteY5" fmla="*/ 44132 h 92920"/>
                <a:gd name="connsiteX6" fmla="*/ 78079 w 77932"/>
                <a:gd name="connsiteY6" fmla="*/ 39881 h 92920"/>
                <a:gd name="connsiteX7" fmla="*/ 42032 w 77932"/>
                <a:gd name="connsiteY7" fmla="*/ 202 h 92920"/>
                <a:gd name="connsiteX8" fmla="*/ 146 w 77932"/>
                <a:gd name="connsiteY8" fmla="*/ 46359 h 92920"/>
                <a:gd name="connsiteX9" fmla="*/ 44449 w 77932"/>
                <a:gd name="connsiteY9" fmla="*/ 93123 h 92920"/>
                <a:gd name="connsiteX10" fmla="*/ 78079 w 77932"/>
                <a:gd name="connsiteY10" fmla="*/ 66805 h 92920"/>
                <a:gd name="connsiteX11" fmla="*/ 75461 w 77932"/>
                <a:gd name="connsiteY11" fmla="*/ 64376 h 92920"/>
                <a:gd name="connsiteX12" fmla="*/ 72843 w 77932"/>
                <a:gd name="connsiteY12" fmla="*/ 67210 h 92920"/>
                <a:gd name="connsiteX13" fmla="*/ 45657 w 77932"/>
                <a:gd name="connsiteY13" fmla="*/ 88062 h 92920"/>
                <a:gd name="connsiteX14" fmla="*/ 22902 w 77932"/>
                <a:gd name="connsiteY14" fmla="*/ 74498 h 92920"/>
                <a:gd name="connsiteX15" fmla="*/ 16860 w 77932"/>
                <a:gd name="connsiteY15" fmla="*/ 441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062" y="39881"/>
                  </a:moveTo>
                  <a:cubicBezTo>
                    <a:pt x="18270" y="9717"/>
                    <a:pt x="35186" y="4656"/>
                    <a:pt x="42032" y="4656"/>
                  </a:cubicBezTo>
                  <a:cubicBezTo>
                    <a:pt x="62774" y="4656"/>
                    <a:pt x="64788" y="31985"/>
                    <a:pt x="64788" y="39881"/>
                  </a:cubicBezTo>
                  <a:lnTo>
                    <a:pt x="17062" y="39881"/>
                  </a:lnTo>
                  <a:close/>
                  <a:moveTo>
                    <a:pt x="16860" y="44132"/>
                  </a:moveTo>
                  <a:lnTo>
                    <a:pt x="73044" y="44132"/>
                  </a:lnTo>
                  <a:cubicBezTo>
                    <a:pt x="77474" y="44132"/>
                    <a:pt x="78079" y="44132"/>
                    <a:pt x="78079" y="39881"/>
                  </a:cubicBezTo>
                  <a:cubicBezTo>
                    <a:pt x="78079" y="19839"/>
                    <a:pt x="67204" y="202"/>
                    <a:pt x="42032" y="202"/>
                  </a:cubicBezTo>
                  <a:cubicBezTo>
                    <a:pt x="18673" y="202"/>
                    <a:pt x="146" y="21054"/>
                    <a:pt x="146" y="46359"/>
                  </a:cubicBezTo>
                  <a:cubicBezTo>
                    <a:pt x="146" y="73486"/>
                    <a:pt x="21291" y="93123"/>
                    <a:pt x="44449" y="93123"/>
                  </a:cubicBezTo>
                  <a:cubicBezTo>
                    <a:pt x="69017" y="93123"/>
                    <a:pt x="78079" y="70652"/>
                    <a:pt x="78079" y="66805"/>
                  </a:cubicBezTo>
                  <a:cubicBezTo>
                    <a:pt x="78079" y="64781"/>
                    <a:pt x="76468" y="64376"/>
                    <a:pt x="75461" y="64376"/>
                  </a:cubicBezTo>
                  <a:cubicBezTo>
                    <a:pt x="73648" y="64376"/>
                    <a:pt x="73246" y="65591"/>
                    <a:pt x="72843" y="67210"/>
                  </a:cubicBezTo>
                  <a:cubicBezTo>
                    <a:pt x="65795" y="88062"/>
                    <a:pt x="47671" y="88062"/>
                    <a:pt x="45657" y="88062"/>
                  </a:cubicBezTo>
                  <a:cubicBezTo>
                    <a:pt x="35588" y="88062"/>
                    <a:pt x="27533" y="81988"/>
                    <a:pt x="22902" y="74498"/>
                  </a:cubicBezTo>
                  <a:cubicBezTo>
                    <a:pt x="16860" y="64781"/>
                    <a:pt x="16860" y="51420"/>
                    <a:pt x="16860" y="441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4" name="Freeform 903">
              <a:extLst>
                <a:ext uri="{FF2B5EF4-FFF2-40B4-BE49-F238E27FC236}">
                  <a16:creationId xmlns:a16="http://schemas.microsoft.com/office/drawing/2014/main" id="{6784198B-6657-1FDD-CAD0-22866BC96CB5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386119" y="6419155"/>
              <a:ext cx="89209" cy="92920"/>
            </a:xfrm>
            <a:custGeom>
              <a:avLst/>
              <a:gdLst>
                <a:gd name="connsiteX0" fmla="*/ 89363 w 89209"/>
                <a:gd name="connsiteY0" fmla="*/ 47573 h 92920"/>
                <a:gd name="connsiteX1" fmla="*/ 44859 w 89209"/>
                <a:gd name="connsiteY1" fmla="*/ 202 h 92920"/>
                <a:gd name="connsiteX2" fmla="*/ 154 w 89209"/>
                <a:gd name="connsiteY2" fmla="*/ 47573 h 92920"/>
                <a:gd name="connsiteX3" fmla="*/ 44658 w 89209"/>
                <a:gd name="connsiteY3" fmla="*/ 93123 h 92920"/>
                <a:gd name="connsiteX4" fmla="*/ 89363 w 89209"/>
                <a:gd name="connsiteY4" fmla="*/ 47573 h 92920"/>
                <a:gd name="connsiteX5" fmla="*/ 44859 w 89209"/>
                <a:gd name="connsiteY5" fmla="*/ 88062 h 92920"/>
                <a:gd name="connsiteX6" fmla="*/ 21903 w 89209"/>
                <a:gd name="connsiteY6" fmla="*/ 74498 h 92920"/>
                <a:gd name="connsiteX7" fmla="*/ 16868 w 89209"/>
                <a:gd name="connsiteY7" fmla="*/ 45954 h 92920"/>
                <a:gd name="connsiteX8" fmla="*/ 21701 w 89209"/>
                <a:gd name="connsiteY8" fmla="*/ 18219 h 92920"/>
                <a:gd name="connsiteX9" fmla="*/ 44658 w 89209"/>
                <a:gd name="connsiteY9" fmla="*/ 4656 h 92920"/>
                <a:gd name="connsiteX10" fmla="*/ 67413 w 89209"/>
                <a:gd name="connsiteY10" fmla="*/ 17815 h 92920"/>
                <a:gd name="connsiteX11" fmla="*/ 72649 w 89209"/>
                <a:gd name="connsiteY11" fmla="*/ 45954 h 92920"/>
                <a:gd name="connsiteX12" fmla="*/ 68219 w 89209"/>
                <a:gd name="connsiteY12" fmla="*/ 73081 h 92920"/>
                <a:gd name="connsiteX13" fmla="*/ 44859 w 89209"/>
                <a:gd name="connsiteY13" fmla="*/ 8806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209" h="92920">
                  <a:moveTo>
                    <a:pt x="89363" y="47573"/>
                  </a:moveTo>
                  <a:cubicBezTo>
                    <a:pt x="89363" y="21661"/>
                    <a:pt x="69226" y="202"/>
                    <a:pt x="44859" y="202"/>
                  </a:cubicBezTo>
                  <a:cubicBezTo>
                    <a:pt x="19687" y="202"/>
                    <a:pt x="154" y="22268"/>
                    <a:pt x="154" y="47573"/>
                  </a:cubicBezTo>
                  <a:cubicBezTo>
                    <a:pt x="154" y="73688"/>
                    <a:pt x="21097" y="93123"/>
                    <a:pt x="44658" y="93123"/>
                  </a:cubicBezTo>
                  <a:cubicBezTo>
                    <a:pt x="69024" y="93123"/>
                    <a:pt x="89363" y="73283"/>
                    <a:pt x="89363" y="47573"/>
                  </a:cubicBezTo>
                  <a:close/>
                  <a:moveTo>
                    <a:pt x="44859" y="88062"/>
                  </a:moveTo>
                  <a:cubicBezTo>
                    <a:pt x="36200" y="88062"/>
                    <a:pt x="27340" y="83810"/>
                    <a:pt x="21903" y="74498"/>
                  </a:cubicBezTo>
                  <a:cubicBezTo>
                    <a:pt x="16868" y="65591"/>
                    <a:pt x="16868" y="53242"/>
                    <a:pt x="16868" y="45954"/>
                  </a:cubicBezTo>
                  <a:cubicBezTo>
                    <a:pt x="16868" y="38059"/>
                    <a:pt x="16868" y="27127"/>
                    <a:pt x="21701" y="18219"/>
                  </a:cubicBezTo>
                  <a:cubicBezTo>
                    <a:pt x="27138" y="8907"/>
                    <a:pt x="36603" y="4656"/>
                    <a:pt x="44658" y="4656"/>
                  </a:cubicBezTo>
                  <a:cubicBezTo>
                    <a:pt x="53519" y="4656"/>
                    <a:pt x="62178" y="9110"/>
                    <a:pt x="67413" y="17815"/>
                  </a:cubicBezTo>
                  <a:cubicBezTo>
                    <a:pt x="72649" y="26520"/>
                    <a:pt x="72649" y="38261"/>
                    <a:pt x="72649" y="45954"/>
                  </a:cubicBezTo>
                  <a:cubicBezTo>
                    <a:pt x="72649" y="53242"/>
                    <a:pt x="72649" y="64174"/>
                    <a:pt x="68219" y="73081"/>
                  </a:cubicBezTo>
                  <a:cubicBezTo>
                    <a:pt x="63789" y="82191"/>
                    <a:pt x="54928" y="88062"/>
                    <a:pt x="44859" y="8806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9D3D3659-862A-2114-62BB-63C1892498E3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7487814" y="6367128"/>
              <a:ext cx="65245" cy="142720"/>
            </a:xfrm>
            <a:custGeom>
              <a:avLst/>
              <a:gdLst>
                <a:gd name="connsiteX0" fmla="*/ 28754 w 65245"/>
                <a:gd name="connsiteY0" fmla="*/ 55671 h 142720"/>
                <a:gd name="connsiteX1" fmla="*/ 28754 w 65245"/>
                <a:gd name="connsiteY1" fmla="*/ 32188 h 142720"/>
                <a:gd name="connsiteX2" fmla="*/ 47281 w 65245"/>
                <a:gd name="connsiteY2" fmla="*/ 4656 h 142720"/>
                <a:gd name="connsiteX3" fmla="*/ 53926 w 65245"/>
                <a:gd name="connsiteY3" fmla="*/ 6073 h 142720"/>
                <a:gd name="connsiteX4" fmla="*/ 47885 w 65245"/>
                <a:gd name="connsiteY4" fmla="*/ 14576 h 142720"/>
                <a:gd name="connsiteX5" fmla="*/ 56544 w 65245"/>
                <a:gd name="connsiteY5" fmla="*/ 23281 h 142720"/>
                <a:gd name="connsiteX6" fmla="*/ 65405 w 65245"/>
                <a:gd name="connsiteY6" fmla="*/ 14373 h 142720"/>
                <a:gd name="connsiteX7" fmla="*/ 47281 w 65245"/>
                <a:gd name="connsiteY7" fmla="*/ 202 h 142720"/>
                <a:gd name="connsiteX8" fmla="*/ 16068 w 65245"/>
                <a:gd name="connsiteY8" fmla="*/ 32390 h 142720"/>
                <a:gd name="connsiteX9" fmla="*/ 16068 w 65245"/>
                <a:gd name="connsiteY9" fmla="*/ 55671 h 142720"/>
                <a:gd name="connsiteX10" fmla="*/ 159 w 65245"/>
                <a:gd name="connsiteY10" fmla="*/ 55671 h 142720"/>
                <a:gd name="connsiteX11" fmla="*/ 159 w 65245"/>
                <a:gd name="connsiteY11" fmla="*/ 61947 h 142720"/>
                <a:gd name="connsiteX12" fmla="*/ 16068 w 65245"/>
                <a:gd name="connsiteY12" fmla="*/ 61947 h 142720"/>
                <a:gd name="connsiteX13" fmla="*/ 16068 w 65245"/>
                <a:gd name="connsiteY13" fmla="*/ 127538 h 142720"/>
                <a:gd name="connsiteX14" fmla="*/ 360 w 65245"/>
                <a:gd name="connsiteY14" fmla="*/ 136647 h 142720"/>
                <a:gd name="connsiteX15" fmla="*/ 360 w 65245"/>
                <a:gd name="connsiteY15" fmla="*/ 142923 h 142720"/>
                <a:gd name="connsiteX16" fmla="*/ 23317 w 65245"/>
                <a:gd name="connsiteY16" fmla="*/ 142316 h 142720"/>
                <a:gd name="connsiteX17" fmla="*/ 48892 w 65245"/>
                <a:gd name="connsiteY17" fmla="*/ 142923 h 142720"/>
                <a:gd name="connsiteX18" fmla="*/ 48892 w 65245"/>
                <a:gd name="connsiteY18" fmla="*/ 136647 h 142720"/>
                <a:gd name="connsiteX19" fmla="*/ 44663 w 65245"/>
                <a:gd name="connsiteY19" fmla="*/ 136647 h 142720"/>
                <a:gd name="connsiteX20" fmla="*/ 29358 w 65245"/>
                <a:gd name="connsiteY20" fmla="*/ 127133 h 142720"/>
                <a:gd name="connsiteX21" fmla="*/ 29358 w 65245"/>
                <a:gd name="connsiteY21" fmla="*/ 61947 h 142720"/>
                <a:gd name="connsiteX22" fmla="*/ 52315 w 65245"/>
                <a:gd name="connsiteY22" fmla="*/ 61947 h 142720"/>
                <a:gd name="connsiteX23" fmla="*/ 52315 w 65245"/>
                <a:gd name="connsiteY23" fmla="*/ 55671 h 142720"/>
                <a:gd name="connsiteX24" fmla="*/ 28754 w 65245"/>
                <a:gd name="connsiteY24" fmla="*/ 55671 h 14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5245" h="142720">
                  <a:moveTo>
                    <a:pt x="28754" y="55671"/>
                  </a:moveTo>
                  <a:lnTo>
                    <a:pt x="28754" y="32188"/>
                  </a:lnTo>
                  <a:cubicBezTo>
                    <a:pt x="28754" y="14373"/>
                    <a:pt x="38420" y="4656"/>
                    <a:pt x="47281" y="4656"/>
                  </a:cubicBezTo>
                  <a:cubicBezTo>
                    <a:pt x="47885" y="4656"/>
                    <a:pt x="50906" y="4656"/>
                    <a:pt x="53926" y="6073"/>
                  </a:cubicBezTo>
                  <a:cubicBezTo>
                    <a:pt x="51510" y="6883"/>
                    <a:pt x="47885" y="9515"/>
                    <a:pt x="47885" y="14576"/>
                  </a:cubicBezTo>
                  <a:cubicBezTo>
                    <a:pt x="47885" y="19232"/>
                    <a:pt x="51107" y="23281"/>
                    <a:pt x="56544" y="23281"/>
                  </a:cubicBezTo>
                  <a:cubicBezTo>
                    <a:pt x="62384" y="23281"/>
                    <a:pt x="65405" y="19232"/>
                    <a:pt x="65405" y="14373"/>
                  </a:cubicBezTo>
                  <a:cubicBezTo>
                    <a:pt x="65405" y="6883"/>
                    <a:pt x="57954" y="202"/>
                    <a:pt x="47281" y="202"/>
                  </a:cubicBezTo>
                  <a:cubicBezTo>
                    <a:pt x="33185" y="202"/>
                    <a:pt x="16068" y="10932"/>
                    <a:pt x="16068" y="32390"/>
                  </a:cubicBezTo>
                  <a:lnTo>
                    <a:pt x="16068" y="55671"/>
                  </a:lnTo>
                  <a:lnTo>
                    <a:pt x="159" y="55671"/>
                  </a:lnTo>
                  <a:lnTo>
                    <a:pt x="159" y="61947"/>
                  </a:lnTo>
                  <a:lnTo>
                    <a:pt x="16068" y="61947"/>
                  </a:lnTo>
                  <a:lnTo>
                    <a:pt x="16068" y="127538"/>
                  </a:lnTo>
                  <a:cubicBezTo>
                    <a:pt x="16068" y="136647"/>
                    <a:pt x="13853" y="136647"/>
                    <a:pt x="360" y="136647"/>
                  </a:cubicBezTo>
                  <a:lnTo>
                    <a:pt x="360" y="142923"/>
                  </a:lnTo>
                  <a:cubicBezTo>
                    <a:pt x="8214" y="142721"/>
                    <a:pt x="17679" y="142316"/>
                    <a:pt x="23317" y="142316"/>
                  </a:cubicBezTo>
                  <a:cubicBezTo>
                    <a:pt x="31372" y="142316"/>
                    <a:pt x="40837" y="142316"/>
                    <a:pt x="48892" y="142923"/>
                  </a:cubicBezTo>
                  <a:lnTo>
                    <a:pt x="48892" y="136647"/>
                  </a:lnTo>
                  <a:lnTo>
                    <a:pt x="44663" y="136647"/>
                  </a:lnTo>
                  <a:cubicBezTo>
                    <a:pt x="29761" y="136647"/>
                    <a:pt x="29358" y="134421"/>
                    <a:pt x="29358" y="127133"/>
                  </a:cubicBezTo>
                  <a:lnTo>
                    <a:pt x="29358" y="61947"/>
                  </a:lnTo>
                  <a:lnTo>
                    <a:pt x="52315" y="61947"/>
                  </a:lnTo>
                  <a:lnTo>
                    <a:pt x="52315" y="55671"/>
                  </a:lnTo>
                  <a:lnTo>
                    <a:pt x="28754" y="55671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6" name="Freeform 905">
              <a:extLst>
                <a:ext uri="{FF2B5EF4-FFF2-40B4-BE49-F238E27FC236}">
                  <a16:creationId xmlns:a16="http://schemas.microsoft.com/office/drawing/2014/main" id="{C27F03DA-19E1-DC69-495C-7391CA67CA2F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7616471" y="6371582"/>
              <a:ext cx="110555" cy="138267"/>
            </a:xfrm>
            <a:custGeom>
              <a:avLst/>
              <a:gdLst>
                <a:gd name="connsiteX0" fmla="*/ 110720 w 110555"/>
                <a:gd name="connsiteY0" fmla="*/ 86240 h 138267"/>
                <a:gd name="connsiteX1" fmla="*/ 105686 w 110555"/>
                <a:gd name="connsiteY1" fmla="*/ 86240 h 138267"/>
                <a:gd name="connsiteX2" fmla="*/ 65210 w 110555"/>
                <a:gd name="connsiteY2" fmla="*/ 132194 h 138267"/>
                <a:gd name="connsiteX3" fmla="*/ 48697 w 110555"/>
                <a:gd name="connsiteY3" fmla="*/ 132194 h 138267"/>
                <a:gd name="connsiteX4" fmla="*/ 38829 w 110555"/>
                <a:gd name="connsiteY4" fmla="*/ 124096 h 138267"/>
                <a:gd name="connsiteX5" fmla="*/ 38829 w 110555"/>
                <a:gd name="connsiteY5" fmla="*/ 16195 h 138267"/>
                <a:gd name="connsiteX6" fmla="*/ 57960 w 110555"/>
                <a:gd name="connsiteY6" fmla="*/ 6478 h 138267"/>
                <a:gd name="connsiteX7" fmla="*/ 64605 w 110555"/>
                <a:gd name="connsiteY7" fmla="*/ 6478 h 138267"/>
                <a:gd name="connsiteX8" fmla="*/ 64605 w 110555"/>
                <a:gd name="connsiteY8" fmla="*/ 202 h 138267"/>
                <a:gd name="connsiteX9" fmla="*/ 30774 w 110555"/>
                <a:gd name="connsiteY9" fmla="*/ 810 h 138267"/>
                <a:gd name="connsiteX10" fmla="*/ 165 w 110555"/>
                <a:gd name="connsiteY10" fmla="*/ 202 h 138267"/>
                <a:gd name="connsiteX11" fmla="*/ 165 w 110555"/>
                <a:gd name="connsiteY11" fmla="*/ 6478 h 138267"/>
                <a:gd name="connsiteX12" fmla="*/ 4998 w 110555"/>
                <a:gd name="connsiteY12" fmla="*/ 6478 h 138267"/>
                <a:gd name="connsiteX13" fmla="*/ 20907 w 110555"/>
                <a:gd name="connsiteY13" fmla="*/ 15993 h 138267"/>
                <a:gd name="connsiteX14" fmla="*/ 20907 w 110555"/>
                <a:gd name="connsiteY14" fmla="*/ 122679 h 138267"/>
                <a:gd name="connsiteX15" fmla="*/ 4998 w 110555"/>
                <a:gd name="connsiteY15" fmla="*/ 132194 h 138267"/>
                <a:gd name="connsiteX16" fmla="*/ 165 w 110555"/>
                <a:gd name="connsiteY16" fmla="*/ 132194 h 138267"/>
                <a:gd name="connsiteX17" fmla="*/ 165 w 110555"/>
                <a:gd name="connsiteY17" fmla="*/ 138469 h 138267"/>
                <a:gd name="connsiteX18" fmla="*/ 105082 w 110555"/>
                <a:gd name="connsiteY18" fmla="*/ 138469 h 138267"/>
                <a:gd name="connsiteX19" fmla="*/ 110720 w 110555"/>
                <a:gd name="connsiteY19" fmla="*/ 86240 h 13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0555" h="138267">
                  <a:moveTo>
                    <a:pt x="110720" y="86240"/>
                  </a:moveTo>
                  <a:lnTo>
                    <a:pt x="105686" y="86240"/>
                  </a:lnTo>
                  <a:cubicBezTo>
                    <a:pt x="103471" y="106889"/>
                    <a:pt x="100652" y="132194"/>
                    <a:pt x="65210" y="132194"/>
                  </a:cubicBezTo>
                  <a:lnTo>
                    <a:pt x="48697" y="132194"/>
                  </a:lnTo>
                  <a:cubicBezTo>
                    <a:pt x="39232" y="132194"/>
                    <a:pt x="38829" y="130777"/>
                    <a:pt x="38829" y="124096"/>
                  </a:cubicBezTo>
                  <a:lnTo>
                    <a:pt x="38829" y="16195"/>
                  </a:lnTo>
                  <a:cubicBezTo>
                    <a:pt x="38829" y="9312"/>
                    <a:pt x="38829" y="6478"/>
                    <a:pt x="57960" y="6478"/>
                  </a:cubicBezTo>
                  <a:lnTo>
                    <a:pt x="64605" y="6478"/>
                  </a:lnTo>
                  <a:lnTo>
                    <a:pt x="64605" y="202"/>
                  </a:lnTo>
                  <a:cubicBezTo>
                    <a:pt x="57356" y="810"/>
                    <a:pt x="39031" y="810"/>
                    <a:pt x="30774" y="810"/>
                  </a:cubicBezTo>
                  <a:cubicBezTo>
                    <a:pt x="22921" y="810"/>
                    <a:pt x="7214" y="810"/>
                    <a:pt x="165" y="202"/>
                  </a:cubicBezTo>
                  <a:lnTo>
                    <a:pt x="165" y="6478"/>
                  </a:lnTo>
                  <a:lnTo>
                    <a:pt x="4998" y="6478"/>
                  </a:lnTo>
                  <a:cubicBezTo>
                    <a:pt x="20504" y="6478"/>
                    <a:pt x="20907" y="8705"/>
                    <a:pt x="20907" y="15993"/>
                  </a:cubicBezTo>
                  <a:lnTo>
                    <a:pt x="20907" y="122679"/>
                  </a:lnTo>
                  <a:cubicBezTo>
                    <a:pt x="20907" y="129967"/>
                    <a:pt x="20504" y="132194"/>
                    <a:pt x="4998" y="132194"/>
                  </a:cubicBezTo>
                  <a:lnTo>
                    <a:pt x="165" y="132194"/>
                  </a:lnTo>
                  <a:lnTo>
                    <a:pt x="165" y="138469"/>
                  </a:lnTo>
                  <a:lnTo>
                    <a:pt x="105082" y="138469"/>
                  </a:lnTo>
                  <a:lnTo>
                    <a:pt x="110720" y="86240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7" name="Freeform 906">
              <a:extLst>
                <a:ext uri="{FF2B5EF4-FFF2-40B4-BE49-F238E27FC236}">
                  <a16:creationId xmlns:a16="http://schemas.microsoft.com/office/drawing/2014/main" id="{E7CBC0ED-BC61-A5FE-93FF-DF6877198EEB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7744143" y="6419155"/>
              <a:ext cx="90820" cy="92920"/>
            </a:xfrm>
            <a:custGeom>
              <a:avLst/>
              <a:gdLst>
                <a:gd name="connsiteX0" fmla="*/ 58772 w 90820"/>
                <a:gd name="connsiteY0" fmla="*/ 75510 h 92920"/>
                <a:gd name="connsiteX1" fmla="*/ 74479 w 90820"/>
                <a:gd name="connsiteY1" fmla="*/ 92110 h 92920"/>
                <a:gd name="connsiteX2" fmla="*/ 90992 w 90820"/>
                <a:gd name="connsiteY2" fmla="*/ 72879 h 92920"/>
                <a:gd name="connsiteX3" fmla="*/ 90992 w 90820"/>
                <a:gd name="connsiteY3" fmla="*/ 61542 h 92920"/>
                <a:gd name="connsiteX4" fmla="*/ 85958 w 90820"/>
                <a:gd name="connsiteY4" fmla="*/ 61542 h 92920"/>
                <a:gd name="connsiteX5" fmla="*/ 85958 w 90820"/>
                <a:gd name="connsiteY5" fmla="*/ 72879 h 92920"/>
                <a:gd name="connsiteX6" fmla="*/ 78708 w 90820"/>
                <a:gd name="connsiteY6" fmla="*/ 85835 h 92920"/>
                <a:gd name="connsiteX7" fmla="*/ 71257 w 90820"/>
                <a:gd name="connsiteY7" fmla="*/ 75713 h 92920"/>
                <a:gd name="connsiteX8" fmla="*/ 71257 w 90820"/>
                <a:gd name="connsiteY8" fmla="*/ 35225 h 92920"/>
                <a:gd name="connsiteX9" fmla="*/ 64008 w 90820"/>
                <a:gd name="connsiteY9" fmla="*/ 11336 h 92920"/>
                <a:gd name="connsiteX10" fmla="*/ 36419 w 90820"/>
                <a:gd name="connsiteY10" fmla="*/ 202 h 92920"/>
                <a:gd name="connsiteX11" fmla="*/ 6011 w 90820"/>
                <a:gd name="connsiteY11" fmla="*/ 23078 h 92920"/>
                <a:gd name="connsiteX12" fmla="*/ 15275 w 90820"/>
                <a:gd name="connsiteY12" fmla="*/ 32593 h 92920"/>
                <a:gd name="connsiteX13" fmla="*/ 24538 w 90820"/>
                <a:gd name="connsiteY13" fmla="*/ 23280 h 92920"/>
                <a:gd name="connsiteX14" fmla="*/ 14268 w 90820"/>
                <a:gd name="connsiteY14" fmla="*/ 13968 h 92920"/>
                <a:gd name="connsiteX15" fmla="*/ 36016 w 90820"/>
                <a:gd name="connsiteY15" fmla="*/ 4656 h 92920"/>
                <a:gd name="connsiteX16" fmla="*/ 57362 w 90820"/>
                <a:gd name="connsiteY16" fmla="*/ 30568 h 92920"/>
                <a:gd name="connsiteX17" fmla="*/ 57362 w 90820"/>
                <a:gd name="connsiteY17" fmla="*/ 38059 h 92920"/>
                <a:gd name="connsiteX18" fmla="*/ 20309 w 90820"/>
                <a:gd name="connsiteY18" fmla="*/ 45347 h 92920"/>
                <a:gd name="connsiteX19" fmla="*/ 172 w 90820"/>
                <a:gd name="connsiteY19" fmla="*/ 71664 h 92920"/>
                <a:gd name="connsiteX20" fmla="*/ 32392 w 90820"/>
                <a:gd name="connsiteY20" fmla="*/ 93123 h 92920"/>
                <a:gd name="connsiteX21" fmla="*/ 58772 w 90820"/>
                <a:gd name="connsiteY21" fmla="*/ 75510 h 92920"/>
                <a:gd name="connsiteX22" fmla="*/ 57362 w 90820"/>
                <a:gd name="connsiteY22" fmla="*/ 42310 h 92920"/>
                <a:gd name="connsiteX23" fmla="*/ 57362 w 90820"/>
                <a:gd name="connsiteY23" fmla="*/ 62554 h 92920"/>
                <a:gd name="connsiteX24" fmla="*/ 33801 w 90820"/>
                <a:gd name="connsiteY24" fmla="*/ 88669 h 92920"/>
                <a:gd name="connsiteX25" fmla="*/ 15677 w 90820"/>
                <a:gd name="connsiteY25" fmla="*/ 71461 h 92920"/>
                <a:gd name="connsiteX26" fmla="*/ 57362 w 90820"/>
                <a:gd name="connsiteY26" fmla="*/ 423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72" y="75510"/>
                  </a:moveTo>
                  <a:cubicBezTo>
                    <a:pt x="59577" y="83608"/>
                    <a:pt x="65014" y="92110"/>
                    <a:pt x="74479" y="92110"/>
                  </a:cubicBezTo>
                  <a:cubicBezTo>
                    <a:pt x="78708" y="92110"/>
                    <a:pt x="90992" y="89276"/>
                    <a:pt x="90992" y="72879"/>
                  </a:cubicBezTo>
                  <a:lnTo>
                    <a:pt x="90992" y="61542"/>
                  </a:lnTo>
                  <a:lnTo>
                    <a:pt x="85958" y="61542"/>
                  </a:lnTo>
                  <a:lnTo>
                    <a:pt x="85958" y="72879"/>
                  </a:lnTo>
                  <a:cubicBezTo>
                    <a:pt x="85958" y="84620"/>
                    <a:pt x="80923" y="85835"/>
                    <a:pt x="78708" y="85835"/>
                  </a:cubicBezTo>
                  <a:cubicBezTo>
                    <a:pt x="72063" y="85835"/>
                    <a:pt x="71257" y="76725"/>
                    <a:pt x="71257" y="75713"/>
                  </a:cubicBezTo>
                  <a:lnTo>
                    <a:pt x="71257" y="35225"/>
                  </a:lnTo>
                  <a:cubicBezTo>
                    <a:pt x="71257" y="26722"/>
                    <a:pt x="71257" y="18827"/>
                    <a:pt x="64008" y="11336"/>
                  </a:cubicBezTo>
                  <a:cubicBezTo>
                    <a:pt x="56154" y="3441"/>
                    <a:pt x="46085" y="202"/>
                    <a:pt x="36419" y="202"/>
                  </a:cubicBezTo>
                  <a:cubicBezTo>
                    <a:pt x="19906" y="202"/>
                    <a:pt x="6011" y="9717"/>
                    <a:pt x="6011" y="23078"/>
                  </a:cubicBezTo>
                  <a:cubicBezTo>
                    <a:pt x="6011" y="29151"/>
                    <a:pt x="10039" y="32593"/>
                    <a:pt x="15275" y="32593"/>
                  </a:cubicBezTo>
                  <a:cubicBezTo>
                    <a:pt x="20913" y="32593"/>
                    <a:pt x="24538" y="28544"/>
                    <a:pt x="24538" y="23280"/>
                  </a:cubicBezTo>
                  <a:cubicBezTo>
                    <a:pt x="24538" y="20851"/>
                    <a:pt x="23531" y="14171"/>
                    <a:pt x="14268" y="13968"/>
                  </a:cubicBezTo>
                  <a:cubicBezTo>
                    <a:pt x="19705" y="6883"/>
                    <a:pt x="29572" y="4656"/>
                    <a:pt x="36016" y="4656"/>
                  </a:cubicBezTo>
                  <a:cubicBezTo>
                    <a:pt x="45884" y="4656"/>
                    <a:pt x="57362" y="12551"/>
                    <a:pt x="57362" y="30568"/>
                  </a:cubicBezTo>
                  <a:lnTo>
                    <a:pt x="57362" y="38059"/>
                  </a:lnTo>
                  <a:cubicBezTo>
                    <a:pt x="47092" y="38666"/>
                    <a:pt x="32996" y="39273"/>
                    <a:pt x="20309" y="45347"/>
                  </a:cubicBezTo>
                  <a:cubicBezTo>
                    <a:pt x="5206" y="52230"/>
                    <a:pt x="172" y="62756"/>
                    <a:pt x="172" y="71664"/>
                  </a:cubicBezTo>
                  <a:cubicBezTo>
                    <a:pt x="172" y="88062"/>
                    <a:pt x="19705" y="93123"/>
                    <a:pt x="32392" y="93123"/>
                  </a:cubicBezTo>
                  <a:cubicBezTo>
                    <a:pt x="45682" y="93123"/>
                    <a:pt x="54946" y="85025"/>
                    <a:pt x="58772" y="75510"/>
                  </a:cubicBezTo>
                  <a:close/>
                  <a:moveTo>
                    <a:pt x="57362" y="42310"/>
                  </a:moveTo>
                  <a:lnTo>
                    <a:pt x="57362" y="62554"/>
                  </a:lnTo>
                  <a:cubicBezTo>
                    <a:pt x="57362" y="81786"/>
                    <a:pt x="42863" y="88669"/>
                    <a:pt x="33801" y="88669"/>
                  </a:cubicBezTo>
                  <a:cubicBezTo>
                    <a:pt x="23934" y="88669"/>
                    <a:pt x="15677" y="81583"/>
                    <a:pt x="15677" y="71461"/>
                  </a:cubicBezTo>
                  <a:cubicBezTo>
                    <a:pt x="15677" y="60327"/>
                    <a:pt x="24135" y="43525"/>
                    <a:pt x="57362" y="423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8" name="Freeform 907">
              <a:extLst>
                <a:ext uri="{FF2B5EF4-FFF2-40B4-BE49-F238E27FC236}">
                  <a16:creationId xmlns:a16="http://schemas.microsoft.com/office/drawing/2014/main" id="{B9BDE2D9-3812-D922-A379-E645E08959D3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7842012" y="6418143"/>
              <a:ext cx="92028" cy="133408"/>
            </a:xfrm>
            <a:custGeom>
              <a:avLst/>
              <a:gdLst>
                <a:gd name="connsiteX0" fmla="*/ 39243 w 92028"/>
                <a:gd name="connsiteY0" fmla="*/ 57088 h 133408"/>
                <a:gd name="connsiteX1" fmla="*/ 21724 w 92028"/>
                <a:gd name="connsiteY1" fmla="*/ 32188 h 133408"/>
                <a:gd name="connsiteX2" fmla="*/ 24946 w 92028"/>
                <a:gd name="connsiteY2" fmla="*/ 15183 h 133408"/>
                <a:gd name="connsiteX3" fmla="*/ 39243 w 92028"/>
                <a:gd name="connsiteY3" fmla="*/ 7085 h 133408"/>
                <a:gd name="connsiteX4" fmla="*/ 56763 w 92028"/>
                <a:gd name="connsiteY4" fmla="*/ 31985 h 133408"/>
                <a:gd name="connsiteX5" fmla="*/ 53541 w 92028"/>
                <a:gd name="connsiteY5" fmla="*/ 48990 h 133408"/>
                <a:gd name="connsiteX6" fmla="*/ 39243 w 92028"/>
                <a:gd name="connsiteY6" fmla="*/ 57088 h 133408"/>
                <a:gd name="connsiteX7" fmla="*/ 15884 w 92028"/>
                <a:gd name="connsiteY7" fmla="*/ 64983 h 133408"/>
                <a:gd name="connsiteX8" fmla="*/ 19307 w 92028"/>
                <a:gd name="connsiteY8" fmla="*/ 55469 h 133408"/>
                <a:gd name="connsiteX9" fmla="*/ 39243 w 92028"/>
                <a:gd name="connsiteY9" fmla="*/ 61744 h 133408"/>
                <a:gd name="connsiteX10" fmla="*/ 71866 w 92028"/>
                <a:gd name="connsiteY10" fmla="*/ 32188 h 133408"/>
                <a:gd name="connsiteX11" fmla="*/ 63610 w 92028"/>
                <a:gd name="connsiteY11" fmla="*/ 12551 h 133408"/>
                <a:gd name="connsiteX12" fmla="*/ 81734 w 92028"/>
                <a:gd name="connsiteY12" fmla="*/ 4656 h 133408"/>
                <a:gd name="connsiteX13" fmla="*/ 83747 w 92028"/>
                <a:gd name="connsiteY13" fmla="*/ 4858 h 133408"/>
                <a:gd name="connsiteX14" fmla="*/ 80525 w 92028"/>
                <a:gd name="connsiteY14" fmla="*/ 10324 h 133408"/>
                <a:gd name="connsiteX15" fmla="*/ 86365 w 92028"/>
                <a:gd name="connsiteY15" fmla="*/ 16195 h 133408"/>
                <a:gd name="connsiteX16" fmla="*/ 92205 w 92028"/>
                <a:gd name="connsiteY16" fmla="*/ 10122 h 133408"/>
                <a:gd name="connsiteX17" fmla="*/ 81935 w 92028"/>
                <a:gd name="connsiteY17" fmla="*/ 202 h 133408"/>
                <a:gd name="connsiteX18" fmla="*/ 60589 w 92028"/>
                <a:gd name="connsiteY18" fmla="*/ 9717 h 133408"/>
                <a:gd name="connsiteX19" fmla="*/ 39243 w 92028"/>
                <a:gd name="connsiteY19" fmla="*/ 2429 h 133408"/>
                <a:gd name="connsiteX20" fmla="*/ 6621 w 92028"/>
                <a:gd name="connsiteY20" fmla="*/ 31985 h 133408"/>
                <a:gd name="connsiteX21" fmla="*/ 16085 w 92028"/>
                <a:gd name="connsiteY21" fmla="*/ 52837 h 133408"/>
                <a:gd name="connsiteX22" fmla="*/ 9843 w 92028"/>
                <a:gd name="connsiteY22" fmla="*/ 69639 h 133408"/>
                <a:gd name="connsiteX23" fmla="*/ 18703 w 92028"/>
                <a:gd name="connsiteY23" fmla="*/ 87657 h 133408"/>
                <a:gd name="connsiteX24" fmla="*/ 177 w 92028"/>
                <a:gd name="connsiteY24" fmla="*/ 107901 h 133408"/>
                <a:gd name="connsiteX25" fmla="*/ 44681 w 92028"/>
                <a:gd name="connsiteY25" fmla="*/ 133611 h 133408"/>
                <a:gd name="connsiteX26" fmla="*/ 89386 w 92028"/>
                <a:gd name="connsiteY26" fmla="*/ 107496 h 133408"/>
                <a:gd name="connsiteX27" fmla="*/ 76296 w 92028"/>
                <a:gd name="connsiteY27" fmla="*/ 84418 h 133408"/>
                <a:gd name="connsiteX28" fmla="*/ 41660 w 92028"/>
                <a:gd name="connsiteY28" fmla="*/ 78749 h 133408"/>
                <a:gd name="connsiteX29" fmla="*/ 26557 w 92028"/>
                <a:gd name="connsiteY29" fmla="*/ 78547 h 133408"/>
                <a:gd name="connsiteX30" fmla="*/ 15884 w 92028"/>
                <a:gd name="connsiteY30" fmla="*/ 64983 h 133408"/>
                <a:gd name="connsiteX31" fmla="*/ 44882 w 92028"/>
                <a:gd name="connsiteY31" fmla="*/ 128955 h 133408"/>
                <a:gd name="connsiteX32" fmla="*/ 10648 w 92028"/>
                <a:gd name="connsiteY32" fmla="*/ 107901 h 133408"/>
                <a:gd name="connsiteX33" fmla="*/ 27161 w 92028"/>
                <a:gd name="connsiteY33" fmla="*/ 90491 h 133408"/>
                <a:gd name="connsiteX34" fmla="*/ 39042 w 92028"/>
                <a:gd name="connsiteY34" fmla="*/ 90491 h 133408"/>
                <a:gd name="connsiteX35" fmla="*/ 78914 w 92028"/>
                <a:gd name="connsiteY35" fmla="*/ 107901 h 133408"/>
                <a:gd name="connsiteX36" fmla="*/ 44882 w 92028"/>
                <a:gd name="connsiteY36" fmla="*/ 12895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43" y="57088"/>
                  </a:moveTo>
                  <a:cubicBezTo>
                    <a:pt x="21724" y="57088"/>
                    <a:pt x="21724" y="36844"/>
                    <a:pt x="21724" y="32188"/>
                  </a:cubicBezTo>
                  <a:cubicBezTo>
                    <a:pt x="21724" y="26722"/>
                    <a:pt x="21925" y="20244"/>
                    <a:pt x="24946" y="15183"/>
                  </a:cubicBezTo>
                  <a:cubicBezTo>
                    <a:pt x="26557" y="12754"/>
                    <a:pt x="31188" y="7085"/>
                    <a:pt x="39243" y="7085"/>
                  </a:cubicBezTo>
                  <a:cubicBezTo>
                    <a:pt x="56763" y="7085"/>
                    <a:pt x="56763" y="27329"/>
                    <a:pt x="56763" y="31985"/>
                  </a:cubicBezTo>
                  <a:cubicBezTo>
                    <a:pt x="56763" y="37451"/>
                    <a:pt x="56562" y="43929"/>
                    <a:pt x="53541" y="48990"/>
                  </a:cubicBezTo>
                  <a:cubicBezTo>
                    <a:pt x="51930" y="51420"/>
                    <a:pt x="47298" y="57088"/>
                    <a:pt x="39243" y="57088"/>
                  </a:cubicBezTo>
                  <a:close/>
                  <a:moveTo>
                    <a:pt x="15884" y="64983"/>
                  </a:moveTo>
                  <a:cubicBezTo>
                    <a:pt x="15884" y="64174"/>
                    <a:pt x="15884" y="59517"/>
                    <a:pt x="19307" y="55469"/>
                  </a:cubicBezTo>
                  <a:cubicBezTo>
                    <a:pt x="27161" y="61137"/>
                    <a:pt x="35417" y="61744"/>
                    <a:pt x="39243" y="61744"/>
                  </a:cubicBezTo>
                  <a:cubicBezTo>
                    <a:pt x="57971" y="61744"/>
                    <a:pt x="71866" y="47776"/>
                    <a:pt x="71866" y="32188"/>
                  </a:cubicBezTo>
                  <a:cubicBezTo>
                    <a:pt x="71866" y="24698"/>
                    <a:pt x="68644" y="17207"/>
                    <a:pt x="63610" y="12551"/>
                  </a:cubicBezTo>
                  <a:cubicBezTo>
                    <a:pt x="70859" y="5668"/>
                    <a:pt x="78109" y="4656"/>
                    <a:pt x="81734" y="4656"/>
                  </a:cubicBezTo>
                  <a:cubicBezTo>
                    <a:pt x="82136" y="4656"/>
                    <a:pt x="83143" y="4656"/>
                    <a:pt x="83747" y="4858"/>
                  </a:cubicBezTo>
                  <a:cubicBezTo>
                    <a:pt x="81532" y="5668"/>
                    <a:pt x="80525" y="7895"/>
                    <a:pt x="80525" y="10324"/>
                  </a:cubicBezTo>
                  <a:cubicBezTo>
                    <a:pt x="80525" y="13766"/>
                    <a:pt x="83143" y="16195"/>
                    <a:pt x="86365" y="16195"/>
                  </a:cubicBezTo>
                  <a:cubicBezTo>
                    <a:pt x="88379" y="16195"/>
                    <a:pt x="92205" y="14778"/>
                    <a:pt x="92205" y="10122"/>
                  </a:cubicBezTo>
                  <a:cubicBezTo>
                    <a:pt x="92205" y="6680"/>
                    <a:pt x="89789" y="202"/>
                    <a:pt x="81935" y="202"/>
                  </a:cubicBezTo>
                  <a:cubicBezTo>
                    <a:pt x="77907" y="202"/>
                    <a:pt x="69047" y="1417"/>
                    <a:pt x="60589" y="9717"/>
                  </a:cubicBezTo>
                  <a:cubicBezTo>
                    <a:pt x="52131" y="3036"/>
                    <a:pt x="43674" y="2429"/>
                    <a:pt x="39243" y="2429"/>
                  </a:cubicBezTo>
                  <a:cubicBezTo>
                    <a:pt x="20515" y="2429"/>
                    <a:pt x="6621" y="16398"/>
                    <a:pt x="6621" y="31985"/>
                  </a:cubicBezTo>
                  <a:cubicBezTo>
                    <a:pt x="6621" y="40893"/>
                    <a:pt x="11051" y="48586"/>
                    <a:pt x="16085" y="52837"/>
                  </a:cubicBezTo>
                  <a:cubicBezTo>
                    <a:pt x="13467" y="55873"/>
                    <a:pt x="9843" y="62554"/>
                    <a:pt x="9843" y="69639"/>
                  </a:cubicBezTo>
                  <a:cubicBezTo>
                    <a:pt x="9843" y="75915"/>
                    <a:pt x="12460" y="83608"/>
                    <a:pt x="18703" y="87657"/>
                  </a:cubicBezTo>
                  <a:cubicBezTo>
                    <a:pt x="6621" y="91098"/>
                    <a:pt x="177" y="99803"/>
                    <a:pt x="177" y="107901"/>
                  </a:cubicBezTo>
                  <a:cubicBezTo>
                    <a:pt x="177" y="122477"/>
                    <a:pt x="20113" y="133611"/>
                    <a:pt x="44681" y="133611"/>
                  </a:cubicBezTo>
                  <a:cubicBezTo>
                    <a:pt x="68443" y="133611"/>
                    <a:pt x="89386" y="123286"/>
                    <a:pt x="89386" y="107496"/>
                  </a:cubicBezTo>
                  <a:cubicBezTo>
                    <a:pt x="89386" y="100410"/>
                    <a:pt x="86567" y="90086"/>
                    <a:pt x="76296" y="84418"/>
                  </a:cubicBezTo>
                  <a:cubicBezTo>
                    <a:pt x="65624" y="78749"/>
                    <a:pt x="53944" y="78749"/>
                    <a:pt x="41660" y="78749"/>
                  </a:cubicBezTo>
                  <a:cubicBezTo>
                    <a:pt x="36626" y="78749"/>
                    <a:pt x="27966" y="78749"/>
                    <a:pt x="26557" y="78547"/>
                  </a:cubicBezTo>
                  <a:cubicBezTo>
                    <a:pt x="20113" y="77737"/>
                    <a:pt x="15884" y="71461"/>
                    <a:pt x="15884" y="64983"/>
                  </a:cubicBezTo>
                  <a:close/>
                  <a:moveTo>
                    <a:pt x="44882" y="128955"/>
                  </a:moveTo>
                  <a:cubicBezTo>
                    <a:pt x="24543" y="128955"/>
                    <a:pt x="10648" y="118630"/>
                    <a:pt x="10648" y="107901"/>
                  </a:cubicBezTo>
                  <a:cubicBezTo>
                    <a:pt x="10648" y="98588"/>
                    <a:pt x="18300" y="91098"/>
                    <a:pt x="27161" y="90491"/>
                  </a:cubicBezTo>
                  <a:lnTo>
                    <a:pt x="39042" y="90491"/>
                  </a:lnTo>
                  <a:cubicBezTo>
                    <a:pt x="56360" y="90491"/>
                    <a:pt x="78914" y="90491"/>
                    <a:pt x="78914" y="107901"/>
                  </a:cubicBezTo>
                  <a:cubicBezTo>
                    <a:pt x="78914" y="118833"/>
                    <a:pt x="64617" y="128955"/>
                    <a:pt x="44882" y="12895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09" name="Freeform 908">
              <a:extLst>
                <a:ext uri="{FF2B5EF4-FFF2-40B4-BE49-F238E27FC236}">
                  <a16:creationId xmlns:a16="http://schemas.microsoft.com/office/drawing/2014/main" id="{6FED8A9A-4BEE-E1E5-3FF8-DAB1D8F33325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7942700" y="6420370"/>
              <a:ext cx="67662" cy="89478"/>
            </a:xfrm>
            <a:custGeom>
              <a:avLst/>
              <a:gdLst>
                <a:gd name="connsiteX0" fmla="*/ 28173 w 67662"/>
                <a:gd name="connsiteY0" fmla="*/ 22471 h 89478"/>
                <a:gd name="connsiteX1" fmla="*/ 28173 w 67662"/>
                <a:gd name="connsiteY1" fmla="*/ 202 h 89478"/>
                <a:gd name="connsiteX2" fmla="*/ 182 w 67662"/>
                <a:gd name="connsiteY2" fmla="*/ 2429 h 89478"/>
                <a:gd name="connsiteX3" fmla="*/ 182 w 67662"/>
                <a:gd name="connsiteY3" fmla="*/ 8705 h 89478"/>
                <a:gd name="connsiteX4" fmla="*/ 15889 w 67662"/>
                <a:gd name="connsiteY4" fmla="*/ 20041 h 89478"/>
                <a:gd name="connsiteX5" fmla="*/ 15889 w 67662"/>
                <a:gd name="connsiteY5" fmla="*/ 74296 h 89478"/>
                <a:gd name="connsiteX6" fmla="*/ 182 w 67662"/>
                <a:gd name="connsiteY6" fmla="*/ 83405 h 89478"/>
                <a:gd name="connsiteX7" fmla="*/ 182 w 67662"/>
                <a:gd name="connsiteY7" fmla="*/ 89681 h 89478"/>
                <a:gd name="connsiteX8" fmla="*/ 23138 w 67662"/>
                <a:gd name="connsiteY8" fmla="*/ 89074 h 89478"/>
                <a:gd name="connsiteX9" fmla="*/ 48713 w 67662"/>
                <a:gd name="connsiteY9" fmla="*/ 89681 h 89478"/>
                <a:gd name="connsiteX10" fmla="*/ 48713 w 67662"/>
                <a:gd name="connsiteY10" fmla="*/ 83405 h 89478"/>
                <a:gd name="connsiteX11" fmla="*/ 44484 w 67662"/>
                <a:gd name="connsiteY11" fmla="*/ 83405 h 89478"/>
                <a:gd name="connsiteX12" fmla="*/ 29180 w 67662"/>
                <a:gd name="connsiteY12" fmla="*/ 73891 h 89478"/>
                <a:gd name="connsiteX13" fmla="*/ 29180 w 67662"/>
                <a:gd name="connsiteY13" fmla="*/ 42715 h 89478"/>
                <a:gd name="connsiteX14" fmla="*/ 52942 w 67662"/>
                <a:gd name="connsiteY14" fmla="*/ 4656 h 89478"/>
                <a:gd name="connsiteX15" fmla="*/ 55157 w 67662"/>
                <a:gd name="connsiteY15" fmla="*/ 4858 h 89478"/>
                <a:gd name="connsiteX16" fmla="*/ 50525 w 67662"/>
                <a:gd name="connsiteY16" fmla="*/ 12754 h 89478"/>
                <a:gd name="connsiteX17" fmla="*/ 59185 w 67662"/>
                <a:gd name="connsiteY17" fmla="*/ 21459 h 89478"/>
                <a:gd name="connsiteX18" fmla="*/ 67844 w 67662"/>
                <a:gd name="connsiteY18" fmla="*/ 12551 h 89478"/>
                <a:gd name="connsiteX19" fmla="*/ 52942 w 67662"/>
                <a:gd name="connsiteY19" fmla="*/ 202 h 89478"/>
                <a:gd name="connsiteX20" fmla="*/ 28173 w 67662"/>
                <a:gd name="connsiteY20" fmla="*/ 224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173" y="22471"/>
                  </a:moveTo>
                  <a:lnTo>
                    <a:pt x="28173" y="202"/>
                  </a:lnTo>
                  <a:lnTo>
                    <a:pt x="182" y="2429"/>
                  </a:lnTo>
                  <a:lnTo>
                    <a:pt x="182" y="8705"/>
                  </a:lnTo>
                  <a:cubicBezTo>
                    <a:pt x="14278" y="8705"/>
                    <a:pt x="15889" y="10122"/>
                    <a:pt x="15889" y="20041"/>
                  </a:cubicBezTo>
                  <a:lnTo>
                    <a:pt x="15889" y="74296"/>
                  </a:lnTo>
                  <a:cubicBezTo>
                    <a:pt x="15889" y="83405"/>
                    <a:pt x="13674" y="83405"/>
                    <a:pt x="182" y="83405"/>
                  </a:cubicBezTo>
                  <a:lnTo>
                    <a:pt x="182" y="89681"/>
                  </a:lnTo>
                  <a:cubicBezTo>
                    <a:pt x="8035" y="89479"/>
                    <a:pt x="17500" y="89074"/>
                    <a:pt x="23138" y="89074"/>
                  </a:cubicBezTo>
                  <a:cubicBezTo>
                    <a:pt x="31193" y="89074"/>
                    <a:pt x="40658" y="89074"/>
                    <a:pt x="48713" y="89681"/>
                  </a:cubicBezTo>
                  <a:lnTo>
                    <a:pt x="48713" y="83405"/>
                  </a:lnTo>
                  <a:lnTo>
                    <a:pt x="44484" y="83405"/>
                  </a:lnTo>
                  <a:cubicBezTo>
                    <a:pt x="29582" y="83405"/>
                    <a:pt x="29180" y="81179"/>
                    <a:pt x="29180" y="73891"/>
                  </a:cubicBezTo>
                  <a:lnTo>
                    <a:pt x="29180" y="42715"/>
                  </a:lnTo>
                  <a:cubicBezTo>
                    <a:pt x="29180" y="22673"/>
                    <a:pt x="37637" y="4656"/>
                    <a:pt x="52942" y="4656"/>
                  </a:cubicBezTo>
                  <a:cubicBezTo>
                    <a:pt x="54352" y="4656"/>
                    <a:pt x="54754" y="4656"/>
                    <a:pt x="55157" y="4858"/>
                  </a:cubicBezTo>
                  <a:cubicBezTo>
                    <a:pt x="54553" y="5061"/>
                    <a:pt x="50525" y="7490"/>
                    <a:pt x="50525" y="12754"/>
                  </a:cubicBezTo>
                  <a:cubicBezTo>
                    <a:pt x="50525" y="18422"/>
                    <a:pt x="54754" y="21459"/>
                    <a:pt x="59185" y="21459"/>
                  </a:cubicBezTo>
                  <a:cubicBezTo>
                    <a:pt x="62809" y="21459"/>
                    <a:pt x="67844" y="19029"/>
                    <a:pt x="67844" y="12551"/>
                  </a:cubicBezTo>
                  <a:cubicBezTo>
                    <a:pt x="67844" y="6073"/>
                    <a:pt x="61601" y="202"/>
                    <a:pt x="52942" y="202"/>
                  </a:cubicBezTo>
                  <a:cubicBezTo>
                    <a:pt x="38242" y="202"/>
                    <a:pt x="30992" y="13766"/>
                    <a:pt x="28173" y="224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0" name="Freeform 909">
              <a:extLst>
                <a:ext uri="{FF2B5EF4-FFF2-40B4-BE49-F238E27FC236}">
                  <a16:creationId xmlns:a16="http://schemas.microsoft.com/office/drawing/2014/main" id="{69A18C24-491A-7536-4D06-4118D1B4978D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8024392" y="6419155"/>
              <a:ext cx="90820" cy="92920"/>
            </a:xfrm>
            <a:custGeom>
              <a:avLst/>
              <a:gdLst>
                <a:gd name="connsiteX0" fmla="*/ 58786 w 90820"/>
                <a:gd name="connsiteY0" fmla="*/ 75510 h 92920"/>
                <a:gd name="connsiteX1" fmla="*/ 74493 w 90820"/>
                <a:gd name="connsiteY1" fmla="*/ 92110 h 92920"/>
                <a:gd name="connsiteX2" fmla="*/ 91006 w 90820"/>
                <a:gd name="connsiteY2" fmla="*/ 72879 h 92920"/>
                <a:gd name="connsiteX3" fmla="*/ 91006 w 90820"/>
                <a:gd name="connsiteY3" fmla="*/ 61542 h 92920"/>
                <a:gd name="connsiteX4" fmla="*/ 85971 w 90820"/>
                <a:gd name="connsiteY4" fmla="*/ 61542 h 92920"/>
                <a:gd name="connsiteX5" fmla="*/ 85971 w 90820"/>
                <a:gd name="connsiteY5" fmla="*/ 72879 h 92920"/>
                <a:gd name="connsiteX6" fmla="*/ 78722 w 90820"/>
                <a:gd name="connsiteY6" fmla="*/ 85835 h 92920"/>
                <a:gd name="connsiteX7" fmla="*/ 71271 w 90820"/>
                <a:gd name="connsiteY7" fmla="*/ 75713 h 92920"/>
                <a:gd name="connsiteX8" fmla="*/ 71271 w 90820"/>
                <a:gd name="connsiteY8" fmla="*/ 35225 h 92920"/>
                <a:gd name="connsiteX9" fmla="*/ 64021 w 90820"/>
                <a:gd name="connsiteY9" fmla="*/ 11336 h 92920"/>
                <a:gd name="connsiteX10" fmla="*/ 36433 w 90820"/>
                <a:gd name="connsiteY10" fmla="*/ 202 h 92920"/>
                <a:gd name="connsiteX11" fmla="*/ 6025 w 90820"/>
                <a:gd name="connsiteY11" fmla="*/ 23078 h 92920"/>
                <a:gd name="connsiteX12" fmla="*/ 15289 w 90820"/>
                <a:gd name="connsiteY12" fmla="*/ 32593 h 92920"/>
                <a:gd name="connsiteX13" fmla="*/ 24552 w 90820"/>
                <a:gd name="connsiteY13" fmla="*/ 23280 h 92920"/>
                <a:gd name="connsiteX14" fmla="*/ 14282 w 90820"/>
                <a:gd name="connsiteY14" fmla="*/ 13968 h 92920"/>
                <a:gd name="connsiteX15" fmla="*/ 36030 w 90820"/>
                <a:gd name="connsiteY15" fmla="*/ 4656 h 92920"/>
                <a:gd name="connsiteX16" fmla="*/ 57376 w 90820"/>
                <a:gd name="connsiteY16" fmla="*/ 30568 h 92920"/>
                <a:gd name="connsiteX17" fmla="*/ 57376 w 90820"/>
                <a:gd name="connsiteY17" fmla="*/ 38059 h 92920"/>
                <a:gd name="connsiteX18" fmla="*/ 20323 w 90820"/>
                <a:gd name="connsiteY18" fmla="*/ 45347 h 92920"/>
                <a:gd name="connsiteX19" fmla="*/ 185 w 90820"/>
                <a:gd name="connsiteY19" fmla="*/ 71664 h 92920"/>
                <a:gd name="connsiteX20" fmla="*/ 32406 w 90820"/>
                <a:gd name="connsiteY20" fmla="*/ 93123 h 92920"/>
                <a:gd name="connsiteX21" fmla="*/ 58786 w 90820"/>
                <a:gd name="connsiteY21" fmla="*/ 75510 h 92920"/>
                <a:gd name="connsiteX22" fmla="*/ 57376 w 90820"/>
                <a:gd name="connsiteY22" fmla="*/ 42310 h 92920"/>
                <a:gd name="connsiteX23" fmla="*/ 57376 w 90820"/>
                <a:gd name="connsiteY23" fmla="*/ 62554 h 92920"/>
                <a:gd name="connsiteX24" fmla="*/ 33815 w 90820"/>
                <a:gd name="connsiteY24" fmla="*/ 88669 h 92920"/>
                <a:gd name="connsiteX25" fmla="*/ 15691 w 90820"/>
                <a:gd name="connsiteY25" fmla="*/ 71461 h 92920"/>
                <a:gd name="connsiteX26" fmla="*/ 57376 w 90820"/>
                <a:gd name="connsiteY26" fmla="*/ 42310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820" h="92920">
                  <a:moveTo>
                    <a:pt x="58786" y="75510"/>
                  </a:moveTo>
                  <a:cubicBezTo>
                    <a:pt x="59591" y="83608"/>
                    <a:pt x="65028" y="92110"/>
                    <a:pt x="74493" y="92110"/>
                  </a:cubicBezTo>
                  <a:cubicBezTo>
                    <a:pt x="78722" y="92110"/>
                    <a:pt x="91006" y="89276"/>
                    <a:pt x="91006" y="72879"/>
                  </a:cubicBezTo>
                  <a:lnTo>
                    <a:pt x="91006" y="61542"/>
                  </a:lnTo>
                  <a:lnTo>
                    <a:pt x="85971" y="61542"/>
                  </a:lnTo>
                  <a:lnTo>
                    <a:pt x="85971" y="72879"/>
                  </a:lnTo>
                  <a:cubicBezTo>
                    <a:pt x="85971" y="84620"/>
                    <a:pt x="80937" y="85835"/>
                    <a:pt x="78722" y="85835"/>
                  </a:cubicBezTo>
                  <a:cubicBezTo>
                    <a:pt x="72076" y="85835"/>
                    <a:pt x="71271" y="76725"/>
                    <a:pt x="71271" y="75713"/>
                  </a:cubicBezTo>
                  <a:lnTo>
                    <a:pt x="71271" y="35225"/>
                  </a:lnTo>
                  <a:cubicBezTo>
                    <a:pt x="71271" y="26722"/>
                    <a:pt x="71271" y="18827"/>
                    <a:pt x="64021" y="11336"/>
                  </a:cubicBezTo>
                  <a:cubicBezTo>
                    <a:pt x="56168" y="3441"/>
                    <a:pt x="46099" y="202"/>
                    <a:pt x="36433" y="202"/>
                  </a:cubicBezTo>
                  <a:cubicBezTo>
                    <a:pt x="19920" y="202"/>
                    <a:pt x="6025" y="9717"/>
                    <a:pt x="6025" y="23078"/>
                  </a:cubicBezTo>
                  <a:cubicBezTo>
                    <a:pt x="6025" y="29151"/>
                    <a:pt x="10053" y="32593"/>
                    <a:pt x="15289" y="32593"/>
                  </a:cubicBezTo>
                  <a:cubicBezTo>
                    <a:pt x="20927" y="32593"/>
                    <a:pt x="24552" y="28544"/>
                    <a:pt x="24552" y="23280"/>
                  </a:cubicBezTo>
                  <a:cubicBezTo>
                    <a:pt x="24552" y="20851"/>
                    <a:pt x="23545" y="14171"/>
                    <a:pt x="14282" y="13968"/>
                  </a:cubicBezTo>
                  <a:cubicBezTo>
                    <a:pt x="19719" y="6883"/>
                    <a:pt x="29586" y="4656"/>
                    <a:pt x="36030" y="4656"/>
                  </a:cubicBezTo>
                  <a:cubicBezTo>
                    <a:pt x="45898" y="4656"/>
                    <a:pt x="57376" y="12551"/>
                    <a:pt x="57376" y="30568"/>
                  </a:cubicBezTo>
                  <a:lnTo>
                    <a:pt x="57376" y="38059"/>
                  </a:lnTo>
                  <a:cubicBezTo>
                    <a:pt x="47106" y="38666"/>
                    <a:pt x="33010" y="39273"/>
                    <a:pt x="20323" y="45347"/>
                  </a:cubicBezTo>
                  <a:cubicBezTo>
                    <a:pt x="5220" y="52230"/>
                    <a:pt x="185" y="62756"/>
                    <a:pt x="185" y="71664"/>
                  </a:cubicBezTo>
                  <a:cubicBezTo>
                    <a:pt x="185" y="88062"/>
                    <a:pt x="19719" y="93123"/>
                    <a:pt x="32406" y="93123"/>
                  </a:cubicBezTo>
                  <a:cubicBezTo>
                    <a:pt x="45696" y="93123"/>
                    <a:pt x="54960" y="85025"/>
                    <a:pt x="58786" y="75510"/>
                  </a:cubicBezTo>
                  <a:close/>
                  <a:moveTo>
                    <a:pt x="57376" y="42310"/>
                  </a:moveTo>
                  <a:lnTo>
                    <a:pt x="57376" y="62554"/>
                  </a:lnTo>
                  <a:cubicBezTo>
                    <a:pt x="57376" y="81786"/>
                    <a:pt x="42877" y="88669"/>
                    <a:pt x="33815" y="88669"/>
                  </a:cubicBezTo>
                  <a:cubicBezTo>
                    <a:pt x="23948" y="88669"/>
                    <a:pt x="15691" y="81583"/>
                    <a:pt x="15691" y="71461"/>
                  </a:cubicBezTo>
                  <a:cubicBezTo>
                    <a:pt x="15691" y="60327"/>
                    <a:pt x="24149" y="43525"/>
                    <a:pt x="57376" y="42310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1" name="Freeform 910">
              <a:extLst>
                <a:ext uri="{FF2B5EF4-FFF2-40B4-BE49-F238E27FC236}">
                  <a16:creationId xmlns:a16="http://schemas.microsoft.com/office/drawing/2014/main" id="{EB72CDBA-BB63-536C-BEC0-718530D71989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8123066" y="6420370"/>
              <a:ext cx="101291" cy="89478"/>
            </a:xfrm>
            <a:custGeom>
              <a:avLst/>
              <a:gdLst>
                <a:gd name="connsiteX0" fmla="*/ 15898 w 101291"/>
                <a:gd name="connsiteY0" fmla="*/ 20041 h 89478"/>
                <a:gd name="connsiteX1" fmla="*/ 15898 w 101291"/>
                <a:gd name="connsiteY1" fmla="*/ 74296 h 89478"/>
                <a:gd name="connsiteX2" fmla="*/ 190 w 101291"/>
                <a:gd name="connsiteY2" fmla="*/ 83405 h 89478"/>
                <a:gd name="connsiteX3" fmla="*/ 190 w 101291"/>
                <a:gd name="connsiteY3" fmla="*/ 89681 h 89478"/>
                <a:gd name="connsiteX4" fmla="*/ 22946 w 101291"/>
                <a:gd name="connsiteY4" fmla="*/ 89074 h 89478"/>
                <a:gd name="connsiteX5" fmla="*/ 45500 w 101291"/>
                <a:gd name="connsiteY5" fmla="*/ 89681 h 89478"/>
                <a:gd name="connsiteX6" fmla="*/ 45500 w 101291"/>
                <a:gd name="connsiteY6" fmla="*/ 83405 h 89478"/>
                <a:gd name="connsiteX7" fmla="*/ 29793 w 101291"/>
                <a:gd name="connsiteY7" fmla="*/ 74296 h 89478"/>
                <a:gd name="connsiteX8" fmla="*/ 29793 w 101291"/>
                <a:gd name="connsiteY8" fmla="*/ 37046 h 89478"/>
                <a:gd name="connsiteX9" fmla="*/ 56978 w 101291"/>
                <a:gd name="connsiteY9" fmla="*/ 4656 h 89478"/>
                <a:gd name="connsiteX10" fmla="*/ 71880 w 101291"/>
                <a:gd name="connsiteY10" fmla="*/ 27127 h 89478"/>
                <a:gd name="connsiteX11" fmla="*/ 71880 w 101291"/>
                <a:gd name="connsiteY11" fmla="*/ 74296 h 89478"/>
                <a:gd name="connsiteX12" fmla="*/ 56173 w 101291"/>
                <a:gd name="connsiteY12" fmla="*/ 83405 h 89478"/>
                <a:gd name="connsiteX13" fmla="*/ 56173 w 101291"/>
                <a:gd name="connsiteY13" fmla="*/ 89681 h 89478"/>
                <a:gd name="connsiteX14" fmla="*/ 78928 w 101291"/>
                <a:gd name="connsiteY14" fmla="*/ 89074 h 89478"/>
                <a:gd name="connsiteX15" fmla="*/ 101482 w 101291"/>
                <a:gd name="connsiteY15" fmla="*/ 89681 h 89478"/>
                <a:gd name="connsiteX16" fmla="*/ 101482 w 101291"/>
                <a:gd name="connsiteY16" fmla="*/ 83405 h 89478"/>
                <a:gd name="connsiteX17" fmla="*/ 85775 w 101291"/>
                <a:gd name="connsiteY17" fmla="*/ 77332 h 89478"/>
                <a:gd name="connsiteX18" fmla="*/ 85775 w 101291"/>
                <a:gd name="connsiteY18" fmla="*/ 38666 h 89478"/>
                <a:gd name="connsiteX19" fmla="*/ 79532 w 101291"/>
                <a:gd name="connsiteY19" fmla="*/ 7693 h 89478"/>
                <a:gd name="connsiteX20" fmla="*/ 58388 w 101291"/>
                <a:gd name="connsiteY20" fmla="*/ 202 h 89478"/>
                <a:gd name="connsiteX21" fmla="*/ 28584 w 101291"/>
                <a:gd name="connsiteY21" fmla="*/ 21459 h 89478"/>
                <a:gd name="connsiteX22" fmla="*/ 28584 w 101291"/>
                <a:gd name="connsiteY22" fmla="*/ 202 h 89478"/>
                <a:gd name="connsiteX23" fmla="*/ 190 w 101291"/>
                <a:gd name="connsiteY23" fmla="*/ 2429 h 89478"/>
                <a:gd name="connsiteX24" fmla="*/ 190 w 101291"/>
                <a:gd name="connsiteY24" fmla="*/ 8705 h 89478"/>
                <a:gd name="connsiteX25" fmla="*/ 15898 w 101291"/>
                <a:gd name="connsiteY25" fmla="*/ 2004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1291" h="89478">
                  <a:moveTo>
                    <a:pt x="15898" y="20041"/>
                  </a:moveTo>
                  <a:lnTo>
                    <a:pt x="15898" y="74296"/>
                  </a:lnTo>
                  <a:cubicBezTo>
                    <a:pt x="15898" y="83405"/>
                    <a:pt x="13683" y="83405"/>
                    <a:pt x="190" y="83405"/>
                  </a:cubicBezTo>
                  <a:lnTo>
                    <a:pt x="190" y="89681"/>
                  </a:lnTo>
                  <a:cubicBezTo>
                    <a:pt x="7239" y="89479"/>
                    <a:pt x="17509" y="89074"/>
                    <a:pt x="22946" y="89074"/>
                  </a:cubicBezTo>
                  <a:cubicBezTo>
                    <a:pt x="28182" y="89074"/>
                    <a:pt x="38653" y="89479"/>
                    <a:pt x="45500" y="89681"/>
                  </a:cubicBezTo>
                  <a:lnTo>
                    <a:pt x="45500" y="83405"/>
                  </a:lnTo>
                  <a:cubicBezTo>
                    <a:pt x="32008" y="83405"/>
                    <a:pt x="29793" y="83405"/>
                    <a:pt x="29793" y="74296"/>
                  </a:cubicBezTo>
                  <a:lnTo>
                    <a:pt x="29793" y="37046"/>
                  </a:lnTo>
                  <a:cubicBezTo>
                    <a:pt x="29793" y="15993"/>
                    <a:pt x="44090" y="4656"/>
                    <a:pt x="56978" y="4656"/>
                  </a:cubicBezTo>
                  <a:cubicBezTo>
                    <a:pt x="69665" y="4656"/>
                    <a:pt x="71880" y="15588"/>
                    <a:pt x="71880" y="27127"/>
                  </a:cubicBezTo>
                  <a:lnTo>
                    <a:pt x="71880" y="74296"/>
                  </a:lnTo>
                  <a:cubicBezTo>
                    <a:pt x="71880" y="83405"/>
                    <a:pt x="69665" y="83405"/>
                    <a:pt x="56173" y="83405"/>
                  </a:cubicBezTo>
                  <a:lnTo>
                    <a:pt x="56173" y="89681"/>
                  </a:lnTo>
                  <a:cubicBezTo>
                    <a:pt x="63221" y="89479"/>
                    <a:pt x="73491" y="89074"/>
                    <a:pt x="78928" y="89074"/>
                  </a:cubicBezTo>
                  <a:cubicBezTo>
                    <a:pt x="84164" y="89074"/>
                    <a:pt x="94636" y="89479"/>
                    <a:pt x="101482" y="89681"/>
                  </a:cubicBezTo>
                  <a:lnTo>
                    <a:pt x="101482" y="83405"/>
                  </a:lnTo>
                  <a:cubicBezTo>
                    <a:pt x="91011" y="83405"/>
                    <a:pt x="85976" y="83405"/>
                    <a:pt x="85775" y="77332"/>
                  </a:cubicBezTo>
                  <a:lnTo>
                    <a:pt x="85775" y="38666"/>
                  </a:lnTo>
                  <a:cubicBezTo>
                    <a:pt x="85775" y="21256"/>
                    <a:pt x="85775" y="14980"/>
                    <a:pt x="79532" y="7693"/>
                  </a:cubicBezTo>
                  <a:cubicBezTo>
                    <a:pt x="76713" y="4251"/>
                    <a:pt x="70068" y="202"/>
                    <a:pt x="58388" y="202"/>
                  </a:cubicBezTo>
                  <a:cubicBezTo>
                    <a:pt x="43688" y="202"/>
                    <a:pt x="34223" y="8907"/>
                    <a:pt x="28584" y="21459"/>
                  </a:cubicBezTo>
                  <a:lnTo>
                    <a:pt x="28584" y="202"/>
                  </a:lnTo>
                  <a:lnTo>
                    <a:pt x="190" y="2429"/>
                  </a:lnTo>
                  <a:lnTo>
                    <a:pt x="190" y="8705"/>
                  </a:lnTo>
                  <a:cubicBezTo>
                    <a:pt x="14287" y="8705"/>
                    <a:pt x="15898" y="10122"/>
                    <a:pt x="15898" y="2004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587FCF05-A159-986C-AA30-DA502FC59489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8234136" y="6418143"/>
              <a:ext cx="92028" cy="133408"/>
            </a:xfrm>
            <a:custGeom>
              <a:avLst/>
              <a:gdLst>
                <a:gd name="connsiteX0" fmla="*/ 39263 w 92028"/>
                <a:gd name="connsiteY0" fmla="*/ 57088 h 133408"/>
                <a:gd name="connsiteX1" fmla="*/ 21743 w 92028"/>
                <a:gd name="connsiteY1" fmla="*/ 32188 h 133408"/>
                <a:gd name="connsiteX2" fmla="*/ 24965 w 92028"/>
                <a:gd name="connsiteY2" fmla="*/ 15183 h 133408"/>
                <a:gd name="connsiteX3" fmla="*/ 39263 w 92028"/>
                <a:gd name="connsiteY3" fmla="*/ 7085 h 133408"/>
                <a:gd name="connsiteX4" fmla="*/ 56782 w 92028"/>
                <a:gd name="connsiteY4" fmla="*/ 31985 h 133408"/>
                <a:gd name="connsiteX5" fmla="*/ 53560 w 92028"/>
                <a:gd name="connsiteY5" fmla="*/ 48990 h 133408"/>
                <a:gd name="connsiteX6" fmla="*/ 39263 w 92028"/>
                <a:gd name="connsiteY6" fmla="*/ 57088 h 133408"/>
                <a:gd name="connsiteX7" fmla="*/ 15903 w 92028"/>
                <a:gd name="connsiteY7" fmla="*/ 64983 h 133408"/>
                <a:gd name="connsiteX8" fmla="*/ 19327 w 92028"/>
                <a:gd name="connsiteY8" fmla="*/ 55469 h 133408"/>
                <a:gd name="connsiteX9" fmla="*/ 39263 w 92028"/>
                <a:gd name="connsiteY9" fmla="*/ 61744 h 133408"/>
                <a:gd name="connsiteX10" fmla="*/ 71886 w 92028"/>
                <a:gd name="connsiteY10" fmla="*/ 32188 h 133408"/>
                <a:gd name="connsiteX11" fmla="*/ 63629 w 92028"/>
                <a:gd name="connsiteY11" fmla="*/ 12551 h 133408"/>
                <a:gd name="connsiteX12" fmla="*/ 81753 w 92028"/>
                <a:gd name="connsiteY12" fmla="*/ 4656 h 133408"/>
                <a:gd name="connsiteX13" fmla="*/ 83767 w 92028"/>
                <a:gd name="connsiteY13" fmla="*/ 4858 h 133408"/>
                <a:gd name="connsiteX14" fmla="*/ 80545 w 92028"/>
                <a:gd name="connsiteY14" fmla="*/ 10324 h 133408"/>
                <a:gd name="connsiteX15" fmla="*/ 86385 w 92028"/>
                <a:gd name="connsiteY15" fmla="*/ 16195 h 133408"/>
                <a:gd name="connsiteX16" fmla="*/ 92225 w 92028"/>
                <a:gd name="connsiteY16" fmla="*/ 10122 h 133408"/>
                <a:gd name="connsiteX17" fmla="*/ 81954 w 92028"/>
                <a:gd name="connsiteY17" fmla="*/ 202 h 133408"/>
                <a:gd name="connsiteX18" fmla="*/ 60609 w 92028"/>
                <a:gd name="connsiteY18" fmla="*/ 9717 h 133408"/>
                <a:gd name="connsiteX19" fmla="*/ 39263 w 92028"/>
                <a:gd name="connsiteY19" fmla="*/ 2429 h 133408"/>
                <a:gd name="connsiteX20" fmla="*/ 6640 w 92028"/>
                <a:gd name="connsiteY20" fmla="*/ 31985 h 133408"/>
                <a:gd name="connsiteX21" fmla="*/ 16105 w 92028"/>
                <a:gd name="connsiteY21" fmla="*/ 52837 h 133408"/>
                <a:gd name="connsiteX22" fmla="*/ 9862 w 92028"/>
                <a:gd name="connsiteY22" fmla="*/ 69639 h 133408"/>
                <a:gd name="connsiteX23" fmla="*/ 18723 w 92028"/>
                <a:gd name="connsiteY23" fmla="*/ 87657 h 133408"/>
                <a:gd name="connsiteX24" fmla="*/ 196 w 92028"/>
                <a:gd name="connsiteY24" fmla="*/ 107901 h 133408"/>
                <a:gd name="connsiteX25" fmla="*/ 44700 w 92028"/>
                <a:gd name="connsiteY25" fmla="*/ 133611 h 133408"/>
                <a:gd name="connsiteX26" fmla="*/ 89405 w 92028"/>
                <a:gd name="connsiteY26" fmla="*/ 107496 h 133408"/>
                <a:gd name="connsiteX27" fmla="*/ 76316 w 92028"/>
                <a:gd name="connsiteY27" fmla="*/ 84418 h 133408"/>
                <a:gd name="connsiteX28" fmla="*/ 41679 w 92028"/>
                <a:gd name="connsiteY28" fmla="*/ 78749 h 133408"/>
                <a:gd name="connsiteX29" fmla="*/ 26576 w 92028"/>
                <a:gd name="connsiteY29" fmla="*/ 78547 h 133408"/>
                <a:gd name="connsiteX30" fmla="*/ 15903 w 92028"/>
                <a:gd name="connsiteY30" fmla="*/ 64983 h 133408"/>
                <a:gd name="connsiteX31" fmla="*/ 44901 w 92028"/>
                <a:gd name="connsiteY31" fmla="*/ 128955 h 133408"/>
                <a:gd name="connsiteX32" fmla="*/ 10667 w 92028"/>
                <a:gd name="connsiteY32" fmla="*/ 107901 h 133408"/>
                <a:gd name="connsiteX33" fmla="*/ 27180 w 92028"/>
                <a:gd name="connsiteY33" fmla="*/ 90491 h 133408"/>
                <a:gd name="connsiteX34" fmla="*/ 39061 w 92028"/>
                <a:gd name="connsiteY34" fmla="*/ 90491 h 133408"/>
                <a:gd name="connsiteX35" fmla="*/ 78934 w 92028"/>
                <a:gd name="connsiteY35" fmla="*/ 107901 h 133408"/>
                <a:gd name="connsiteX36" fmla="*/ 44901 w 92028"/>
                <a:gd name="connsiteY36" fmla="*/ 128955 h 13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92028" h="133408">
                  <a:moveTo>
                    <a:pt x="39263" y="57088"/>
                  </a:moveTo>
                  <a:cubicBezTo>
                    <a:pt x="21743" y="57088"/>
                    <a:pt x="21743" y="36844"/>
                    <a:pt x="21743" y="32188"/>
                  </a:cubicBezTo>
                  <a:cubicBezTo>
                    <a:pt x="21743" y="26722"/>
                    <a:pt x="21945" y="20244"/>
                    <a:pt x="24965" y="15183"/>
                  </a:cubicBezTo>
                  <a:cubicBezTo>
                    <a:pt x="26576" y="12754"/>
                    <a:pt x="31208" y="7085"/>
                    <a:pt x="39263" y="7085"/>
                  </a:cubicBezTo>
                  <a:cubicBezTo>
                    <a:pt x="56782" y="7085"/>
                    <a:pt x="56782" y="27329"/>
                    <a:pt x="56782" y="31985"/>
                  </a:cubicBezTo>
                  <a:cubicBezTo>
                    <a:pt x="56782" y="37451"/>
                    <a:pt x="56581" y="43929"/>
                    <a:pt x="53560" y="48990"/>
                  </a:cubicBezTo>
                  <a:cubicBezTo>
                    <a:pt x="51949" y="51420"/>
                    <a:pt x="47318" y="57088"/>
                    <a:pt x="39263" y="57088"/>
                  </a:cubicBezTo>
                  <a:close/>
                  <a:moveTo>
                    <a:pt x="15903" y="64983"/>
                  </a:moveTo>
                  <a:cubicBezTo>
                    <a:pt x="15903" y="64174"/>
                    <a:pt x="15903" y="59517"/>
                    <a:pt x="19327" y="55469"/>
                  </a:cubicBezTo>
                  <a:cubicBezTo>
                    <a:pt x="27180" y="61137"/>
                    <a:pt x="35437" y="61744"/>
                    <a:pt x="39263" y="61744"/>
                  </a:cubicBezTo>
                  <a:cubicBezTo>
                    <a:pt x="57991" y="61744"/>
                    <a:pt x="71886" y="47776"/>
                    <a:pt x="71886" y="32188"/>
                  </a:cubicBezTo>
                  <a:cubicBezTo>
                    <a:pt x="71886" y="24698"/>
                    <a:pt x="68664" y="17207"/>
                    <a:pt x="63629" y="12551"/>
                  </a:cubicBezTo>
                  <a:cubicBezTo>
                    <a:pt x="70879" y="5668"/>
                    <a:pt x="78128" y="4656"/>
                    <a:pt x="81753" y="4656"/>
                  </a:cubicBezTo>
                  <a:cubicBezTo>
                    <a:pt x="82156" y="4656"/>
                    <a:pt x="83163" y="4656"/>
                    <a:pt x="83767" y="4858"/>
                  </a:cubicBezTo>
                  <a:cubicBezTo>
                    <a:pt x="81552" y="5668"/>
                    <a:pt x="80545" y="7895"/>
                    <a:pt x="80545" y="10324"/>
                  </a:cubicBezTo>
                  <a:cubicBezTo>
                    <a:pt x="80545" y="13766"/>
                    <a:pt x="83163" y="16195"/>
                    <a:pt x="86385" y="16195"/>
                  </a:cubicBezTo>
                  <a:cubicBezTo>
                    <a:pt x="88398" y="16195"/>
                    <a:pt x="92225" y="14778"/>
                    <a:pt x="92225" y="10122"/>
                  </a:cubicBezTo>
                  <a:cubicBezTo>
                    <a:pt x="92225" y="6680"/>
                    <a:pt x="89808" y="202"/>
                    <a:pt x="81954" y="202"/>
                  </a:cubicBezTo>
                  <a:cubicBezTo>
                    <a:pt x="77927" y="202"/>
                    <a:pt x="69066" y="1417"/>
                    <a:pt x="60609" y="9717"/>
                  </a:cubicBezTo>
                  <a:cubicBezTo>
                    <a:pt x="52151" y="3036"/>
                    <a:pt x="43693" y="2429"/>
                    <a:pt x="39263" y="2429"/>
                  </a:cubicBezTo>
                  <a:cubicBezTo>
                    <a:pt x="20535" y="2429"/>
                    <a:pt x="6640" y="16398"/>
                    <a:pt x="6640" y="31985"/>
                  </a:cubicBezTo>
                  <a:cubicBezTo>
                    <a:pt x="6640" y="40893"/>
                    <a:pt x="11070" y="48586"/>
                    <a:pt x="16105" y="52837"/>
                  </a:cubicBezTo>
                  <a:cubicBezTo>
                    <a:pt x="13487" y="55873"/>
                    <a:pt x="9862" y="62554"/>
                    <a:pt x="9862" y="69639"/>
                  </a:cubicBezTo>
                  <a:cubicBezTo>
                    <a:pt x="9862" y="75915"/>
                    <a:pt x="12480" y="83608"/>
                    <a:pt x="18723" y="87657"/>
                  </a:cubicBezTo>
                  <a:cubicBezTo>
                    <a:pt x="6640" y="91098"/>
                    <a:pt x="196" y="99803"/>
                    <a:pt x="196" y="107901"/>
                  </a:cubicBezTo>
                  <a:cubicBezTo>
                    <a:pt x="196" y="122477"/>
                    <a:pt x="20132" y="133611"/>
                    <a:pt x="44700" y="133611"/>
                  </a:cubicBezTo>
                  <a:cubicBezTo>
                    <a:pt x="68462" y="133611"/>
                    <a:pt x="89405" y="123286"/>
                    <a:pt x="89405" y="107496"/>
                  </a:cubicBezTo>
                  <a:cubicBezTo>
                    <a:pt x="89405" y="100410"/>
                    <a:pt x="86586" y="90086"/>
                    <a:pt x="76316" y="84418"/>
                  </a:cubicBezTo>
                  <a:cubicBezTo>
                    <a:pt x="65643" y="78749"/>
                    <a:pt x="53963" y="78749"/>
                    <a:pt x="41679" y="78749"/>
                  </a:cubicBezTo>
                  <a:cubicBezTo>
                    <a:pt x="36645" y="78749"/>
                    <a:pt x="27986" y="78749"/>
                    <a:pt x="26576" y="78547"/>
                  </a:cubicBezTo>
                  <a:cubicBezTo>
                    <a:pt x="20132" y="77737"/>
                    <a:pt x="15903" y="71461"/>
                    <a:pt x="15903" y="64983"/>
                  </a:cubicBezTo>
                  <a:close/>
                  <a:moveTo>
                    <a:pt x="44901" y="128955"/>
                  </a:moveTo>
                  <a:cubicBezTo>
                    <a:pt x="24562" y="128955"/>
                    <a:pt x="10667" y="118630"/>
                    <a:pt x="10667" y="107901"/>
                  </a:cubicBezTo>
                  <a:cubicBezTo>
                    <a:pt x="10667" y="98588"/>
                    <a:pt x="18320" y="91098"/>
                    <a:pt x="27180" y="90491"/>
                  </a:cubicBezTo>
                  <a:lnTo>
                    <a:pt x="39061" y="90491"/>
                  </a:lnTo>
                  <a:cubicBezTo>
                    <a:pt x="56380" y="90491"/>
                    <a:pt x="78934" y="90491"/>
                    <a:pt x="78934" y="107901"/>
                  </a:cubicBezTo>
                  <a:cubicBezTo>
                    <a:pt x="78934" y="118833"/>
                    <a:pt x="64636" y="128955"/>
                    <a:pt x="44901" y="128955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3" name="Freeform 912">
              <a:extLst>
                <a:ext uri="{FF2B5EF4-FFF2-40B4-BE49-F238E27FC236}">
                  <a16:creationId xmlns:a16="http://schemas.microsoft.com/office/drawing/2014/main" id="{10DC2297-8C29-5877-6081-5D44CD3B4524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8334824" y="6419155"/>
              <a:ext cx="77932" cy="92920"/>
            </a:xfrm>
            <a:custGeom>
              <a:avLst/>
              <a:gdLst>
                <a:gd name="connsiteX0" fmla="*/ 17116 w 77932"/>
                <a:gd name="connsiteY0" fmla="*/ 39881 h 92920"/>
                <a:gd name="connsiteX1" fmla="*/ 42087 w 77932"/>
                <a:gd name="connsiteY1" fmla="*/ 4656 h 92920"/>
                <a:gd name="connsiteX2" fmla="*/ 64842 w 77932"/>
                <a:gd name="connsiteY2" fmla="*/ 39881 h 92920"/>
                <a:gd name="connsiteX3" fmla="*/ 17116 w 77932"/>
                <a:gd name="connsiteY3" fmla="*/ 39881 h 92920"/>
                <a:gd name="connsiteX4" fmla="*/ 16915 w 77932"/>
                <a:gd name="connsiteY4" fmla="*/ 44132 h 92920"/>
                <a:gd name="connsiteX5" fmla="*/ 73099 w 77932"/>
                <a:gd name="connsiteY5" fmla="*/ 44132 h 92920"/>
                <a:gd name="connsiteX6" fmla="*/ 78133 w 77932"/>
                <a:gd name="connsiteY6" fmla="*/ 39881 h 92920"/>
                <a:gd name="connsiteX7" fmla="*/ 42087 w 77932"/>
                <a:gd name="connsiteY7" fmla="*/ 202 h 92920"/>
                <a:gd name="connsiteX8" fmla="*/ 201 w 77932"/>
                <a:gd name="connsiteY8" fmla="*/ 46359 h 92920"/>
                <a:gd name="connsiteX9" fmla="*/ 44504 w 77932"/>
                <a:gd name="connsiteY9" fmla="*/ 93123 h 92920"/>
                <a:gd name="connsiteX10" fmla="*/ 78133 w 77932"/>
                <a:gd name="connsiteY10" fmla="*/ 66805 h 92920"/>
                <a:gd name="connsiteX11" fmla="*/ 75515 w 77932"/>
                <a:gd name="connsiteY11" fmla="*/ 64376 h 92920"/>
                <a:gd name="connsiteX12" fmla="*/ 72897 w 77932"/>
                <a:gd name="connsiteY12" fmla="*/ 67210 h 92920"/>
                <a:gd name="connsiteX13" fmla="*/ 45712 w 77932"/>
                <a:gd name="connsiteY13" fmla="*/ 88062 h 92920"/>
                <a:gd name="connsiteX14" fmla="*/ 22956 w 77932"/>
                <a:gd name="connsiteY14" fmla="*/ 74498 h 92920"/>
                <a:gd name="connsiteX15" fmla="*/ 16915 w 77932"/>
                <a:gd name="connsiteY15" fmla="*/ 441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116" y="39881"/>
                  </a:moveTo>
                  <a:cubicBezTo>
                    <a:pt x="18325" y="9717"/>
                    <a:pt x="35240" y="4656"/>
                    <a:pt x="42087" y="4656"/>
                  </a:cubicBezTo>
                  <a:cubicBezTo>
                    <a:pt x="62829" y="4656"/>
                    <a:pt x="64842" y="31985"/>
                    <a:pt x="64842" y="39881"/>
                  </a:cubicBezTo>
                  <a:lnTo>
                    <a:pt x="17116" y="39881"/>
                  </a:lnTo>
                  <a:close/>
                  <a:moveTo>
                    <a:pt x="16915" y="44132"/>
                  </a:moveTo>
                  <a:lnTo>
                    <a:pt x="73099" y="44132"/>
                  </a:lnTo>
                  <a:cubicBezTo>
                    <a:pt x="77529" y="44132"/>
                    <a:pt x="78133" y="44132"/>
                    <a:pt x="78133" y="39881"/>
                  </a:cubicBezTo>
                  <a:cubicBezTo>
                    <a:pt x="78133" y="19839"/>
                    <a:pt x="67259" y="202"/>
                    <a:pt x="42087" y="202"/>
                  </a:cubicBezTo>
                  <a:cubicBezTo>
                    <a:pt x="18727" y="202"/>
                    <a:pt x="201" y="21054"/>
                    <a:pt x="201" y="46359"/>
                  </a:cubicBezTo>
                  <a:cubicBezTo>
                    <a:pt x="201" y="73486"/>
                    <a:pt x="21345" y="93123"/>
                    <a:pt x="44504" y="93123"/>
                  </a:cubicBezTo>
                  <a:cubicBezTo>
                    <a:pt x="69071" y="93123"/>
                    <a:pt x="78133" y="70652"/>
                    <a:pt x="78133" y="66805"/>
                  </a:cubicBezTo>
                  <a:cubicBezTo>
                    <a:pt x="78133" y="64781"/>
                    <a:pt x="76522" y="64376"/>
                    <a:pt x="75515" y="64376"/>
                  </a:cubicBezTo>
                  <a:cubicBezTo>
                    <a:pt x="73703" y="64376"/>
                    <a:pt x="73300" y="65591"/>
                    <a:pt x="72897" y="67210"/>
                  </a:cubicBezTo>
                  <a:cubicBezTo>
                    <a:pt x="65849" y="88062"/>
                    <a:pt x="47726" y="88062"/>
                    <a:pt x="45712" y="88062"/>
                  </a:cubicBezTo>
                  <a:cubicBezTo>
                    <a:pt x="35643" y="88062"/>
                    <a:pt x="27588" y="81988"/>
                    <a:pt x="22956" y="74498"/>
                  </a:cubicBezTo>
                  <a:cubicBezTo>
                    <a:pt x="16915" y="64781"/>
                    <a:pt x="16915" y="51420"/>
                    <a:pt x="16915" y="441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4" name="Freeform 913">
              <a:extLst>
                <a:ext uri="{FF2B5EF4-FFF2-40B4-BE49-F238E27FC236}">
                  <a16:creationId xmlns:a16="http://schemas.microsoft.com/office/drawing/2014/main" id="{723343CE-EF5B-B9F8-3612-DFFB7B94F768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8492255" y="6420370"/>
              <a:ext cx="157274" cy="89478"/>
            </a:xfrm>
            <a:custGeom>
              <a:avLst/>
              <a:gdLst>
                <a:gd name="connsiteX0" fmla="*/ 15916 w 157274"/>
                <a:gd name="connsiteY0" fmla="*/ 20041 h 89478"/>
                <a:gd name="connsiteX1" fmla="*/ 15916 w 157274"/>
                <a:gd name="connsiteY1" fmla="*/ 74296 h 89478"/>
                <a:gd name="connsiteX2" fmla="*/ 209 w 157274"/>
                <a:gd name="connsiteY2" fmla="*/ 83405 h 89478"/>
                <a:gd name="connsiteX3" fmla="*/ 209 w 157274"/>
                <a:gd name="connsiteY3" fmla="*/ 89681 h 89478"/>
                <a:gd name="connsiteX4" fmla="*/ 22964 w 157274"/>
                <a:gd name="connsiteY4" fmla="*/ 89074 h 89478"/>
                <a:gd name="connsiteX5" fmla="*/ 45518 w 157274"/>
                <a:gd name="connsiteY5" fmla="*/ 89681 h 89478"/>
                <a:gd name="connsiteX6" fmla="*/ 45518 w 157274"/>
                <a:gd name="connsiteY6" fmla="*/ 83405 h 89478"/>
                <a:gd name="connsiteX7" fmla="*/ 29811 w 157274"/>
                <a:gd name="connsiteY7" fmla="*/ 74296 h 89478"/>
                <a:gd name="connsiteX8" fmla="*/ 29811 w 157274"/>
                <a:gd name="connsiteY8" fmla="*/ 37046 h 89478"/>
                <a:gd name="connsiteX9" fmla="*/ 56997 w 157274"/>
                <a:gd name="connsiteY9" fmla="*/ 4656 h 89478"/>
                <a:gd name="connsiteX10" fmla="*/ 71898 w 157274"/>
                <a:gd name="connsiteY10" fmla="*/ 27127 h 89478"/>
                <a:gd name="connsiteX11" fmla="*/ 71898 w 157274"/>
                <a:gd name="connsiteY11" fmla="*/ 74296 h 89478"/>
                <a:gd name="connsiteX12" fmla="*/ 56191 w 157274"/>
                <a:gd name="connsiteY12" fmla="*/ 83405 h 89478"/>
                <a:gd name="connsiteX13" fmla="*/ 56191 w 157274"/>
                <a:gd name="connsiteY13" fmla="*/ 89681 h 89478"/>
                <a:gd name="connsiteX14" fmla="*/ 78946 w 157274"/>
                <a:gd name="connsiteY14" fmla="*/ 89074 h 89478"/>
                <a:gd name="connsiteX15" fmla="*/ 101501 w 157274"/>
                <a:gd name="connsiteY15" fmla="*/ 89681 h 89478"/>
                <a:gd name="connsiteX16" fmla="*/ 101501 w 157274"/>
                <a:gd name="connsiteY16" fmla="*/ 83405 h 89478"/>
                <a:gd name="connsiteX17" fmla="*/ 85793 w 157274"/>
                <a:gd name="connsiteY17" fmla="*/ 74296 h 89478"/>
                <a:gd name="connsiteX18" fmla="*/ 85793 w 157274"/>
                <a:gd name="connsiteY18" fmla="*/ 37046 h 89478"/>
                <a:gd name="connsiteX19" fmla="*/ 112979 w 157274"/>
                <a:gd name="connsiteY19" fmla="*/ 4656 h 89478"/>
                <a:gd name="connsiteX20" fmla="*/ 127881 w 157274"/>
                <a:gd name="connsiteY20" fmla="*/ 27127 h 89478"/>
                <a:gd name="connsiteX21" fmla="*/ 127881 w 157274"/>
                <a:gd name="connsiteY21" fmla="*/ 74296 h 89478"/>
                <a:gd name="connsiteX22" fmla="*/ 112173 w 157274"/>
                <a:gd name="connsiteY22" fmla="*/ 83405 h 89478"/>
                <a:gd name="connsiteX23" fmla="*/ 112173 w 157274"/>
                <a:gd name="connsiteY23" fmla="*/ 89681 h 89478"/>
                <a:gd name="connsiteX24" fmla="*/ 134929 w 157274"/>
                <a:gd name="connsiteY24" fmla="*/ 89074 h 89478"/>
                <a:gd name="connsiteX25" fmla="*/ 157483 w 157274"/>
                <a:gd name="connsiteY25" fmla="*/ 89681 h 89478"/>
                <a:gd name="connsiteX26" fmla="*/ 157483 w 157274"/>
                <a:gd name="connsiteY26" fmla="*/ 83405 h 89478"/>
                <a:gd name="connsiteX27" fmla="*/ 141776 w 157274"/>
                <a:gd name="connsiteY27" fmla="*/ 77332 h 89478"/>
                <a:gd name="connsiteX28" fmla="*/ 141776 w 157274"/>
                <a:gd name="connsiteY28" fmla="*/ 38666 h 89478"/>
                <a:gd name="connsiteX29" fmla="*/ 135533 w 157274"/>
                <a:gd name="connsiteY29" fmla="*/ 7693 h 89478"/>
                <a:gd name="connsiteX30" fmla="*/ 114389 w 157274"/>
                <a:gd name="connsiteY30" fmla="*/ 202 h 89478"/>
                <a:gd name="connsiteX31" fmla="*/ 85189 w 157274"/>
                <a:gd name="connsiteY31" fmla="*/ 20041 h 89478"/>
                <a:gd name="connsiteX32" fmla="*/ 58406 w 157274"/>
                <a:gd name="connsiteY32" fmla="*/ 202 h 89478"/>
                <a:gd name="connsiteX33" fmla="*/ 28603 w 157274"/>
                <a:gd name="connsiteY33" fmla="*/ 21459 h 89478"/>
                <a:gd name="connsiteX34" fmla="*/ 28603 w 157274"/>
                <a:gd name="connsiteY34" fmla="*/ 202 h 89478"/>
                <a:gd name="connsiteX35" fmla="*/ 209 w 157274"/>
                <a:gd name="connsiteY35" fmla="*/ 2429 h 89478"/>
                <a:gd name="connsiteX36" fmla="*/ 209 w 157274"/>
                <a:gd name="connsiteY36" fmla="*/ 8705 h 89478"/>
                <a:gd name="connsiteX37" fmla="*/ 15916 w 157274"/>
                <a:gd name="connsiteY37" fmla="*/ 2004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7274" h="89478">
                  <a:moveTo>
                    <a:pt x="15916" y="20041"/>
                  </a:moveTo>
                  <a:lnTo>
                    <a:pt x="15916" y="74296"/>
                  </a:lnTo>
                  <a:cubicBezTo>
                    <a:pt x="15916" y="83405"/>
                    <a:pt x="13701" y="83405"/>
                    <a:pt x="209" y="83405"/>
                  </a:cubicBezTo>
                  <a:lnTo>
                    <a:pt x="209" y="89681"/>
                  </a:lnTo>
                  <a:cubicBezTo>
                    <a:pt x="7257" y="89479"/>
                    <a:pt x="17527" y="89074"/>
                    <a:pt x="22964" y="89074"/>
                  </a:cubicBezTo>
                  <a:cubicBezTo>
                    <a:pt x="28200" y="89074"/>
                    <a:pt x="38671" y="89479"/>
                    <a:pt x="45518" y="89681"/>
                  </a:cubicBezTo>
                  <a:lnTo>
                    <a:pt x="45518" y="83405"/>
                  </a:lnTo>
                  <a:cubicBezTo>
                    <a:pt x="32026" y="83405"/>
                    <a:pt x="29811" y="83405"/>
                    <a:pt x="29811" y="74296"/>
                  </a:cubicBezTo>
                  <a:lnTo>
                    <a:pt x="29811" y="37046"/>
                  </a:lnTo>
                  <a:cubicBezTo>
                    <a:pt x="29811" y="15993"/>
                    <a:pt x="44109" y="4656"/>
                    <a:pt x="56997" y="4656"/>
                  </a:cubicBezTo>
                  <a:cubicBezTo>
                    <a:pt x="69683" y="4656"/>
                    <a:pt x="71898" y="15588"/>
                    <a:pt x="71898" y="27127"/>
                  </a:cubicBezTo>
                  <a:lnTo>
                    <a:pt x="71898" y="74296"/>
                  </a:lnTo>
                  <a:cubicBezTo>
                    <a:pt x="71898" y="83405"/>
                    <a:pt x="69683" y="83405"/>
                    <a:pt x="56191" y="83405"/>
                  </a:cubicBezTo>
                  <a:lnTo>
                    <a:pt x="56191" y="89681"/>
                  </a:lnTo>
                  <a:cubicBezTo>
                    <a:pt x="63239" y="89479"/>
                    <a:pt x="73509" y="89074"/>
                    <a:pt x="78946" y="89074"/>
                  </a:cubicBezTo>
                  <a:cubicBezTo>
                    <a:pt x="84182" y="89074"/>
                    <a:pt x="94654" y="89479"/>
                    <a:pt x="101501" y="89681"/>
                  </a:cubicBezTo>
                  <a:lnTo>
                    <a:pt x="101501" y="83405"/>
                  </a:lnTo>
                  <a:cubicBezTo>
                    <a:pt x="88008" y="83405"/>
                    <a:pt x="85793" y="83405"/>
                    <a:pt x="85793" y="74296"/>
                  </a:cubicBezTo>
                  <a:lnTo>
                    <a:pt x="85793" y="37046"/>
                  </a:lnTo>
                  <a:cubicBezTo>
                    <a:pt x="85793" y="15993"/>
                    <a:pt x="100091" y="4656"/>
                    <a:pt x="112979" y="4656"/>
                  </a:cubicBezTo>
                  <a:cubicBezTo>
                    <a:pt x="125666" y="4656"/>
                    <a:pt x="127881" y="15588"/>
                    <a:pt x="127881" y="27127"/>
                  </a:cubicBezTo>
                  <a:lnTo>
                    <a:pt x="127881" y="74296"/>
                  </a:lnTo>
                  <a:cubicBezTo>
                    <a:pt x="127881" y="83405"/>
                    <a:pt x="125666" y="83405"/>
                    <a:pt x="112173" y="83405"/>
                  </a:cubicBezTo>
                  <a:lnTo>
                    <a:pt x="112173" y="89681"/>
                  </a:lnTo>
                  <a:cubicBezTo>
                    <a:pt x="119222" y="89479"/>
                    <a:pt x="129492" y="89074"/>
                    <a:pt x="134929" y="89074"/>
                  </a:cubicBezTo>
                  <a:cubicBezTo>
                    <a:pt x="140165" y="89074"/>
                    <a:pt x="150636" y="89479"/>
                    <a:pt x="157483" y="89681"/>
                  </a:cubicBezTo>
                  <a:lnTo>
                    <a:pt x="157483" y="83405"/>
                  </a:lnTo>
                  <a:cubicBezTo>
                    <a:pt x="147011" y="83405"/>
                    <a:pt x="141977" y="83405"/>
                    <a:pt x="141776" y="77332"/>
                  </a:cubicBezTo>
                  <a:lnTo>
                    <a:pt x="141776" y="38666"/>
                  </a:lnTo>
                  <a:cubicBezTo>
                    <a:pt x="141776" y="21256"/>
                    <a:pt x="141776" y="14980"/>
                    <a:pt x="135533" y="7693"/>
                  </a:cubicBezTo>
                  <a:cubicBezTo>
                    <a:pt x="132714" y="4251"/>
                    <a:pt x="126068" y="202"/>
                    <a:pt x="114389" y="202"/>
                  </a:cubicBezTo>
                  <a:cubicBezTo>
                    <a:pt x="97473" y="202"/>
                    <a:pt x="88612" y="12349"/>
                    <a:pt x="85189" y="20041"/>
                  </a:cubicBezTo>
                  <a:cubicBezTo>
                    <a:pt x="82370" y="2429"/>
                    <a:pt x="67468" y="202"/>
                    <a:pt x="58406" y="202"/>
                  </a:cubicBezTo>
                  <a:cubicBezTo>
                    <a:pt x="43706" y="202"/>
                    <a:pt x="34241" y="8907"/>
                    <a:pt x="28603" y="21459"/>
                  </a:cubicBezTo>
                  <a:lnTo>
                    <a:pt x="28603" y="202"/>
                  </a:lnTo>
                  <a:lnTo>
                    <a:pt x="209" y="2429"/>
                  </a:lnTo>
                  <a:lnTo>
                    <a:pt x="209" y="8705"/>
                  </a:lnTo>
                  <a:cubicBezTo>
                    <a:pt x="14305" y="8705"/>
                    <a:pt x="15916" y="10122"/>
                    <a:pt x="15916" y="2004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5" name="Freeform 914">
              <a:extLst>
                <a:ext uri="{FF2B5EF4-FFF2-40B4-BE49-F238E27FC236}">
                  <a16:creationId xmlns:a16="http://schemas.microsoft.com/office/drawing/2014/main" id="{83772D82-7388-0A13-7683-916678AC06F8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8654474" y="6420370"/>
              <a:ext cx="101291" cy="91705"/>
            </a:xfrm>
            <a:custGeom>
              <a:avLst/>
              <a:gdLst>
                <a:gd name="connsiteX0" fmla="*/ 72510 w 101291"/>
                <a:gd name="connsiteY0" fmla="*/ 73688 h 91705"/>
                <a:gd name="connsiteX1" fmla="*/ 72510 w 101291"/>
                <a:gd name="connsiteY1" fmla="*/ 91908 h 91705"/>
                <a:gd name="connsiteX2" fmla="*/ 101509 w 101291"/>
                <a:gd name="connsiteY2" fmla="*/ 89681 h 91705"/>
                <a:gd name="connsiteX3" fmla="*/ 101509 w 101291"/>
                <a:gd name="connsiteY3" fmla="*/ 83405 h 91705"/>
                <a:gd name="connsiteX4" fmla="*/ 85801 w 101291"/>
                <a:gd name="connsiteY4" fmla="*/ 72069 h 91705"/>
                <a:gd name="connsiteX5" fmla="*/ 85801 w 101291"/>
                <a:gd name="connsiteY5" fmla="*/ 202 h 91705"/>
                <a:gd name="connsiteX6" fmla="*/ 56199 w 101291"/>
                <a:gd name="connsiteY6" fmla="*/ 2429 h 91705"/>
                <a:gd name="connsiteX7" fmla="*/ 56199 w 101291"/>
                <a:gd name="connsiteY7" fmla="*/ 8705 h 91705"/>
                <a:gd name="connsiteX8" fmla="*/ 71906 w 101291"/>
                <a:gd name="connsiteY8" fmla="*/ 20041 h 91705"/>
                <a:gd name="connsiteX9" fmla="*/ 71906 w 101291"/>
                <a:gd name="connsiteY9" fmla="*/ 56076 h 91705"/>
                <a:gd name="connsiteX10" fmla="*/ 47540 w 101291"/>
                <a:gd name="connsiteY10" fmla="*/ 87454 h 91705"/>
                <a:gd name="connsiteX11" fmla="*/ 29819 w 101291"/>
                <a:gd name="connsiteY11" fmla="*/ 67413 h 91705"/>
                <a:gd name="connsiteX12" fmla="*/ 29819 w 101291"/>
                <a:gd name="connsiteY12" fmla="*/ 202 h 91705"/>
                <a:gd name="connsiteX13" fmla="*/ 217 w 101291"/>
                <a:gd name="connsiteY13" fmla="*/ 2429 h 91705"/>
                <a:gd name="connsiteX14" fmla="*/ 217 w 101291"/>
                <a:gd name="connsiteY14" fmla="*/ 8705 h 91705"/>
                <a:gd name="connsiteX15" fmla="*/ 15924 w 101291"/>
                <a:gd name="connsiteY15" fmla="*/ 27329 h 91705"/>
                <a:gd name="connsiteX16" fmla="*/ 15924 w 101291"/>
                <a:gd name="connsiteY16" fmla="*/ 57695 h 91705"/>
                <a:gd name="connsiteX17" fmla="*/ 46533 w 101291"/>
                <a:gd name="connsiteY17" fmla="*/ 91908 h 91705"/>
                <a:gd name="connsiteX18" fmla="*/ 72510 w 101291"/>
                <a:gd name="connsiteY18" fmla="*/ 73688 h 9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1291" h="91705">
                  <a:moveTo>
                    <a:pt x="72510" y="73688"/>
                  </a:moveTo>
                  <a:lnTo>
                    <a:pt x="72510" y="91908"/>
                  </a:lnTo>
                  <a:lnTo>
                    <a:pt x="101509" y="89681"/>
                  </a:lnTo>
                  <a:lnTo>
                    <a:pt x="101509" y="83405"/>
                  </a:lnTo>
                  <a:cubicBezTo>
                    <a:pt x="87412" y="83405"/>
                    <a:pt x="85801" y="81988"/>
                    <a:pt x="85801" y="72069"/>
                  </a:cubicBezTo>
                  <a:lnTo>
                    <a:pt x="85801" y="202"/>
                  </a:lnTo>
                  <a:lnTo>
                    <a:pt x="56199" y="2429"/>
                  </a:lnTo>
                  <a:lnTo>
                    <a:pt x="56199" y="8705"/>
                  </a:lnTo>
                  <a:cubicBezTo>
                    <a:pt x="70295" y="8705"/>
                    <a:pt x="71906" y="10122"/>
                    <a:pt x="71906" y="20041"/>
                  </a:cubicBezTo>
                  <a:lnTo>
                    <a:pt x="71906" y="56076"/>
                  </a:lnTo>
                  <a:cubicBezTo>
                    <a:pt x="71906" y="73688"/>
                    <a:pt x="62240" y="87454"/>
                    <a:pt x="47540" y="87454"/>
                  </a:cubicBezTo>
                  <a:cubicBezTo>
                    <a:pt x="30624" y="87454"/>
                    <a:pt x="29819" y="77940"/>
                    <a:pt x="29819" y="67413"/>
                  </a:cubicBezTo>
                  <a:lnTo>
                    <a:pt x="29819" y="202"/>
                  </a:lnTo>
                  <a:lnTo>
                    <a:pt x="217" y="2429"/>
                  </a:lnTo>
                  <a:lnTo>
                    <a:pt x="217" y="8705"/>
                  </a:lnTo>
                  <a:cubicBezTo>
                    <a:pt x="15924" y="8705"/>
                    <a:pt x="15924" y="9312"/>
                    <a:pt x="15924" y="27329"/>
                  </a:cubicBezTo>
                  <a:lnTo>
                    <a:pt x="15924" y="57695"/>
                  </a:lnTo>
                  <a:cubicBezTo>
                    <a:pt x="15924" y="73486"/>
                    <a:pt x="15924" y="91908"/>
                    <a:pt x="46533" y="91908"/>
                  </a:cubicBezTo>
                  <a:cubicBezTo>
                    <a:pt x="57810" y="91908"/>
                    <a:pt x="66671" y="86240"/>
                    <a:pt x="72510" y="73688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6" name="Freeform 915">
              <a:extLst>
                <a:ext uri="{FF2B5EF4-FFF2-40B4-BE49-F238E27FC236}">
                  <a16:creationId xmlns:a16="http://schemas.microsoft.com/office/drawing/2014/main" id="{20B7EDB6-8C8D-C2F3-6E96-DA1305C932FD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8766551" y="6369355"/>
              <a:ext cx="44705" cy="140493"/>
            </a:xfrm>
            <a:custGeom>
              <a:avLst/>
              <a:gdLst>
                <a:gd name="connsiteX0" fmla="*/ 29220 w 44705"/>
                <a:gd name="connsiteY0" fmla="*/ 202 h 140493"/>
                <a:gd name="connsiteX1" fmla="*/ 222 w 44705"/>
                <a:gd name="connsiteY1" fmla="*/ 2429 h 140493"/>
                <a:gd name="connsiteX2" fmla="*/ 222 w 44705"/>
                <a:gd name="connsiteY2" fmla="*/ 8705 h 140493"/>
                <a:gd name="connsiteX3" fmla="*/ 15930 w 44705"/>
                <a:gd name="connsiteY3" fmla="*/ 20041 h 140493"/>
                <a:gd name="connsiteX4" fmla="*/ 15930 w 44705"/>
                <a:gd name="connsiteY4" fmla="*/ 125311 h 140493"/>
                <a:gd name="connsiteX5" fmla="*/ 222 w 44705"/>
                <a:gd name="connsiteY5" fmla="*/ 134421 h 140493"/>
                <a:gd name="connsiteX6" fmla="*/ 222 w 44705"/>
                <a:gd name="connsiteY6" fmla="*/ 140696 h 140493"/>
                <a:gd name="connsiteX7" fmla="*/ 22575 w 44705"/>
                <a:gd name="connsiteY7" fmla="*/ 140089 h 140493"/>
                <a:gd name="connsiteX8" fmla="*/ 44928 w 44705"/>
                <a:gd name="connsiteY8" fmla="*/ 140696 h 140493"/>
                <a:gd name="connsiteX9" fmla="*/ 44928 w 44705"/>
                <a:gd name="connsiteY9" fmla="*/ 134421 h 140493"/>
                <a:gd name="connsiteX10" fmla="*/ 29220 w 44705"/>
                <a:gd name="connsiteY10" fmla="*/ 125311 h 140493"/>
                <a:gd name="connsiteX11" fmla="*/ 29220 w 44705"/>
                <a:gd name="connsiteY11" fmla="*/ 20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220" y="202"/>
                  </a:moveTo>
                  <a:lnTo>
                    <a:pt x="222" y="2429"/>
                  </a:lnTo>
                  <a:lnTo>
                    <a:pt x="222" y="8705"/>
                  </a:lnTo>
                  <a:cubicBezTo>
                    <a:pt x="14319" y="8705"/>
                    <a:pt x="15930" y="10122"/>
                    <a:pt x="15930" y="20041"/>
                  </a:cubicBezTo>
                  <a:lnTo>
                    <a:pt x="15930" y="125311"/>
                  </a:lnTo>
                  <a:cubicBezTo>
                    <a:pt x="15930" y="134421"/>
                    <a:pt x="13714" y="134421"/>
                    <a:pt x="222" y="134421"/>
                  </a:cubicBezTo>
                  <a:lnTo>
                    <a:pt x="222" y="140696"/>
                  </a:lnTo>
                  <a:cubicBezTo>
                    <a:pt x="6868" y="140494"/>
                    <a:pt x="17541" y="140089"/>
                    <a:pt x="22575" y="140089"/>
                  </a:cubicBezTo>
                  <a:cubicBezTo>
                    <a:pt x="27609" y="140089"/>
                    <a:pt x="37477" y="140494"/>
                    <a:pt x="44928" y="140696"/>
                  </a:cubicBezTo>
                  <a:lnTo>
                    <a:pt x="44928" y="134421"/>
                  </a:lnTo>
                  <a:cubicBezTo>
                    <a:pt x="31435" y="134421"/>
                    <a:pt x="29220" y="134421"/>
                    <a:pt x="29220" y="125311"/>
                  </a:cubicBezTo>
                  <a:lnTo>
                    <a:pt x="29220" y="20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7" name="Freeform 916">
              <a:extLst>
                <a:ext uri="{FF2B5EF4-FFF2-40B4-BE49-F238E27FC236}">
                  <a16:creationId xmlns:a16="http://schemas.microsoft.com/office/drawing/2014/main" id="{2E43BE6D-89E3-B5FC-C5FF-D8016057D81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8819670" y="6385348"/>
              <a:ext cx="63030" cy="126727"/>
            </a:xfrm>
            <a:custGeom>
              <a:avLst/>
              <a:gdLst>
                <a:gd name="connsiteX0" fmla="*/ 31237 w 63030"/>
                <a:gd name="connsiteY0" fmla="*/ 43727 h 126727"/>
                <a:gd name="connsiteX1" fmla="*/ 60034 w 63030"/>
                <a:gd name="connsiteY1" fmla="*/ 43727 h 126727"/>
                <a:gd name="connsiteX2" fmla="*/ 60034 w 63030"/>
                <a:gd name="connsiteY2" fmla="*/ 37451 h 126727"/>
                <a:gd name="connsiteX3" fmla="*/ 31237 w 63030"/>
                <a:gd name="connsiteY3" fmla="*/ 37451 h 126727"/>
                <a:gd name="connsiteX4" fmla="*/ 31237 w 63030"/>
                <a:gd name="connsiteY4" fmla="*/ 202 h 126727"/>
                <a:gd name="connsiteX5" fmla="*/ 26202 w 63030"/>
                <a:gd name="connsiteY5" fmla="*/ 202 h 126727"/>
                <a:gd name="connsiteX6" fmla="*/ 225 w 63030"/>
                <a:gd name="connsiteY6" fmla="*/ 39273 h 126727"/>
                <a:gd name="connsiteX7" fmla="*/ 225 w 63030"/>
                <a:gd name="connsiteY7" fmla="*/ 43727 h 126727"/>
                <a:gd name="connsiteX8" fmla="*/ 17342 w 63030"/>
                <a:gd name="connsiteY8" fmla="*/ 43727 h 126727"/>
                <a:gd name="connsiteX9" fmla="*/ 17342 w 63030"/>
                <a:gd name="connsiteY9" fmla="*/ 99601 h 126727"/>
                <a:gd name="connsiteX10" fmla="*/ 43319 w 63030"/>
                <a:gd name="connsiteY10" fmla="*/ 126930 h 126727"/>
                <a:gd name="connsiteX11" fmla="*/ 63256 w 63030"/>
                <a:gd name="connsiteY11" fmla="*/ 99601 h 126727"/>
                <a:gd name="connsiteX12" fmla="*/ 63256 w 63030"/>
                <a:gd name="connsiteY12" fmla="*/ 88062 h 126727"/>
                <a:gd name="connsiteX13" fmla="*/ 58221 w 63030"/>
                <a:gd name="connsiteY13" fmla="*/ 88062 h 126727"/>
                <a:gd name="connsiteX14" fmla="*/ 58221 w 63030"/>
                <a:gd name="connsiteY14" fmla="*/ 99196 h 126727"/>
                <a:gd name="connsiteX15" fmla="*/ 44729 w 63030"/>
                <a:gd name="connsiteY15" fmla="*/ 121869 h 126727"/>
                <a:gd name="connsiteX16" fmla="*/ 31237 w 63030"/>
                <a:gd name="connsiteY16" fmla="*/ 100006 h 126727"/>
                <a:gd name="connsiteX17" fmla="*/ 31237 w 63030"/>
                <a:gd name="connsiteY17" fmla="*/ 43727 h 12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030" h="126727">
                  <a:moveTo>
                    <a:pt x="31237" y="43727"/>
                  </a:moveTo>
                  <a:lnTo>
                    <a:pt x="60034" y="43727"/>
                  </a:lnTo>
                  <a:lnTo>
                    <a:pt x="60034" y="37451"/>
                  </a:lnTo>
                  <a:lnTo>
                    <a:pt x="31237" y="37451"/>
                  </a:lnTo>
                  <a:lnTo>
                    <a:pt x="31237" y="202"/>
                  </a:lnTo>
                  <a:lnTo>
                    <a:pt x="26202" y="202"/>
                  </a:lnTo>
                  <a:cubicBezTo>
                    <a:pt x="26001" y="16802"/>
                    <a:pt x="19960" y="38464"/>
                    <a:pt x="225" y="39273"/>
                  </a:cubicBezTo>
                  <a:lnTo>
                    <a:pt x="225" y="43727"/>
                  </a:lnTo>
                  <a:lnTo>
                    <a:pt x="17342" y="43727"/>
                  </a:lnTo>
                  <a:lnTo>
                    <a:pt x="17342" y="99601"/>
                  </a:lnTo>
                  <a:cubicBezTo>
                    <a:pt x="17342" y="124501"/>
                    <a:pt x="36070" y="126930"/>
                    <a:pt x="43319" y="126930"/>
                  </a:cubicBezTo>
                  <a:cubicBezTo>
                    <a:pt x="57617" y="126930"/>
                    <a:pt x="63256" y="112557"/>
                    <a:pt x="63256" y="99601"/>
                  </a:cubicBezTo>
                  <a:lnTo>
                    <a:pt x="63256" y="88062"/>
                  </a:lnTo>
                  <a:lnTo>
                    <a:pt x="58221" y="88062"/>
                  </a:lnTo>
                  <a:lnTo>
                    <a:pt x="58221" y="99196"/>
                  </a:lnTo>
                  <a:cubicBezTo>
                    <a:pt x="58221" y="114176"/>
                    <a:pt x="52180" y="121869"/>
                    <a:pt x="44729" y="121869"/>
                  </a:cubicBezTo>
                  <a:cubicBezTo>
                    <a:pt x="31237" y="121869"/>
                    <a:pt x="31237" y="103447"/>
                    <a:pt x="31237" y="100006"/>
                  </a:cubicBezTo>
                  <a:lnTo>
                    <a:pt x="31237" y="43727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8" name="Freeform 917">
              <a:extLst>
                <a:ext uri="{FF2B5EF4-FFF2-40B4-BE49-F238E27FC236}">
                  <a16:creationId xmlns:a16="http://schemas.microsoft.com/office/drawing/2014/main" id="{4E0E506C-D660-B7D8-6F21-9FE5F2BDB112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8900802" y="6374416"/>
              <a:ext cx="43094" cy="135432"/>
            </a:xfrm>
            <a:custGeom>
              <a:avLst/>
              <a:gdLst>
                <a:gd name="connsiteX0" fmla="*/ 29227 w 43094"/>
                <a:gd name="connsiteY0" fmla="*/ 46156 h 135432"/>
                <a:gd name="connsiteX1" fmla="*/ 1034 w 43094"/>
                <a:gd name="connsiteY1" fmla="*/ 48383 h 135432"/>
                <a:gd name="connsiteX2" fmla="*/ 1034 w 43094"/>
                <a:gd name="connsiteY2" fmla="*/ 54659 h 135432"/>
                <a:gd name="connsiteX3" fmla="*/ 15936 w 43094"/>
                <a:gd name="connsiteY3" fmla="*/ 65793 h 135432"/>
                <a:gd name="connsiteX4" fmla="*/ 15936 w 43094"/>
                <a:gd name="connsiteY4" fmla="*/ 120250 h 135432"/>
                <a:gd name="connsiteX5" fmla="*/ 229 w 43094"/>
                <a:gd name="connsiteY5" fmla="*/ 129360 h 135432"/>
                <a:gd name="connsiteX6" fmla="*/ 229 w 43094"/>
                <a:gd name="connsiteY6" fmla="*/ 135635 h 135432"/>
                <a:gd name="connsiteX7" fmla="*/ 22380 w 43094"/>
                <a:gd name="connsiteY7" fmla="*/ 135028 h 135432"/>
                <a:gd name="connsiteX8" fmla="*/ 43323 w 43094"/>
                <a:gd name="connsiteY8" fmla="*/ 135635 h 135432"/>
                <a:gd name="connsiteX9" fmla="*/ 43323 w 43094"/>
                <a:gd name="connsiteY9" fmla="*/ 129360 h 135432"/>
                <a:gd name="connsiteX10" fmla="*/ 29227 w 43094"/>
                <a:gd name="connsiteY10" fmla="*/ 120452 h 135432"/>
                <a:gd name="connsiteX11" fmla="*/ 29227 w 43094"/>
                <a:gd name="connsiteY11" fmla="*/ 46156 h 135432"/>
                <a:gd name="connsiteX12" fmla="*/ 30032 w 43094"/>
                <a:gd name="connsiteY12" fmla="*/ 10932 h 135432"/>
                <a:gd name="connsiteX13" fmla="*/ 19360 w 43094"/>
                <a:gd name="connsiteY13" fmla="*/ 202 h 135432"/>
                <a:gd name="connsiteX14" fmla="*/ 8687 w 43094"/>
                <a:gd name="connsiteY14" fmla="*/ 10932 h 135432"/>
                <a:gd name="connsiteX15" fmla="*/ 19360 w 43094"/>
                <a:gd name="connsiteY15" fmla="*/ 21661 h 135432"/>
                <a:gd name="connsiteX16" fmla="*/ 30032 w 43094"/>
                <a:gd name="connsiteY16" fmla="*/ 1093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227" y="46156"/>
                  </a:moveTo>
                  <a:lnTo>
                    <a:pt x="1034" y="48383"/>
                  </a:lnTo>
                  <a:lnTo>
                    <a:pt x="1034" y="54659"/>
                  </a:lnTo>
                  <a:cubicBezTo>
                    <a:pt x="14124" y="54659"/>
                    <a:pt x="15936" y="55873"/>
                    <a:pt x="15936" y="65793"/>
                  </a:cubicBezTo>
                  <a:lnTo>
                    <a:pt x="15936" y="120250"/>
                  </a:lnTo>
                  <a:cubicBezTo>
                    <a:pt x="15936" y="129360"/>
                    <a:pt x="13721" y="129360"/>
                    <a:pt x="229" y="129360"/>
                  </a:cubicBezTo>
                  <a:lnTo>
                    <a:pt x="229" y="135635"/>
                  </a:lnTo>
                  <a:cubicBezTo>
                    <a:pt x="6673" y="135433"/>
                    <a:pt x="17547" y="135028"/>
                    <a:pt x="22380" y="135028"/>
                  </a:cubicBezTo>
                  <a:cubicBezTo>
                    <a:pt x="29428" y="135028"/>
                    <a:pt x="36476" y="135433"/>
                    <a:pt x="43323" y="135635"/>
                  </a:cubicBezTo>
                  <a:lnTo>
                    <a:pt x="43323" y="129360"/>
                  </a:lnTo>
                  <a:cubicBezTo>
                    <a:pt x="30032" y="129360"/>
                    <a:pt x="29227" y="128347"/>
                    <a:pt x="29227" y="120452"/>
                  </a:cubicBezTo>
                  <a:lnTo>
                    <a:pt x="29227" y="46156"/>
                  </a:lnTo>
                  <a:close/>
                  <a:moveTo>
                    <a:pt x="30032" y="10932"/>
                  </a:moveTo>
                  <a:cubicBezTo>
                    <a:pt x="30032" y="4453"/>
                    <a:pt x="24998" y="202"/>
                    <a:pt x="19360" y="202"/>
                  </a:cubicBezTo>
                  <a:cubicBezTo>
                    <a:pt x="13117" y="202"/>
                    <a:pt x="8687" y="5668"/>
                    <a:pt x="8687" y="10932"/>
                  </a:cubicBezTo>
                  <a:cubicBezTo>
                    <a:pt x="8687" y="16398"/>
                    <a:pt x="13117" y="21661"/>
                    <a:pt x="19360" y="21661"/>
                  </a:cubicBezTo>
                  <a:cubicBezTo>
                    <a:pt x="24998" y="21661"/>
                    <a:pt x="30032" y="17410"/>
                    <a:pt x="30032" y="109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0443BF5E-8D4A-CA65-F539-3EBF2E107F8F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8955733" y="6420370"/>
              <a:ext cx="99278" cy="128752"/>
            </a:xfrm>
            <a:custGeom>
              <a:avLst/>
              <a:gdLst>
                <a:gd name="connsiteX0" fmla="*/ 29230 w 99278"/>
                <a:gd name="connsiteY0" fmla="*/ 13563 h 128752"/>
                <a:gd name="connsiteX1" fmla="*/ 29230 w 99278"/>
                <a:gd name="connsiteY1" fmla="*/ 202 h 128752"/>
                <a:gd name="connsiteX2" fmla="*/ 232 w 99278"/>
                <a:gd name="connsiteY2" fmla="*/ 2429 h 128752"/>
                <a:gd name="connsiteX3" fmla="*/ 232 w 99278"/>
                <a:gd name="connsiteY3" fmla="*/ 8705 h 128752"/>
                <a:gd name="connsiteX4" fmla="*/ 15939 w 99278"/>
                <a:gd name="connsiteY4" fmla="*/ 18827 h 128752"/>
                <a:gd name="connsiteX5" fmla="*/ 15939 w 99278"/>
                <a:gd name="connsiteY5" fmla="*/ 113569 h 128752"/>
                <a:gd name="connsiteX6" fmla="*/ 232 w 99278"/>
                <a:gd name="connsiteY6" fmla="*/ 122679 h 128752"/>
                <a:gd name="connsiteX7" fmla="*/ 232 w 99278"/>
                <a:gd name="connsiteY7" fmla="*/ 128955 h 128752"/>
                <a:gd name="connsiteX8" fmla="*/ 22786 w 99278"/>
                <a:gd name="connsiteY8" fmla="*/ 128347 h 128752"/>
                <a:gd name="connsiteX9" fmla="*/ 45541 w 99278"/>
                <a:gd name="connsiteY9" fmla="*/ 128955 h 128752"/>
                <a:gd name="connsiteX10" fmla="*/ 45541 w 99278"/>
                <a:gd name="connsiteY10" fmla="*/ 122679 h 128752"/>
                <a:gd name="connsiteX11" fmla="*/ 29834 w 99278"/>
                <a:gd name="connsiteY11" fmla="*/ 113569 h 128752"/>
                <a:gd name="connsiteX12" fmla="*/ 29834 w 99278"/>
                <a:gd name="connsiteY12" fmla="*/ 79559 h 128752"/>
                <a:gd name="connsiteX13" fmla="*/ 29834 w 99278"/>
                <a:gd name="connsiteY13" fmla="*/ 77737 h 128752"/>
                <a:gd name="connsiteX14" fmla="*/ 54603 w 99278"/>
                <a:gd name="connsiteY14" fmla="*/ 91908 h 128752"/>
                <a:gd name="connsiteX15" fmla="*/ 99510 w 99278"/>
                <a:gd name="connsiteY15" fmla="*/ 45954 h 128752"/>
                <a:gd name="connsiteX16" fmla="*/ 57422 w 99278"/>
                <a:gd name="connsiteY16" fmla="*/ 202 h 128752"/>
                <a:gd name="connsiteX17" fmla="*/ 29230 w 99278"/>
                <a:gd name="connsiteY17" fmla="*/ 13563 h 128752"/>
                <a:gd name="connsiteX18" fmla="*/ 29834 w 99278"/>
                <a:gd name="connsiteY18" fmla="*/ 66603 h 128752"/>
                <a:gd name="connsiteX19" fmla="*/ 29834 w 99278"/>
                <a:gd name="connsiteY19" fmla="*/ 21459 h 128752"/>
                <a:gd name="connsiteX20" fmla="*/ 55811 w 99278"/>
                <a:gd name="connsiteY20" fmla="*/ 5263 h 128752"/>
                <a:gd name="connsiteX21" fmla="*/ 82796 w 99278"/>
                <a:gd name="connsiteY21" fmla="*/ 45954 h 128752"/>
                <a:gd name="connsiteX22" fmla="*/ 53798 w 99278"/>
                <a:gd name="connsiteY22" fmla="*/ 87454 h 128752"/>
                <a:gd name="connsiteX23" fmla="*/ 32653 w 99278"/>
                <a:gd name="connsiteY23" fmla="*/ 75105 h 128752"/>
                <a:gd name="connsiteX24" fmla="*/ 29834 w 99278"/>
                <a:gd name="connsiteY24" fmla="*/ 66603 h 12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278" h="128752">
                  <a:moveTo>
                    <a:pt x="29230" y="13563"/>
                  </a:moveTo>
                  <a:lnTo>
                    <a:pt x="29230" y="202"/>
                  </a:lnTo>
                  <a:lnTo>
                    <a:pt x="232" y="2429"/>
                  </a:lnTo>
                  <a:lnTo>
                    <a:pt x="232" y="8705"/>
                  </a:lnTo>
                  <a:cubicBezTo>
                    <a:pt x="14529" y="8705"/>
                    <a:pt x="15939" y="9919"/>
                    <a:pt x="15939" y="18827"/>
                  </a:cubicBezTo>
                  <a:lnTo>
                    <a:pt x="15939" y="113569"/>
                  </a:lnTo>
                  <a:cubicBezTo>
                    <a:pt x="15939" y="122679"/>
                    <a:pt x="13724" y="122679"/>
                    <a:pt x="232" y="122679"/>
                  </a:cubicBezTo>
                  <a:lnTo>
                    <a:pt x="232" y="128955"/>
                  </a:lnTo>
                  <a:cubicBezTo>
                    <a:pt x="7078" y="128752"/>
                    <a:pt x="17550" y="128347"/>
                    <a:pt x="22786" y="128347"/>
                  </a:cubicBezTo>
                  <a:cubicBezTo>
                    <a:pt x="28223" y="128347"/>
                    <a:pt x="38493" y="128752"/>
                    <a:pt x="45541" y="128955"/>
                  </a:cubicBezTo>
                  <a:lnTo>
                    <a:pt x="45541" y="122679"/>
                  </a:lnTo>
                  <a:cubicBezTo>
                    <a:pt x="32049" y="122679"/>
                    <a:pt x="29834" y="122679"/>
                    <a:pt x="29834" y="113569"/>
                  </a:cubicBezTo>
                  <a:lnTo>
                    <a:pt x="29834" y="79559"/>
                  </a:lnTo>
                  <a:lnTo>
                    <a:pt x="29834" y="77737"/>
                  </a:lnTo>
                  <a:cubicBezTo>
                    <a:pt x="30841" y="80976"/>
                    <a:pt x="39298" y="91908"/>
                    <a:pt x="54603" y="91908"/>
                  </a:cubicBezTo>
                  <a:cubicBezTo>
                    <a:pt x="78567" y="91908"/>
                    <a:pt x="99510" y="72069"/>
                    <a:pt x="99510" y="45954"/>
                  </a:cubicBezTo>
                  <a:cubicBezTo>
                    <a:pt x="99510" y="20244"/>
                    <a:pt x="79976" y="202"/>
                    <a:pt x="57422" y="202"/>
                  </a:cubicBezTo>
                  <a:cubicBezTo>
                    <a:pt x="41715" y="202"/>
                    <a:pt x="33257" y="9110"/>
                    <a:pt x="29230" y="13563"/>
                  </a:cubicBezTo>
                  <a:close/>
                  <a:moveTo>
                    <a:pt x="29834" y="66603"/>
                  </a:moveTo>
                  <a:lnTo>
                    <a:pt x="29834" y="21459"/>
                  </a:lnTo>
                  <a:cubicBezTo>
                    <a:pt x="35674" y="11134"/>
                    <a:pt x="45541" y="5263"/>
                    <a:pt x="55811" y="5263"/>
                  </a:cubicBezTo>
                  <a:cubicBezTo>
                    <a:pt x="70512" y="5263"/>
                    <a:pt x="82796" y="23078"/>
                    <a:pt x="82796" y="45954"/>
                  </a:cubicBezTo>
                  <a:cubicBezTo>
                    <a:pt x="82796" y="70449"/>
                    <a:pt x="68699" y="87454"/>
                    <a:pt x="53798" y="87454"/>
                  </a:cubicBezTo>
                  <a:cubicBezTo>
                    <a:pt x="45743" y="87454"/>
                    <a:pt x="38090" y="83405"/>
                    <a:pt x="32653" y="75105"/>
                  </a:cubicBezTo>
                  <a:cubicBezTo>
                    <a:pt x="29834" y="70854"/>
                    <a:pt x="29834" y="70652"/>
                    <a:pt x="29834" y="66603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20" name="Freeform 919">
              <a:extLst>
                <a:ext uri="{FF2B5EF4-FFF2-40B4-BE49-F238E27FC236}">
                  <a16:creationId xmlns:a16="http://schemas.microsoft.com/office/drawing/2014/main" id="{D3A2E342-8C6C-FFB6-A620-23C380A854C2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9068615" y="6369355"/>
              <a:ext cx="44705" cy="140493"/>
            </a:xfrm>
            <a:custGeom>
              <a:avLst/>
              <a:gdLst>
                <a:gd name="connsiteX0" fmla="*/ 29235 w 44705"/>
                <a:gd name="connsiteY0" fmla="*/ 202 h 140493"/>
                <a:gd name="connsiteX1" fmla="*/ 237 w 44705"/>
                <a:gd name="connsiteY1" fmla="*/ 2429 h 140493"/>
                <a:gd name="connsiteX2" fmla="*/ 237 w 44705"/>
                <a:gd name="connsiteY2" fmla="*/ 8705 h 140493"/>
                <a:gd name="connsiteX3" fmla="*/ 15944 w 44705"/>
                <a:gd name="connsiteY3" fmla="*/ 20041 h 140493"/>
                <a:gd name="connsiteX4" fmla="*/ 15944 w 44705"/>
                <a:gd name="connsiteY4" fmla="*/ 125311 h 140493"/>
                <a:gd name="connsiteX5" fmla="*/ 237 w 44705"/>
                <a:gd name="connsiteY5" fmla="*/ 134421 h 140493"/>
                <a:gd name="connsiteX6" fmla="*/ 237 w 44705"/>
                <a:gd name="connsiteY6" fmla="*/ 140696 h 140493"/>
                <a:gd name="connsiteX7" fmla="*/ 22590 w 44705"/>
                <a:gd name="connsiteY7" fmla="*/ 140089 h 140493"/>
                <a:gd name="connsiteX8" fmla="*/ 44943 w 44705"/>
                <a:gd name="connsiteY8" fmla="*/ 140696 h 140493"/>
                <a:gd name="connsiteX9" fmla="*/ 44943 w 44705"/>
                <a:gd name="connsiteY9" fmla="*/ 134421 h 140493"/>
                <a:gd name="connsiteX10" fmla="*/ 29235 w 44705"/>
                <a:gd name="connsiteY10" fmla="*/ 125311 h 140493"/>
                <a:gd name="connsiteX11" fmla="*/ 29235 w 44705"/>
                <a:gd name="connsiteY11" fmla="*/ 202 h 14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05" h="140493">
                  <a:moveTo>
                    <a:pt x="29235" y="202"/>
                  </a:moveTo>
                  <a:lnTo>
                    <a:pt x="237" y="2429"/>
                  </a:lnTo>
                  <a:lnTo>
                    <a:pt x="237" y="8705"/>
                  </a:lnTo>
                  <a:cubicBezTo>
                    <a:pt x="14333" y="8705"/>
                    <a:pt x="15944" y="10122"/>
                    <a:pt x="15944" y="20041"/>
                  </a:cubicBezTo>
                  <a:lnTo>
                    <a:pt x="15944" y="125311"/>
                  </a:lnTo>
                  <a:cubicBezTo>
                    <a:pt x="15944" y="134421"/>
                    <a:pt x="13729" y="134421"/>
                    <a:pt x="237" y="134421"/>
                  </a:cubicBezTo>
                  <a:lnTo>
                    <a:pt x="237" y="140696"/>
                  </a:lnTo>
                  <a:cubicBezTo>
                    <a:pt x="6883" y="140494"/>
                    <a:pt x="17555" y="140089"/>
                    <a:pt x="22590" y="140089"/>
                  </a:cubicBezTo>
                  <a:cubicBezTo>
                    <a:pt x="27624" y="140089"/>
                    <a:pt x="37492" y="140494"/>
                    <a:pt x="44943" y="140696"/>
                  </a:cubicBezTo>
                  <a:lnTo>
                    <a:pt x="44943" y="134421"/>
                  </a:lnTo>
                  <a:cubicBezTo>
                    <a:pt x="31450" y="134421"/>
                    <a:pt x="29235" y="134421"/>
                    <a:pt x="29235" y="125311"/>
                  </a:cubicBezTo>
                  <a:lnTo>
                    <a:pt x="29235" y="202"/>
                  </a:ln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21" name="Freeform 920">
              <a:extLst>
                <a:ext uri="{FF2B5EF4-FFF2-40B4-BE49-F238E27FC236}">
                  <a16:creationId xmlns:a16="http://schemas.microsoft.com/office/drawing/2014/main" id="{11DE26B3-DCD6-B118-2618-7DBED8EEC3CF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9124553" y="6374416"/>
              <a:ext cx="43094" cy="135432"/>
            </a:xfrm>
            <a:custGeom>
              <a:avLst/>
              <a:gdLst>
                <a:gd name="connsiteX0" fmla="*/ 29238 w 43094"/>
                <a:gd name="connsiteY0" fmla="*/ 46156 h 135432"/>
                <a:gd name="connsiteX1" fmla="*/ 1045 w 43094"/>
                <a:gd name="connsiteY1" fmla="*/ 48383 h 135432"/>
                <a:gd name="connsiteX2" fmla="*/ 1045 w 43094"/>
                <a:gd name="connsiteY2" fmla="*/ 54659 h 135432"/>
                <a:gd name="connsiteX3" fmla="*/ 15947 w 43094"/>
                <a:gd name="connsiteY3" fmla="*/ 65793 h 135432"/>
                <a:gd name="connsiteX4" fmla="*/ 15947 w 43094"/>
                <a:gd name="connsiteY4" fmla="*/ 120250 h 135432"/>
                <a:gd name="connsiteX5" fmla="*/ 240 w 43094"/>
                <a:gd name="connsiteY5" fmla="*/ 129360 h 135432"/>
                <a:gd name="connsiteX6" fmla="*/ 240 w 43094"/>
                <a:gd name="connsiteY6" fmla="*/ 135635 h 135432"/>
                <a:gd name="connsiteX7" fmla="*/ 22391 w 43094"/>
                <a:gd name="connsiteY7" fmla="*/ 135028 h 135432"/>
                <a:gd name="connsiteX8" fmla="*/ 43334 w 43094"/>
                <a:gd name="connsiteY8" fmla="*/ 135635 h 135432"/>
                <a:gd name="connsiteX9" fmla="*/ 43334 w 43094"/>
                <a:gd name="connsiteY9" fmla="*/ 129360 h 135432"/>
                <a:gd name="connsiteX10" fmla="*/ 29238 w 43094"/>
                <a:gd name="connsiteY10" fmla="*/ 120452 h 135432"/>
                <a:gd name="connsiteX11" fmla="*/ 29238 w 43094"/>
                <a:gd name="connsiteY11" fmla="*/ 46156 h 135432"/>
                <a:gd name="connsiteX12" fmla="*/ 30044 w 43094"/>
                <a:gd name="connsiteY12" fmla="*/ 10932 h 135432"/>
                <a:gd name="connsiteX13" fmla="*/ 19371 w 43094"/>
                <a:gd name="connsiteY13" fmla="*/ 202 h 135432"/>
                <a:gd name="connsiteX14" fmla="*/ 8698 w 43094"/>
                <a:gd name="connsiteY14" fmla="*/ 10932 h 135432"/>
                <a:gd name="connsiteX15" fmla="*/ 19371 w 43094"/>
                <a:gd name="connsiteY15" fmla="*/ 21661 h 135432"/>
                <a:gd name="connsiteX16" fmla="*/ 30044 w 43094"/>
                <a:gd name="connsiteY16" fmla="*/ 10932 h 1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094" h="135432">
                  <a:moveTo>
                    <a:pt x="29238" y="46156"/>
                  </a:moveTo>
                  <a:lnTo>
                    <a:pt x="1045" y="48383"/>
                  </a:lnTo>
                  <a:lnTo>
                    <a:pt x="1045" y="54659"/>
                  </a:lnTo>
                  <a:cubicBezTo>
                    <a:pt x="14135" y="54659"/>
                    <a:pt x="15947" y="55873"/>
                    <a:pt x="15947" y="65793"/>
                  </a:cubicBezTo>
                  <a:lnTo>
                    <a:pt x="15947" y="120250"/>
                  </a:lnTo>
                  <a:cubicBezTo>
                    <a:pt x="15947" y="129360"/>
                    <a:pt x="13732" y="129360"/>
                    <a:pt x="240" y="129360"/>
                  </a:cubicBezTo>
                  <a:lnTo>
                    <a:pt x="240" y="135635"/>
                  </a:lnTo>
                  <a:cubicBezTo>
                    <a:pt x="6684" y="135433"/>
                    <a:pt x="17558" y="135028"/>
                    <a:pt x="22391" y="135028"/>
                  </a:cubicBezTo>
                  <a:cubicBezTo>
                    <a:pt x="29439" y="135028"/>
                    <a:pt x="36488" y="135433"/>
                    <a:pt x="43334" y="135635"/>
                  </a:cubicBezTo>
                  <a:lnTo>
                    <a:pt x="43334" y="129360"/>
                  </a:lnTo>
                  <a:cubicBezTo>
                    <a:pt x="30044" y="129360"/>
                    <a:pt x="29238" y="128347"/>
                    <a:pt x="29238" y="120452"/>
                  </a:cubicBezTo>
                  <a:lnTo>
                    <a:pt x="29238" y="46156"/>
                  </a:lnTo>
                  <a:close/>
                  <a:moveTo>
                    <a:pt x="30044" y="10932"/>
                  </a:moveTo>
                  <a:cubicBezTo>
                    <a:pt x="30044" y="4453"/>
                    <a:pt x="25009" y="202"/>
                    <a:pt x="19371" y="202"/>
                  </a:cubicBezTo>
                  <a:cubicBezTo>
                    <a:pt x="13128" y="202"/>
                    <a:pt x="8698" y="5668"/>
                    <a:pt x="8698" y="10932"/>
                  </a:cubicBezTo>
                  <a:cubicBezTo>
                    <a:pt x="8698" y="16398"/>
                    <a:pt x="13128" y="21661"/>
                    <a:pt x="19371" y="21661"/>
                  </a:cubicBezTo>
                  <a:cubicBezTo>
                    <a:pt x="25009" y="21661"/>
                    <a:pt x="30044" y="17410"/>
                    <a:pt x="30044" y="109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22" name="Freeform 921">
              <a:extLst>
                <a:ext uri="{FF2B5EF4-FFF2-40B4-BE49-F238E27FC236}">
                  <a16:creationId xmlns:a16="http://schemas.microsoft.com/office/drawing/2014/main" id="{7130F5EC-6AF9-295D-4A9F-2FEA916BB526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9179484" y="6419155"/>
              <a:ext cx="77932" cy="92920"/>
            </a:xfrm>
            <a:custGeom>
              <a:avLst/>
              <a:gdLst>
                <a:gd name="connsiteX0" fmla="*/ 17158 w 77932"/>
                <a:gd name="connsiteY0" fmla="*/ 39881 h 92920"/>
                <a:gd name="connsiteX1" fmla="*/ 42129 w 77932"/>
                <a:gd name="connsiteY1" fmla="*/ 4656 h 92920"/>
                <a:gd name="connsiteX2" fmla="*/ 64884 w 77932"/>
                <a:gd name="connsiteY2" fmla="*/ 39881 h 92920"/>
                <a:gd name="connsiteX3" fmla="*/ 17158 w 77932"/>
                <a:gd name="connsiteY3" fmla="*/ 39881 h 92920"/>
                <a:gd name="connsiteX4" fmla="*/ 16957 w 77932"/>
                <a:gd name="connsiteY4" fmla="*/ 44132 h 92920"/>
                <a:gd name="connsiteX5" fmla="*/ 73141 w 77932"/>
                <a:gd name="connsiteY5" fmla="*/ 44132 h 92920"/>
                <a:gd name="connsiteX6" fmla="*/ 78175 w 77932"/>
                <a:gd name="connsiteY6" fmla="*/ 39881 h 92920"/>
                <a:gd name="connsiteX7" fmla="*/ 42129 w 77932"/>
                <a:gd name="connsiteY7" fmla="*/ 202 h 92920"/>
                <a:gd name="connsiteX8" fmla="*/ 243 w 77932"/>
                <a:gd name="connsiteY8" fmla="*/ 46359 h 92920"/>
                <a:gd name="connsiteX9" fmla="*/ 44545 w 77932"/>
                <a:gd name="connsiteY9" fmla="*/ 93123 h 92920"/>
                <a:gd name="connsiteX10" fmla="*/ 78175 w 77932"/>
                <a:gd name="connsiteY10" fmla="*/ 66805 h 92920"/>
                <a:gd name="connsiteX11" fmla="*/ 75557 w 77932"/>
                <a:gd name="connsiteY11" fmla="*/ 64376 h 92920"/>
                <a:gd name="connsiteX12" fmla="*/ 72939 w 77932"/>
                <a:gd name="connsiteY12" fmla="*/ 67210 h 92920"/>
                <a:gd name="connsiteX13" fmla="*/ 45754 w 77932"/>
                <a:gd name="connsiteY13" fmla="*/ 88062 h 92920"/>
                <a:gd name="connsiteX14" fmla="*/ 22998 w 77932"/>
                <a:gd name="connsiteY14" fmla="*/ 74498 h 92920"/>
                <a:gd name="connsiteX15" fmla="*/ 16957 w 77932"/>
                <a:gd name="connsiteY15" fmla="*/ 4413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932" h="92920">
                  <a:moveTo>
                    <a:pt x="17158" y="39881"/>
                  </a:moveTo>
                  <a:cubicBezTo>
                    <a:pt x="18367" y="9717"/>
                    <a:pt x="35282" y="4656"/>
                    <a:pt x="42129" y="4656"/>
                  </a:cubicBezTo>
                  <a:cubicBezTo>
                    <a:pt x="62870" y="4656"/>
                    <a:pt x="64884" y="31985"/>
                    <a:pt x="64884" y="39881"/>
                  </a:cubicBezTo>
                  <a:lnTo>
                    <a:pt x="17158" y="39881"/>
                  </a:lnTo>
                  <a:close/>
                  <a:moveTo>
                    <a:pt x="16957" y="44132"/>
                  </a:moveTo>
                  <a:lnTo>
                    <a:pt x="73141" y="44132"/>
                  </a:lnTo>
                  <a:cubicBezTo>
                    <a:pt x="77571" y="44132"/>
                    <a:pt x="78175" y="44132"/>
                    <a:pt x="78175" y="39881"/>
                  </a:cubicBezTo>
                  <a:cubicBezTo>
                    <a:pt x="78175" y="19839"/>
                    <a:pt x="67301" y="202"/>
                    <a:pt x="42129" y="202"/>
                  </a:cubicBezTo>
                  <a:cubicBezTo>
                    <a:pt x="18769" y="202"/>
                    <a:pt x="243" y="21054"/>
                    <a:pt x="243" y="46359"/>
                  </a:cubicBezTo>
                  <a:cubicBezTo>
                    <a:pt x="243" y="73486"/>
                    <a:pt x="21387" y="93123"/>
                    <a:pt x="44545" y="93123"/>
                  </a:cubicBezTo>
                  <a:cubicBezTo>
                    <a:pt x="69113" y="93123"/>
                    <a:pt x="78175" y="70652"/>
                    <a:pt x="78175" y="66805"/>
                  </a:cubicBezTo>
                  <a:cubicBezTo>
                    <a:pt x="78175" y="64781"/>
                    <a:pt x="76564" y="64376"/>
                    <a:pt x="75557" y="64376"/>
                  </a:cubicBezTo>
                  <a:cubicBezTo>
                    <a:pt x="73745" y="64376"/>
                    <a:pt x="73342" y="65591"/>
                    <a:pt x="72939" y="67210"/>
                  </a:cubicBezTo>
                  <a:cubicBezTo>
                    <a:pt x="65891" y="88062"/>
                    <a:pt x="47767" y="88062"/>
                    <a:pt x="45754" y="88062"/>
                  </a:cubicBezTo>
                  <a:cubicBezTo>
                    <a:pt x="35685" y="88062"/>
                    <a:pt x="27630" y="81988"/>
                    <a:pt x="22998" y="74498"/>
                  </a:cubicBezTo>
                  <a:cubicBezTo>
                    <a:pt x="16957" y="64781"/>
                    <a:pt x="16957" y="51420"/>
                    <a:pt x="16957" y="4413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23" name="Freeform 922">
              <a:extLst>
                <a:ext uri="{FF2B5EF4-FFF2-40B4-BE49-F238E27FC236}">
                  <a16:creationId xmlns:a16="http://schemas.microsoft.com/office/drawing/2014/main" id="{EB994E4E-941F-40F3-13FD-6B347736799C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9268984" y="6420370"/>
              <a:ext cx="67662" cy="89478"/>
            </a:xfrm>
            <a:custGeom>
              <a:avLst/>
              <a:gdLst>
                <a:gd name="connsiteX0" fmla="*/ 28238 w 67662"/>
                <a:gd name="connsiteY0" fmla="*/ 22471 h 89478"/>
                <a:gd name="connsiteX1" fmla="*/ 28238 w 67662"/>
                <a:gd name="connsiteY1" fmla="*/ 202 h 89478"/>
                <a:gd name="connsiteX2" fmla="*/ 247 w 67662"/>
                <a:gd name="connsiteY2" fmla="*/ 2429 h 89478"/>
                <a:gd name="connsiteX3" fmla="*/ 247 w 67662"/>
                <a:gd name="connsiteY3" fmla="*/ 8705 h 89478"/>
                <a:gd name="connsiteX4" fmla="*/ 15954 w 67662"/>
                <a:gd name="connsiteY4" fmla="*/ 20041 h 89478"/>
                <a:gd name="connsiteX5" fmla="*/ 15954 w 67662"/>
                <a:gd name="connsiteY5" fmla="*/ 74296 h 89478"/>
                <a:gd name="connsiteX6" fmla="*/ 247 w 67662"/>
                <a:gd name="connsiteY6" fmla="*/ 83405 h 89478"/>
                <a:gd name="connsiteX7" fmla="*/ 247 w 67662"/>
                <a:gd name="connsiteY7" fmla="*/ 89681 h 89478"/>
                <a:gd name="connsiteX8" fmla="*/ 23204 w 67662"/>
                <a:gd name="connsiteY8" fmla="*/ 89074 h 89478"/>
                <a:gd name="connsiteX9" fmla="*/ 48779 w 67662"/>
                <a:gd name="connsiteY9" fmla="*/ 89681 h 89478"/>
                <a:gd name="connsiteX10" fmla="*/ 48779 w 67662"/>
                <a:gd name="connsiteY10" fmla="*/ 83405 h 89478"/>
                <a:gd name="connsiteX11" fmla="*/ 44550 w 67662"/>
                <a:gd name="connsiteY11" fmla="*/ 83405 h 89478"/>
                <a:gd name="connsiteX12" fmla="*/ 29245 w 67662"/>
                <a:gd name="connsiteY12" fmla="*/ 73891 h 89478"/>
                <a:gd name="connsiteX13" fmla="*/ 29245 w 67662"/>
                <a:gd name="connsiteY13" fmla="*/ 42715 h 89478"/>
                <a:gd name="connsiteX14" fmla="*/ 53008 w 67662"/>
                <a:gd name="connsiteY14" fmla="*/ 4656 h 89478"/>
                <a:gd name="connsiteX15" fmla="*/ 55223 w 67662"/>
                <a:gd name="connsiteY15" fmla="*/ 4858 h 89478"/>
                <a:gd name="connsiteX16" fmla="*/ 50591 w 67662"/>
                <a:gd name="connsiteY16" fmla="*/ 12754 h 89478"/>
                <a:gd name="connsiteX17" fmla="*/ 59250 w 67662"/>
                <a:gd name="connsiteY17" fmla="*/ 21459 h 89478"/>
                <a:gd name="connsiteX18" fmla="*/ 67909 w 67662"/>
                <a:gd name="connsiteY18" fmla="*/ 12551 h 89478"/>
                <a:gd name="connsiteX19" fmla="*/ 53008 w 67662"/>
                <a:gd name="connsiteY19" fmla="*/ 202 h 89478"/>
                <a:gd name="connsiteX20" fmla="*/ 28238 w 67662"/>
                <a:gd name="connsiteY20" fmla="*/ 22471 h 8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662" h="89478">
                  <a:moveTo>
                    <a:pt x="28238" y="22471"/>
                  </a:moveTo>
                  <a:lnTo>
                    <a:pt x="28238" y="202"/>
                  </a:lnTo>
                  <a:lnTo>
                    <a:pt x="247" y="2429"/>
                  </a:lnTo>
                  <a:lnTo>
                    <a:pt x="247" y="8705"/>
                  </a:lnTo>
                  <a:cubicBezTo>
                    <a:pt x="14343" y="8705"/>
                    <a:pt x="15954" y="10122"/>
                    <a:pt x="15954" y="20041"/>
                  </a:cubicBezTo>
                  <a:lnTo>
                    <a:pt x="15954" y="74296"/>
                  </a:lnTo>
                  <a:cubicBezTo>
                    <a:pt x="15954" y="83405"/>
                    <a:pt x="13739" y="83405"/>
                    <a:pt x="247" y="83405"/>
                  </a:cubicBezTo>
                  <a:lnTo>
                    <a:pt x="247" y="89681"/>
                  </a:lnTo>
                  <a:cubicBezTo>
                    <a:pt x="8101" y="89479"/>
                    <a:pt x="17565" y="89074"/>
                    <a:pt x="23204" y="89074"/>
                  </a:cubicBezTo>
                  <a:cubicBezTo>
                    <a:pt x="31259" y="89074"/>
                    <a:pt x="40724" y="89074"/>
                    <a:pt x="48779" y="89681"/>
                  </a:cubicBezTo>
                  <a:lnTo>
                    <a:pt x="48779" y="83405"/>
                  </a:lnTo>
                  <a:lnTo>
                    <a:pt x="44550" y="83405"/>
                  </a:lnTo>
                  <a:cubicBezTo>
                    <a:pt x="29648" y="83405"/>
                    <a:pt x="29245" y="81179"/>
                    <a:pt x="29245" y="73891"/>
                  </a:cubicBezTo>
                  <a:lnTo>
                    <a:pt x="29245" y="42715"/>
                  </a:lnTo>
                  <a:cubicBezTo>
                    <a:pt x="29245" y="22673"/>
                    <a:pt x="37703" y="4656"/>
                    <a:pt x="53008" y="4656"/>
                  </a:cubicBezTo>
                  <a:cubicBezTo>
                    <a:pt x="54417" y="4656"/>
                    <a:pt x="54820" y="4656"/>
                    <a:pt x="55223" y="4858"/>
                  </a:cubicBezTo>
                  <a:cubicBezTo>
                    <a:pt x="54619" y="5061"/>
                    <a:pt x="50591" y="7490"/>
                    <a:pt x="50591" y="12754"/>
                  </a:cubicBezTo>
                  <a:cubicBezTo>
                    <a:pt x="50591" y="18422"/>
                    <a:pt x="54820" y="21459"/>
                    <a:pt x="59250" y="21459"/>
                  </a:cubicBezTo>
                  <a:cubicBezTo>
                    <a:pt x="62875" y="21459"/>
                    <a:pt x="67909" y="19029"/>
                    <a:pt x="67909" y="12551"/>
                  </a:cubicBezTo>
                  <a:cubicBezTo>
                    <a:pt x="67909" y="6073"/>
                    <a:pt x="61667" y="202"/>
                    <a:pt x="53008" y="202"/>
                  </a:cubicBezTo>
                  <a:cubicBezTo>
                    <a:pt x="38307" y="202"/>
                    <a:pt x="31058" y="13766"/>
                    <a:pt x="28238" y="22471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  <p:sp>
          <p:nvSpPr>
            <p:cNvPr id="924" name="Freeform 923">
              <a:extLst>
                <a:ext uri="{FF2B5EF4-FFF2-40B4-BE49-F238E27FC236}">
                  <a16:creationId xmlns:a16="http://schemas.microsoft.com/office/drawing/2014/main" id="{B63E020A-3510-EEBA-C7BC-C1411F493F60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9348864" y="6419155"/>
              <a:ext cx="65849" cy="92920"/>
            </a:xfrm>
            <a:custGeom>
              <a:avLst/>
              <a:gdLst>
                <a:gd name="connsiteX0" fmla="*/ 35492 w 65849"/>
                <a:gd name="connsiteY0" fmla="*/ 51622 h 92920"/>
                <a:gd name="connsiteX1" fmla="*/ 56435 w 65849"/>
                <a:gd name="connsiteY1" fmla="*/ 70247 h 92920"/>
                <a:gd name="connsiteX2" fmla="*/ 33679 w 65849"/>
                <a:gd name="connsiteY2" fmla="*/ 88669 h 92920"/>
                <a:gd name="connsiteX3" fmla="*/ 5688 w 65849"/>
                <a:gd name="connsiteY3" fmla="*/ 59922 h 92920"/>
                <a:gd name="connsiteX4" fmla="*/ 2869 w 65849"/>
                <a:gd name="connsiteY4" fmla="*/ 56481 h 92920"/>
                <a:gd name="connsiteX5" fmla="*/ 251 w 65849"/>
                <a:gd name="connsiteY5" fmla="*/ 61542 h 92920"/>
                <a:gd name="connsiteX6" fmla="*/ 251 w 65849"/>
                <a:gd name="connsiteY6" fmla="*/ 88264 h 92920"/>
                <a:gd name="connsiteX7" fmla="*/ 2466 w 65849"/>
                <a:gd name="connsiteY7" fmla="*/ 93123 h 92920"/>
                <a:gd name="connsiteX8" fmla="*/ 7501 w 65849"/>
                <a:gd name="connsiteY8" fmla="*/ 89074 h 92920"/>
                <a:gd name="connsiteX9" fmla="*/ 11528 w 65849"/>
                <a:gd name="connsiteY9" fmla="*/ 84418 h 92920"/>
                <a:gd name="connsiteX10" fmla="*/ 33679 w 65849"/>
                <a:gd name="connsiteY10" fmla="*/ 93123 h 92920"/>
                <a:gd name="connsiteX11" fmla="*/ 66101 w 65849"/>
                <a:gd name="connsiteY11" fmla="*/ 64983 h 92920"/>
                <a:gd name="connsiteX12" fmla="*/ 57643 w 65849"/>
                <a:gd name="connsiteY12" fmla="*/ 45751 h 92920"/>
                <a:gd name="connsiteX13" fmla="*/ 34686 w 65849"/>
                <a:gd name="connsiteY13" fmla="*/ 36034 h 92920"/>
                <a:gd name="connsiteX14" fmla="*/ 9917 w 65849"/>
                <a:gd name="connsiteY14" fmla="*/ 19434 h 92920"/>
                <a:gd name="connsiteX15" fmla="*/ 32471 w 65849"/>
                <a:gd name="connsiteY15" fmla="*/ 4049 h 92920"/>
                <a:gd name="connsiteX16" fmla="*/ 56032 w 65849"/>
                <a:gd name="connsiteY16" fmla="*/ 28544 h 92920"/>
                <a:gd name="connsiteX17" fmla="*/ 58449 w 65849"/>
                <a:gd name="connsiteY17" fmla="*/ 30366 h 92920"/>
                <a:gd name="connsiteX18" fmla="*/ 61066 w 65849"/>
                <a:gd name="connsiteY18" fmla="*/ 25507 h 92920"/>
                <a:gd name="connsiteX19" fmla="*/ 61066 w 65849"/>
                <a:gd name="connsiteY19" fmla="*/ 5061 h 92920"/>
                <a:gd name="connsiteX20" fmla="*/ 58851 w 65849"/>
                <a:gd name="connsiteY20" fmla="*/ 202 h 92920"/>
                <a:gd name="connsiteX21" fmla="*/ 54824 w 65849"/>
                <a:gd name="connsiteY21" fmla="*/ 2632 h 92920"/>
                <a:gd name="connsiteX22" fmla="*/ 51400 w 65849"/>
                <a:gd name="connsiteY22" fmla="*/ 5871 h 92920"/>
                <a:gd name="connsiteX23" fmla="*/ 32471 w 65849"/>
                <a:gd name="connsiteY23" fmla="*/ 202 h 92920"/>
                <a:gd name="connsiteX24" fmla="*/ 251 w 65849"/>
                <a:gd name="connsiteY24" fmla="*/ 25102 h 92920"/>
                <a:gd name="connsiteX25" fmla="*/ 8910 w 65849"/>
                <a:gd name="connsiteY25" fmla="*/ 42310 h 92920"/>
                <a:gd name="connsiteX26" fmla="*/ 35492 w 65849"/>
                <a:gd name="connsiteY26" fmla="*/ 51622 h 9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5849" h="92920">
                  <a:moveTo>
                    <a:pt x="35492" y="51622"/>
                  </a:moveTo>
                  <a:cubicBezTo>
                    <a:pt x="39922" y="52432"/>
                    <a:pt x="56435" y="55671"/>
                    <a:pt x="56435" y="70247"/>
                  </a:cubicBezTo>
                  <a:cubicBezTo>
                    <a:pt x="56435" y="80571"/>
                    <a:pt x="49387" y="88669"/>
                    <a:pt x="33679" y="88669"/>
                  </a:cubicBezTo>
                  <a:cubicBezTo>
                    <a:pt x="16764" y="88669"/>
                    <a:pt x="9514" y="77130"/>
                    <a:pt x="5688" y="59922"/>
                  </a:cubicBezTo>
                  <a:cubicBezTo>
                    <a:pt x="5084" y="57291"/>
                    <a:pt x="4883" y="56481"/>
                    <a:pt x="2869" y="56481"/>
                  </a:cubicBezTo>
                  <a:cubicBezTo>
                    <a:pt x="251" y="56481"/>
                    <a:pt x="251" y="57898"/>
                    <a:pt x="251" y="61542"/>
                  </a:cubicBezTo>
                  <a:lnTo>
                    <a:pt x="251" y="88264"/>
                  </a:lnTo>
                  <a:cubicBezTo>
                    <a:pt x="251" y="91706"/>
                    <a:pt x="251" y="93123"/>
                    <a:pt x="2466" y="93123"/>
                  </a:cubicBezTo>
                  <a:cubicBezTo>
                    <a:pt x="3473" y="93123"/>
                    <a:pt x="3674" y="92920"/>
                    <a:pt x="7501" y="89074"/>
                  </a:cubicBezTo>
                  <a:cubicBezTo>
                    <a:pt x="7903" y="88669"/>
                    <a:pt x="7903" y="88264"/>
                    <a:pt x="11528" y="84418"/>
                  </a:cubicBezTo>
                  <a:cubicBezTo>
                    <a:pt x="20389" y="92920"/>
                    <a:pt x="29451" y="93123"/>
                    <a:pt x="33679" y="93123"/>
                  </a:cubicBezTo>
                  <a:cubicBezTo>
                    <a:pt x="56838" y="93123"/>
                    <a:pt x="66101" y="79559"/>
                    <a:pt x="66101" y="64983"/>
                  </a:cubicBezTo>
                  <a:cubicBezTo>
                    <a:pt x="66101" y="54254"/>
                    <a:pt x="60060" y="48181"/>
                    <a:pt x="57643" y="45751"/>
                  </a:cubicBezTo>
                  <a:cubicBezTo>
                    <a:pt x="50998" y="39273"/>
                    <a:pt x="43144" y="37654"/>
                    <a:pt x="34686" y="36034"/>
                  </a:cubicBezTo>
                  <a:cubicBezTo>
                    <a:pt x="23409" y="33807"/>
                    <a:pt x="9917" y="31176"/>
                    <a:pt x="9917" y="19434"/>
                  </a:cubicBezTo>
                  <a:cubicBezTo>
                    <a:pt x="9917" y="12349"/>
                    <a:pt x="15153" y="4049"/>
                    <a:pt x="32471" y="4049"/>
                  </a:cubicBezTo>
                  <a:cubicBezTo>
                    <a:pt x="54622" y="4049"/>
                    <a:pt x="55629" y="22268"/>
                    <a:pt x="56032" y="28544"/>
                  </a:cubicBezTo>
                  <a:cubicBezTo>
                    <a:pt x="56233" y="30366"/>
                    <a:pt x="58046" y="30366"/>
                    <a:pt x="58449" y="30366"/>
                  </a:cubicBezTo>
                  <a:cubicBezTo>
                    <a:pt x="61066" y="30366"/>
                    <a:pt x="61066" y="29354"/>
                    <a:pt x="61066" y="25507"/>
                  </a:cubicBezTo>
                  <a:lnTo>
                    <a:pt x="61066" y="5061"/>
                  </a:lnTo>
                  <a:cubicBezTo>
                    <a:pt x="61066" y="1619"/>
                    <a:pt x="61066" y="202"/>
                    <a:pt x="58851" y="202"/>
                  </a:cubicBezTo>
                  <a:cubicBezTo>
                    <a:pt x="57844" y="202"/>
                    <a:pt x="57442" y="202"/>
                    <a:pt x="54824" y="2632"/>
                  </a:cubicBezTo>
                  <a:cubicBezTo>
                    <a:pt x="54220" y="3441"/>
                    <a:pt x="52206" y="5263"/>
                    <a:pt x="51400" y="5871"/>
                  </a:cubicBezTo>
                  <a:cubicBezTo>
                    <a:pt x="43748" y="202"/>
                    <a:pt x="35492" y="202"/>
                    <a:pt x="32471" y="202"/>
                  </a:cubicBezTo>
                  <a:cubicBezTo>
                    <a:pt x="7903" y="202"/>
                    <a:pt x="251" y="13766"/>
                    <a:pt x="251" y="25102"/>
                  </a:cubicBezTo>
                  <a:cubicBezTo>
                    <a:pt x="251" y="32188"/>
                    <a:pt x="3473" y="37856"/>
                    <a:pt x="8910" y="42310"/>
                  </a:cubicBezTo>
                  <a:cubicBezTo>
                    <a:pt x="15354" y="47573"/>
                    <a:pt x="20993" y="48788"/>
                    <a:pt x="35492" y="51622"/>
                  </a:cubicBezTo>
                  <a:close/>
                </a:path>
              </a:pathLst>
            </a:custGeom>
            <a:solidFill>
              <a:srgbClr val="000000"/>
            </a:solidFill>
            <a:ln w="124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KR"/>
            </a:p>
          </p:txBody>
        </p:sp>
      </p:grpSp>
      <p:sp>
        <p:nvSpPr>
          <p:cNvPr id="925" name="Rounded Rectangle 924">
            <a:extLst>
              <a:ext uri="{FF2B5EF4-FFF2-40B4-BE49-F238E27FC236}">
                <a16:creationId xmlns:a16="http://schemas.microsoft.com/office/drawing/2014/main" id="{68C837C5-0CA8-2766-C16D-C94B5019A6F8}"/>
              </a:ext>
            </a:extLst>
          </p:cNvPr>
          <p:cNvSpPr/>
          <p:nvPr/>
        </p:nvSpPr>
        <p:spPr>
          <a:xfrm>
            <a:off x="1659474" y="2735949"/>
            <a:ext cx="7502510" cy="1738236"/>
          </a:xfrm>
          <a:prstGeom prst="roundRect">
            <a:avLst>
              <a:gd name="adj" fmla="val 9292"/>
            </a:avLst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26" name="Picture 925">
            <a:extLst>
              <a:ext uri="{FF2B5EF4-FFF2-40B4-BE49-F238E27FC236}">
                <a16:creationId xmlns:a16="http://schemas.microsoft.com/office/drawing/2014/main" id="{C35AB7FD-56B2-15AD-8DB1-D50ADDFC27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983" y="1683516"/>
            <a:ext cx="1970227" cy="741274"/>
          </a:xfrm>
          <a:prstGeom prst="rect">
            <a:avLst/>
          </a:prstGeom>
        </p:spPr>
      </p:pic>
      <p:pic>
        <p:nvPicPr>
          <p:cNvPr id="927" name="Picture 926">
            <a:extLst>
              <a:ext uri="{FF2B5EF4-FFF2-40B4-BE49-F238E27FC236}">
                <a16:creationId xmlns:a16="http://schemas.microsoft.com/office/drawing/2014/main" id="{330A61D5-5A4C-B18B-4278-612662198CA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672" y="2159905"/>
            <a:ext cx="3536634" cy="244232"/>
          </a:xfrm>
          <a:prstGeom prst="rect">
            <a:avLst/>
          </a:prstGeom>
        </p:spPr>
      </p:pic>
      <p:pic>
        <p:nvPicPr>
          <p:cNvPr id="928" name="Picture 927">
            <a:extLst>
              <a:ext uri="{FF2B5EF4-FFF2-40B4-BE49-F238E27FC236}">
                <a16:creationId xmlns:a16="http://schemas.microsoft.com/office/drawing/2014/main" id="{C1FB219F-C198-919D-5256-CBD807486F9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337" y="1692544"/>
            <a:ext cx="2218944" cy="385268"/>
          </a:xfrm>
          <a:prstGeom prst="rect">
            <a:avLst/>
          </a:prstGeom>
        </p:spPr>
      </p:pic>
      <p:sp>
        <p:nvSpPr>
          <p:cNvPr id="930" name="Right Arrow 929">
            <a:extLst>
              <a:ext uri="{FF2B5EF4-FFF2-40B4-BE49-F238E27FC236}">
                <a16:creationId xmlns:a16="http://schemas.microsoft.com/office/drawing/2014/main" id="{7FFF3BBB-FD3F-0E83-7485-E2FA84828695}"/>
              </a:ext>
            </a:extLst>
          </p:cNvPr>
          <p:cNvSpPr/>
          <p:nvPr/>
        </p:nvSpPr>
        <p:spPr>
          <a:xfrm>
            <a:off x="5007786" y="1515376"/>
            <a:ext cx="2068057" cy="1091279"/>
          </a:xfrm>
          <a:prstGeom prst="rightArrow">
            <a:avLst/>
          </a:prstGeom>
          <a:gradFill>
            <a:gsLst>
              <a:gs pos="46000">
                <a:schemeClr val="accent1">
                  <a:lumMod val="5000"/>
                  <a:lumOff val="95000"/>
                </a:schemeClr>
              </a:gs>
              <a:gs pos="100000">
                <a:srgbClr val="7CA2D6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31" name="CuadroTexto 5 3">
            <a:extLst>
              <a:ext uri="{FF2B5EF4-FFF2-40B4-BE49-F238E27FC236}">
                <a16:creationId xmlns:a16="http://schemas.microsoft.com/office/drawing/2014/main" id="{C4D4FAC6-A3B3-19FE-A94E-5033BCCF1FC6}"/>
              </a:ext>
            </a:extLst>
          </p:cNvPr>
          <p:cNvSpPr txBox="1"/>
          <p:nvPr/>
        </p:nvSpPr>
        <p:spPr>
          <a:xfrm>
            <a:off x="5007786" y="1692544"/>
            <a:ext cx="1927363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>
                <a:latin typeface="Montserrat Light" panose="00000400000000000000" pitchFamily="2" charset="0"/>
              </a:rPr>
              <a:t>Find </a:t>
            </a:r>
            <a:r>
              <a:rPr lang="en-US" sz="1400" dirty="0" err="1">
                <a:latin typeface="Montserrat Light" panose="00000400000000000000" pitchFamily="2" charset="0"/>
              </a:rPr>
              <a:t>Lagrangian</a:t>
            </a:r>
            <a:r>
              <a:rPr lang="en-US" sz="1400" dirty="0">
                <a:latin typeface="Montserrat Light" panose="00000400000000000000" pitchFamily="2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Montserrat Light" panose="00000400000000000000" pitchFamily="2" charset="0"/>
              </a:rPr>
              <a:t>dual problem</a:t>
            </a:r>
            <a:endParaRPr lang="es-ES" sz="1400" dirty="0">
              <a:latin typeface="Montserrat Light" panose="00000400000000000000" pitchFamily="2" charset="0"/>
            </a:endParaRPr>
          </a:p>
        </p:txBody>
      </p:sp>
      <p:pic>
        <p:nvPicPr>
          <p:cNvPr id="933" name="Picture 932">
            <a:extLst>
              <a:ext uri="{FF2B5EF4-FFF2-40B4-BE49-F238E27FC236}">
                <a16:creationId xmlns:a16="http://schemas.microsoft.com/office/drawing/2014/main" id="{5B5CEAD8-C497-1AB3-BE85-BD911213517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706" y="3276855"/>
            <a:ext cx="4524045" cy="1043637"/>
          </a:xfrm>
          <a:prstGeom prst="rect">
            <a:avLst/>
          </a:prstGeom>
        </p:spPr>
      </p:pic>
      <p:cxnSp>
        <p:nvCxnSpPr>
          <p:cNvPr id="934" name="Straight Arrow Connector 933">
            <a:extLst>
              <a:ext uri="{FF2B5EF4-FFF2-40B4-BE49-F238E27FC236}">
                <a16:creationId xmlns:a16="http://schemas.microsoft.com/office/drawing/2014/main" id="{CBFFDB22-E102-E464-1ACA-4329A92BFC31}"/>
              </a:ext>
            </a:extLst>
          </p:cNvPr>
          <p:cNvCxnSpPr>
            <a:cxnSpLocks/>
          </p:cNvCxnSpPr>
          <p:nvPr/>
        </p:nvCxnSpPr>
        <p:spPr>
          <a:xfrm>
            <a:off x="5075192" y="3894032"/>
            <a:ext cx="1744708" cy="9144"/>
          </a:xfrm>
          <a:prstGeom prst="straightConnector1">
            <a:avLst/>
          </a:prstGeom>
          <a:ln w="38100" cmpd="thinThick">
            <a:solidFill>
              <a:srgbClr val="0432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934">
            <a:extLst>
              <a:ext uri="{FF2B5EF4-FFF2-40B4-BE49-F238E27FC236}">
                <a16:creationId xmlns:a16="http://schemas.microsoft.com/office/drawing/2014/main" id="{6DB3D93E-DD96-327F-462F-8508992CC293}"/>
              </a:ext>
            </a:extLst>
          </p:cNvPr>
          <p:cNvCxnSpPr>
            <a:cxnSpLocks/>
          </p:cNvCxnSpPr>
          <p:nvPr/>
        </p:nvCxnSpPr>
        <p:spPr>
          <a:xfrm>
            <a:off x="5093480" y="3626375"/>
            <a:ext cx="0" cy="276801"/>
          </a:xfrm>
          <a:prstGeom prst="line">
            <a:avLst/>
          </a:prstGeom>
          <a:ln w="38100" cmpd="thinThick">
            <a:solidFill>
              <a:srgbClr val="0432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CuadroTexto 5 3 2">
            <a:extLst>
              <a:ext uri="{FF2B5EF4-FFF2-40B4-BE49-F238E27FC236}">
                <a16:creationId xmlns:a16="http://schemas.microsoft.com/office/drawing/2014/main" id="{C18FBDF9-FE85-9A57-38B3-A58EDF81D664}"/>
              </a:ext>
            </a:extLst>
          </p:cNvPr>
          <p:cNvSpPr txBox="1"/>
          <p:nvPr/>
        </p:nvSpPr>
        <p:spPr>
          <a:xfrm>
            <a:off x="1909305" y="2780488"/>
            <a:ext cx="4524046" cy="378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 err="1">
                <a:latin typeface="Montserrat Light" panose="00000400000000000000" pitchFamily="2" charset="0"/>
              </a:rPr>
              <a:t>Gradient</a:t>
            </a:r>
            <a:r>
              <a:rPr lang="es-ES" sz="1400" dirty="0">
                <a:latin typeface="Montserrat Light" panose="00000400000000000000" pitchFamily="2" charset="0"/>
              </a:rPr>
              <a:t> </a:t>
            </a:r>
            <a:r>
              <a:rPr lang="es-ES" sz="1400" dirty="0" err="1">
                <a:latin typeface="Montserrat Light" panose="00000400000000000000" pitchFamily="2" charset="0"/>
              </a:rPr>
              <a:t>descent</a:t>
            </a:r>
            <a:r>
              <a:rPr lang="es-ES" sz="1400" dirty="0">
                <a:latin typeface="Montserrat Light" panose="00000400000000000000" pitchFamily="2" charset="0"/>
              </a:rPr>
              <a:t>/</a:t>
            </a:r>
            <a:r>
              <a:rPr lang="es-ES" sz="1400" dirty="0" err="1">
                <a:latin typeface="Montserrat Light" panose="00000400000000000000" pitchFamily="2" charset="0"/>
              </a:rPr>
              <a:t>ascent</a:t>
            </a:r>
            <a:r>
              <a:rPr lang="es-ES" sz="1400" dirty="0">
                <a:latin typeface="Montserrat Light" panose="00000400000000000000" pitchFamily="2" charset="0"/>
              </a:rPr>
              <a:t> </a:t>
            </a:r>
            <a:r>
              <a:rPr lang="es-ES" sz="1400" dirty="0" err="1">
                <a:latin typeface="Montserrat Light" panose="00000400000000000000" pitchFamily="2" charset="0"/>
              </a:rPr>
              <a:t>methods</a:t>
            </a:r>
            <a:r>
              <a:rPr lang="es-ES" sz="1400" dirty="0">
                <a:latin typeface="Montserrat Light" panose="00000400000000000000" pitchFamily="2" charset="0"/>
              </a:rPr>
              <a:t> are </a:t>
            </a:r>
            <a:r>
              <a:rPr lang="es-ES" sz="1400" dirty="0" err="1">
                <a:latin typeface="Montserrat Light" panose="00000400000000000000" pitchFamily="2" charset="0"/>
              </a:rPr>
              <a:t>used</a:t>
            </a:r>
            <a:endParaRPr lang="es-ES" sz="1400" dirty="0">
              <a:latin typeface="Montserrat Light" panose="00000400000000000000" pitchFamily="2" charset="0"/>
            </a:endParaRPr>
          </a:p>
        </p:txBody>
      </p:sp>
      <p:sp>
        <p:nvSpPr>
          <p:cNvPr id="941" name="Rounded Rectangle 940">
            <a:extLst>
              <a:ext uri="{FF2B5EF4-FFF2-40B4-BE49-F238E27FC236}">
                <a16:creationId xmlns:a16="http://schemas.microsoft.com/office/drawing/2014/main" id="{1627C1B0-8559-A6C4-1D10-333FD2D5FD7C}"/>
              </a:ext>
            </a:extLst>
          </p:cNvPr>
          <p:cNvSpPr/>
          <p:nvPr/>
        </p:nvSpPr>
        <p:spPr>
          <a:xfrm>
            <a:off x="4874652" y="3276855"/>
            <a:ext cx="659189" cy="380255"/>
          </a:xfrm>
          <a:prstGeom prst="roundRect">
            <a:avLst>
              <a:gd name="adj" fmla="val 9292"/>
            </a:avLst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70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9825-EAB3-4CCA-8193-7632E3D4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 1">
            <a:extLst>
              <a:ext uri="{FF2B5EF4-FFF2-40B4-BE49-F238E27FC236}">
                <a16:creationId xmlns:a16="http://schemas.microsoft.com/office/drawing/2014/main" id="{2442D610-EA5B-C5F3-869D-CE93DF9E85FF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Numerical Validation</a:t>
            </a:r>
            <a:endParaRPr lang="es-ES" dirty="0">
              <a:latin typeface="Montserrat Light" panose="000004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B76C0-2A7A-FC3C-F2EA-E648A37A5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351" y="5605033"/>
            <a:ext cx="3879982" cy="1041319"/>
          </a:xfrm>
          <a:prstGeom prst="rect">
            <a:avLst/>
          </a:prstGeom>
        </p:spPr>
      </p:pic>
      <p:sp>
        <p:nvSpPr>
          <p:cNvPr id="6" name="CuadroTexto 5 3 1">
            <a:extLst>
              <a:ext uri="{FF2B5EF4-FFF2-40B4-BE49-F238E27FC236}">
                <a16:creationId xmlns:a16="http://schemas.microsoft.com/office/drawing/2014/main" id="{FCD77ABD-4A2E-4AFA-0E4D-AF2F63615A28}"/>
              </a:ext>
            </a:extLst>
          </p:cNvPr>
          <p:cNvSpPr txBox="1"/>
          <p:nvPr/>
        </p:nvSpPr>
        <p:spPr>
          <a:xfrm>
            <a:off x="680129" y="1633059"/>
            <a:ext cx="11023764" cy="2525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MATLAB/SIMULINK R2024b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Interior permanent magnet SM’s (IPMSM’s) flux linkage maps were used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Identified from a real machine in laboratory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IPMSM was operated at the rated mechanical speed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Saturation function is defined 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dirty="0">
              <a:latin typeface="Montserrat Light" panose="00000400000000000000" pitchFamily="2" charset="0"/>
            </a:endParaRP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30FA0D09-9931-5377-A7F2-82132D9A3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893" y="1687847"/>
            <a:ext cx="3456000" cy="1080000"/>
          </a:xfrm>
          <a:prstGeom prst="rect">
            <a:avLst/>
          </a:prstGeom>
        </p:spPr>
      </p:pic>
      <p:pic>
        <p:nvPicPr>
          <p:cNvPr id="8" name="Picture 7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A38DC72C-92D7-9A38-A7B7-BEBC38179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029" y="4148311"/>
            <a:ext cx="3349725" cy="1892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5 3 2 1">
                <a:extLst>
                  <a:ext uri="{FF2B5EF4-FFF2-40B4-BE49-F238E27FC236}">
                    <a16:creationId xmlns:a16="http://schemas.microsoft.com/office/drawing/2014/main" id="{51D718B1-447F-4C26-54FE-69EA689CA1A5}"/>
                  </a:ext>
                </a:extLst>
              </p:cNvPr>
              <p:cNvSpPr txBox="1"/>
              <p:nvPr/>
            </p:nvSpPr>
            <p:spPr>
              <a:xfrm>
                <a:off x="7942614" y="2844277"/>
                <a:ext cx="4648757" cy="469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Fig 1. Stator flux linkages of IPMSM </a:t>
                </a:r>
              </a:p>
              <a:p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at the rated mechanical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12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69A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69A3"/>
                        </a:solidFill>
                        <a:latin typeface="Cambria Math" panose="02040503050406030204" pitchFamily="18" charset="0"/>
                      </a:rPr>
                      <m:t>𝟐𝟒𝟎</m:t>
                    </m:r>
                    <m:r>
                      <a:rPr lang="en-US" sz="1200" b="1" i="1" smtClean="0">
                        <a:solidFill>
                          <a:srgbClr val="0069A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1" i="1" smtClean="0">
                        <a:solidFill>
                          <a:srgbClr val="0069A3"/>
                        </a:solidFill>
                        <a:latin typeface="Cambria Math" panose="02040503050406030204" pitchFamily="18" charset="0"/>
                      </a:rPr>
                      <m:t>𝟖𝟓𝟓</m:t>
                    </m:r>
                  </m:oMath>
                </a14:m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rad/s</a:t>
                </a:r>
                <a:endParaRPr lang="es-ES" sz="1200" dirty="0">
                  <a:latin typeface="Montserrat Light" panose="00000400000000000000" pitchFamily="2" charset="0"/>
                </a:endParaRPr>
              </a:p>
            </p:txBody>
          </p:sp>
        </mc:Choice>
        <mc:Fallback xmlns="">
          <p:sp>
            <p:nvSpPr>
              <p:cNvPr id="10" name="CuadroTexto 5 3 2 1">
                <a:extLst>
                  <a:ext uri="{FF2B5EF4-FFF2-40B4-BE49-F238E27FC236}">
                    <a16:creationId xmlns:a16="http://schemas.microsoft.com/office/drawing/2014/main" id="{51D718B1-447F-4C26-54FE-69EA689CA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614" y="2844277"/>
                <a:ext cx="4648757" cy="469872"/>
              </a:xfrm>
              <a:prstGeom prst="rect">
                <a:avLst/>
              </a:prstGeom>
              <a:blipFill>
                <a:blip r:embed="rId7"/>
                <a:stretch>
                  <a:fillRect t="-2632" b="-526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5 3 2 2">
            <a:extLst>
              <a:ext uri="{FF2B5EF4-FFF2-40B4-BE49-F238E27FC236}">
                <a16:creationId xmlns:a16="http://schemas.microsoft.com/office/drawing/2014/main" id="{D7C9E356-F796-1F87-F275-F8712C84529E}"/>
              </a:ext>
            </a:extLst>
          </p:cNvPr>
          <p:cNvSpPr txBox="1"/>
          <p:nvPr/>
        </p:nvSpPr>
        <p:spPr>
          <a:xfrm>
            <a:off x="7651514" y="3840565"/>
            <a:ext cx="4648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Table 1. IPMSM parameters</a:t>
            </a:r>
            <a:endParaRPr lang="es-ES" sz="1200" dirty="0">
              <a:latin typeface="Montserrat Light" panose="00000400000000000000" pitchFamily="2" charset="0"/>
            </a:endParaRPr>
          </a:p>
        </p:txBody>
      </p:sp>
      <p:sp>
        <p:nvSpPr>
          <p:cNvPr id="13" name="CuadroTexto 5 2">
            <a:extLst>
              <a:ext uri="{FF2B5EF4-FFF2-40B4-BE49-F238E27FC236}">
                <a16:creationId xmlns:a16="http://schemas.microsoft.com/office/drawing/2014/main" id="{65E99C6B-3E74-B5F3-0191-DC2FA4631561}"/>
              </a:ext>
            </a:extLst>
          </p:cNvPr>
          <p:cNvSpPr txBox="1"/>
          <p:nvPr/>
        </p:nvSpPr>
        <p:spPr>
          <a:xfrm>
            <a:off x="488106" y="4454598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Comparative study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21" name="CuadroTexto 5 3 3">
            <a:extLst>
              <a:ext uri="{FF2B5EF4-FFF2-40B4-BE49-F238E27FC236}">
                <a16:creationId xmlns:a16="http://schemas.microsoft.com/office/drawing/2014/main" id="{41DC31D2-12FC-72F9-B504-E8CB05024ED8}"/>
              </a:ext>
            </a:extLst>
          </p:cNvPr>
          <p:cNvSpPr txBox="1"/>
          <p:nvPr/>
        </p:nvSpPr>
        <p:spPr>
          <a:xfrm>
            <a:off x="744033" y="4915622"/>
            <a:ext cx="11023764" cy="70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Montserrat Light" panose="00000400000000000000" pitchFamily="2" charset="0"/>
              </a:rPr>
              <a:t>     (C1) CONAC </a:t>
            </a:r>
            <a:r>
              <a:rPr lang="es-ES" sz="1400" dirty="0" err="1">
                <a:latin typeface="Montserrat Light" panose="00000400000000000000" pitchFamily="2" charset="0"/>
              </a:rPr>
              <a:t>with</a:t>
            </a:r>
            <a:r>
              <a:rPr lang="es-ES" sz="1400" dirty="0">
                <a:latin typeface="Montserrat Light" panose="00000400000000000000" pitchFamily="2" charset="0"/>
              </a:rPr>
              <a:t> input </a:t>
            </a:r>
            <a:r>
              <a:rPr lang="es-ES" sz="1400" dirty="0" err="1">
                <a:latin typeface="Montserrat Light" panose="00000400000000000000" pitchFamily="2" charset="0"/>
              </a:rPr>
              <a:t>constraint</a:t>
            </a:r>
            <a:endParaRPr lang="es-ES" sz="1400" dirty="0">
              <a:latin typeface="Montserrat Light" panose="000004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Montserrat Light" panose="00000400000000000000" pitchFamily="2" charset="0"/>
              </a:rPr>
              <a:t>     (C2) CONAC </a:t>
            </a:r>
            <a:r>
              <a:rPr lang="es-ES" sz="1400" dirty="0" err="1">
                <a:latin typeface="Montserrat Light" panose="00000400000000000000" pitchFamily="2" charset="0"/>
              </a:rPr>
              <a:t>without</a:t>
            </a:r>
            <a:r>
              <a:rPr lang="es-ES" sz="1400" dirty="0">
                <a:latin typeface="Montserrat Light" panose="00000400000000000000" pitchFamily="2" charset="0"/>
              </a:rPr>
              <a:t> input </a:t>
            </a:r>
            <a:r>
              <a:rPr lang="es-ES" sz="1400" dirty="0" err="1">
                <a:latin typeface="Montserrat Light" panose="00000400000000000000" pitchFamily="2" charset="0"/>
              </a:rPr>
              <a:t>constraint</a:t>
            </a:r>
            <a:endParaRPr lang="es-ES" sz="1400" dirty="0">
              <a:latin typeface="Montserrat Light" panose="000004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D7268-213B-BD9B-A198-BC6F151F84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351" y="3079213"/>
            <a:ext cx="3512921" cy="284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120FCB-1961-D483-397C-5D058BF5B4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94" y="3712792"/>
            <a:ext cx="3205683" cy="7315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D2CD95-09DA-AC83-8DFB-28C06C7AC5CC}"/>
              </a:ext>
            </a:extLst>
          </p:cNvPr>
          <p:cNvCxnSpPr/>
          <p:nvPr/>
        </p:nvCxnSpPr>
        <p:spPr>
          <a:xfrm>
            <a:off x="962169" y="5141833"/>
            <a:ext cx="319228" cy="0"/>
          </a:xfrm>
          <a:prstGeom prst="line">
            <a:avLst/>
          </a:prstGeom>
          <a:ln w="571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4799BF-FA70-70D7-F113-215B8ED7452E}"/>
              </a:ext>
            </a:extLst>
          </p:cNvPr>
          <p:cNvCxnSpPr/>
          <p:nvPr/>
        </p:nvCxnSpPr>
        <p:spPr>
          <a:xfrm>
            <a:off x="962169" y="5468405"/>
            <a:ext cx="319228" cy="0"/>
          </a:xfrm>
          <a:prstGeom prst="line">
            <a:avLst/>
          </a:prstGeom>
          <a:ln w="57150">
            <a:solidFill>
              <a:srgbClr val="00F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3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6346-1A12-41B7-AFEB-6309633A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">
            <a:extLst>
              <a:ext uri="{FF2B5EF4-FFF2-40B4-BE49-F238E27FC236}">
                <a16:creationId xmlns:a16="http://schemas.microsoft.com/office/drawing/2014/main" id="{5082F26F-7C4E-56C6-B8AA-87E3835DB8B9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Numerical Validation </a:t>
            </a:r>
            <a:r>
              <a:rPr lang="en-US" dirty="0">
                <a:solidFill>
                  <a:srgbClr val="0069A3"/>
                </a:solidFill>
                <a:latin typeface="Montserrat" panose="02000505000000020004" pitchFamily="2" charset="0"/>
              </a:rPr>
              <a:t>(Tracking Performance)</a:t>
            </a:r>
            <a:endParaRPr lang="es-ES" dirty="0">
              <a:latin typeface="Montserrat Light" panose="00000400000000000000" pitchFamily="2" charset="0"/>
            </a:endParaRPr>
          </a:p>
        </p:txBody>
      </p:sp>
      <p:pic>
        <p:nvPicPr>
          <p:cNvPr id="4" name="Picture 3" descr="A graph showing a number of lines&#10;&#10;AI-generated content may be incorrect.">
            <a:extLst>
              <a:ext uri="{FF2B5EF4-FFF2-40B4-BE49-F238E27FC236}">
                <a16:creationId xmlns:a16="http://schemas.microsoft.com/office/drawing/2014/main" id="{AB5F3A92-A887-BA95-8C82-67C4DECD3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1" y="1704302"/>
            <a:ext cx="4608000" cy="1440000"/>
          </a:xfrm>
          <a:prstGeom prst="rect">
            <a:avLst/>
          </a:prstGeom>
        </p:spPr>
      </p:pic>
      <p:pic>
        <p:nvPicPr>
          <p:cNvPr id="6" name="Picture 5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21B434BA-8679-8155-4177-78CF06F5F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1" y="3205118"/>
            <a:ext cx="4608000" cy="1440000"/>
          </a:xfrm>
          <a:prstGeom prst="rect">
            <a:avLst/>
          </a:prstGeom>
        </p:spPr>
      </p:pic>
      <p:pic>
        <p:nvPicPr>
          <p:cNvPr id="8" name="Picture 7" descr="A graph showing a graph&#10;&#10;AI-generated content may be incorrect.">
            <a:extLst>
              <a:ext uri="{FF2B5EF4-FFF2-40B4-BE49-F238E27FC236}">
                <a16:creationId xmlns:a16="http://schemas.microsoft.com/office/drawing/2014/main" id="{26381F13-3526-E778-EC0B-6042C1CE0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1" y="4987607"/>
            <a:ext cx="4608000" cy="14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3F2D5D-8A12-1F34-5170-354D5EEE11E6}"/>
              </a:ext>
            </a:extLst>
          </p:cNvPr>
          <p:cNvSpPr txBox="1"/>
          <p:nvPr/>
        </p:nvSpPr>
        <p:spPr>
          <a:xfrm>
            <a:off x="5374432" y="2337710"/>
            <a:ext cx="5838458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1"/>
                </a:solidFill>
                <a:latin typeface="Montserrat" panose="02000505000000020004" pitchFamily="2" charset="0"/>
              </a:rPr>
              <a:t>Tracking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 err="1">
                <a:latin typeface="Montserrat" panose="02000505000000020004" pitchFamily="2" charset="0"/>
              </a:rPr>
              <a:t>Both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controllers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demonstrated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satisfactory</a:t>
            </a:r>
            <a:r>
              <a:rPr lang="es-ES" sz="1400" dirty="0">
                <a:latin typeface="Montserrat" panose="02000505000000020004" pitchFamily="2" charset="0"/>
              </a:rPr>
              <a:t>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Montserrat" panose="02000505000000020004" pitchFamily="2" charset="0"/>
              </a:rPr>
              <a:t>Performance </a:t>
            </a:r>
            <a:r>
              <a:rPr lang="es-ES" sz="1400" dirty="0" err="1">
                <a:latin typeface="Montserrat" panose="02000505000000020004" pitchFamily="2" charset="0"/>
              </a:rPr>
              <a:t>was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improved</a:t>
            </a:r>
            <a:r>
              <a:rPr lang="es-ES" sz="1400" dirty="0">
                <a:latin typeface="Montserrat" panose="02000505000000020004" pitchFamily="2" charset="0"/>
              </a:rPr>
              <a:t> in </a:t>
            </a:r>
            <a:r>
              <a:rPr lang="es-ES" sz="1400" dirty="0" err="1">
                <a:latin typeface="Montserrat" panose="02000505000000020004" pitchFamily="2" charset="0"/>
              </a:rPr>
              <a:t>Episode</a:t>
            </a:r>
            <a:r>
              <a:rPr lang="es-ES" sz="1400" dirty="0">
                <a:latin typeface="Montserrat" panose="02000505000000020004" pitchFamily="2" charset="0"/>
              </a:rPr>
              <a:t> 2, ≅</a:t>
            </a:r>
            <a:r>
              <a:rPr lang="es-ES" sz="1400" i="1" dirty="0">
                <a:latin typeface="Montserrat" panose="02000505000000020004" pitchFamily="2" charset="0"/>
              </a:rPr>
              <a:t> -84%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latin typeface="Montserrat" panose="02000505000000020004" pitchFamily="2" charset="0"/>
              </a:rPr>
              <a:t>(C2) </a:t>
            </a:r>
            <a:r>
              <a:rPr lang="es-ES" sz="1400" dirty="0" err="1">
                <a:latin typeface="Montserrat" panose="02000505000000020004" pitchFamily="2" charset="0"/>
              </a:rPr>
              <a:t>achieved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slightly</a:t>
            </a:r>
            <a:r>
              <a:rPr lang="es-ES" sz="1400" dirty="0">
                <a:latin typeface="Montserrat" panose="02000505000000020004" pitchFamily="2" charset="0"/>
              </a:rPr>
              <a:t> </a:t>
            </a:r>
            <a:r>
              <a:rPr lang="es-ES" sz="1400" dirty="0" err="1">
                <a:latin typeface="Montserrat" panose="02000505000000020004" pitchFamily="2" charset="0"/>
              </a:rPr>
              <a:t>higher</a:t>
            </a:r>
            <a:r>
              <a:rPr lang="es-ES" sz="1400" dirty="0">
                <a:latin typeface="Montserrat" panose="02000505000000020004" pitchFamily="2" charset="0"/>
              </a:rPr>
              <a:t>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However, it neglected costs that come from saturation</a:t>
            </a:r>
            <a:endParaRPr lang="es-ES" sz="1400" dirty="0">
              <a:latin typeface="Montserrat" panose="02000505000000020004" pitchFamily="2" charset="0"/>
            </a:endParaRPr>
          </a:p>
          <a:p>
            <a:endParaRPr lang="en-KR" sz="1400" dirty="0"/>
          </a:p>
        </p:txBody>
      </p:sp>
      <p:pic>
        <p:nvPicPr>
          <p:cNvPr id="11" name="Picture 10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1834500-A06C-9F29-A082-91EFCE294C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783" y="4987607"/>
            <a:ext cx="3436115" cy="1239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5 3 2">
                <a:extLst>
                  <a:ext uri="{FF2B5EF4-FFF2-40B4-BE49-F238E27FC236}">
                    <a16:creationId xmlns:a16="http://schemas.microsoft.com/office/drawing/2014/main" id="{BDE0B5C9-DD2B-C287-8554-9612017E6D9B}"/>
                  </a:ext>
                </a:extLst>
              </p:cNvPr>
              <p:cNvSpPr txBox="1"/>
              <p:nvPr/>
            </p:nvSpPr>
            <p:spPr>
              <a:xfrm>
                <a:off x="7706128" y="4545669"/>
                <a:ext cx="50754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Table 2. Quantitative comparison </a:t>
                </a:r>
              </a:p>
              <a:p>
                <a:pPr algn="ctr"/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of performances’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 norm</a:t>
                </a:r>
                <a:endParaRPr lang="es-ES" sz="1200" dirty="0">
                  <a:latin typeface="Montserrat Light" panose="00000400000000000000" pitchFamily="2" charset="0"/>
                </a:endParaRPr>
              </a:p>
            </p:txBody>
          </p:sp>
        </mc:Choice>
        <mc:Fallback xmlns="">
          <p:sp>
            <p:nvSpPr>
              <p:cNvPr id="13" name="CuadroTexto 5 3 2">
                <a:extLst>
                  <a:ext uri="{FF2B5EF4-FFF2-40B4-BE49-F238E27FC236}">
                    <a16:creationId xmlns:a16="http://schemas.microsoft.com/office/drawing/2014/main" id="{BDE0B5C9-DD2B-C287-8554-9612017E6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128" y="4545669"/>
                <a:ext cx="5075424" cy="461665"/>
              </a:xfrm>
              <a:prstGeom prst="rect">
                <a:avLst/>
              </a:prstGeom>
              <a:blipFill>
                <a:blip r:embed="rId7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408B2EE-CB87-35B2-D0FE-1A08416228CE}"/>
              </a:ext>
            </a:extLst>
          </p:cNvPr>
          <p:cNvGrpSpPr/>
          <p:nvPr/>
        </p:nvGrpSpPr>
        <p:grpSpPr>
          <a:xfrm>
            <a:off x="8982904" y="1105423"/>
            <a:ext cx="3105994" cy="758797"/>
            <a:chOff x="8982904" y="1105423"/>
            <a:chExt cx="3105994" cy="758797"/>
          </a:xfrm>
        </p:grpSpPr>
        <p:sp>
          <p:nvSpPr>
            <p:cNvPr id="9" name="CuadroTexto 5 3">
              <a:extLst>
                <a:ext uri="{FF2B5EF4-FFF2-40B4-BE49-F238E27FC236}">
                  <a16:creationId xmlns:a16="http://schemas.microsoft.com/office/drawing/2014/main" id="{95DC9486-A721-23DF-58B8-ACBAE9144412}"/>
                </a:ext>
              </a:extLst>
            </p:cNvPr>
            <p:cNvSpPr txBox="1"/>
            <p:nvPr/>
          </p:nvSpPr>
          <p:spPr>
            <a:xfrm>
              <a:off x="8982904" y="1105423"/>
              <a:ext cx="3105994" cy="75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sz="1000" dirty="0">
                  <a:latin typeface="Montserrat Light" panose="00000400000000000000" pitchFamily="2" charset="0"/>
                </a:rPr>
                <a:t>     (C1) CONAC </a:t>
              </a:r>
              <a:r>
                <a:rPr lang="es-ES" sz="1000" dirty="0" err="1">
                  <a:latin typeface="Montserrat Light" panose="00000400000000000000" pitchFamily="2" charset="0"/>
                </a:rPr>
                <a:t>with</a:t>
              </a:r>
              <a:r>
                <a:rPr lang="es-ES" sz="1000" dirty="0">
                  <a:latin typeface="Montserrat Light" panose="00000400000000000000" pitchFamily="2" charset="0"/>
                </a:rPr>
                <a:t> input </a:t>
              </a:r>
              <a:r>
                <a:rPr lang="es-ES" sz="1000" dirty="0" err="1">
                  <a:latin typeface="Montserrat Light" panose="00000400000000000000" pitchFamily="2" charset="0"/>
                </a:rPr>
                <a:t>constraint</a:t>
              </a:r>
              <a:endParaRPr lang="es-ES" sz="1000" dirty="0">
                <a:latin typeface="Montserrat Light" panose="000004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sz="1000" dirty="0">
                  <a:latin typeface="Montserrat Light" panose="00000400000000000000" pitchFamily="2" charset="0"/>
                </a:rPr>
                <a:t>     (C2) CONAC </a:t>
              </a:r>
              <a:r>
                <a:rPr lang="es-ES" sz="1000" dirty="0" err="1">
                  <a:latin typeface="Montserrat Light" panose="00000400000000000000" pitchFamily="2" charset="0"/>
                </a:rPr>
                <a:t>without</a:t>
              </a:r>
              <a:r>
                <a:rPr lang="es-ES" sz="1000" dirty="0">
                  <a:latin typeface="Montserrat Light" panose="00000400000000000000" pitchFamily="2" charset="0"/>
                </a:rPr>
                <a:t> input </a:t>
              </a:r>
              <a:r>
                <a:rPr lang="es-ES" sz="1000" dirty="0" err="1">
                  <a:latin typeface="Montserrat Light" panose="00000400000000000000" pitchFamily="2" charset="0"/>
                </a:rPr>
                <a:t>constraint</a:t>
              </a:r>
              <a:endParaRPr lang="es-ES" sz="1000" dirty="0">
                <a:latin typeface="Montserrat Light" panose="000004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sz="1000" dirty="0">
                  <a:latin typeface="Montserrat Light" panose="00000400000000000000" pitchFamily="2" charset="0"/>
                </a:rPr>
                <a:t>     Reference </a:t>
              </a:r>
              <a:r>
                <a:rPr lang="es-ES" sz="1000" dirty="0" err="1">
                  <a:latin typeface="Montserrat Light" panose="00000400000000000000" pitchFamily="2" charset="0"/>
                </a:rPr>
                <a:t>current</a:t>
              </a:r>
              <a:r>
                <a:rPr lang="es-ES" sz="1000" dirty="0">
                  <a:latin typeface="Montserrat Light" panose="00000400000000000000" pitchFamily="2" charset="0"/>
                </a:rPr>
                <a:t> 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8F5A98-445D-5688-C5F1-2E0212C1E00D}"/>
                </a:ext>
              </a:extLst>
            </p:cNvPr>
            <p:cNvCxnSpPr/>
            <p:nvPr/>
          </p:nvCxnSpPr>
          <p:spPr>
            <a:xfrm>
              <a:off x="9165643" y="1275228"/>
              <a:ext cx="319228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93DFE43-0F2F-330A-44AB-942ED9C7F128}"/>
                </a:ext>
              </a:extLst>
            </p:cNvPr>
            <p:cNvCxnSpPr/>
            <p:nvPr/>
          </p:nvCxnSpPr>
          <p:spPr>
            <a:xfrm>
              <a:off x="9169249" y="1512775"/>
              <a:ext cx="319228" cy="0"/>
            </a:xfrm>
            <a:prstGeom prst="line">
              <a:avLst/>
            </a:prstGeom>
            <a:ln>
              <a:solidFill>
                <a:srgbClr val="00FD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AD5688-1747-0FE6-3D87-8988CEC57441}"/>
                </a:ext>
              </a:extLst>
            </p:cNvPr>
            <p:cNvCxnSpPr/>
            <p:nvPr/>
          </p:nvCxnSpPr>
          <p:spPr>
            <a:xfrm>
              <a:off x="9172855" y="1735514"/>
              <a:ext cx="31922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uadroTexto 5 3 2">
            <a:extLst>
              <a:ext uri="{FF2B5EF4-FFF2-40B4-BE49-F238E27FC236}">
                <a16:creationId xmlns:a16="http://schemas.microsoft.com/office/drawing/2014/main" id="{3C56CC7E-7FDA-61B8-7F8A-D1450317136F}"/>
              </a:ext>
            </a:extLst>
          </p:cNvPr>
          <p:cNvSpPr txBox="1"/>
          <p:nvPr/>
        </p:nvSpPr>
        <p:spPr>
          <a:xfrm>
            <a:off x="230102" y="4612171"/>
            <a:ext cx="5075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Fig 2. Current tracking results</a:t>
            </a:r>
            <a:endParaRPr lang="es-ES" sz="1200" dirty="0">
              <a:latin typeface="Montserrat Light" panose="00000400000000000000" pitchFamily="2" charset="0"/>
            </a:endParaRPr>
          </a:p>
        </p:txBody>
      </p:sp>
      <p:sp>
        <p:nvSpPr>
          <p:cNvPr id="23" name="CuadroTexto 5 3 2">
            <a:extLst>
              <a:ext uri="{FF2B5EF4-FFF2-40B4-BE49-F238E27FC236}">
                <a16:creationId xmlns:a16="http://schemas.microsoft.com/office/drawing/2014/main" id="{87E889F8-CE8B-9E7E-E974-FC9FCB9EE52B}"/>
              </a:ext>
            </a:extLst>
          </p:cNvPr>
          <p:cNvSpPr txBox="1"/>
          <p:nvPr/>
        </p:nvSpPr>
        <p:spPr>
          <a:xfrm>
            <a:off x="179889" y="6387080"/>
            <a:ext cx="5075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Fig 3. Norm of control input (voltage)</a:t>
            </a:r>
            <a:endParaRPr lang="es-ES" sz="1200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19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DED2-FDBF-0066-01A4-79CE2C4F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">
            <a:extLst>
              <a:ext uri="{FF2B5EF4-FFF2-40B4-BE49-F238E27FC236}">
                <a16:creationId xmlns:a16="http://schemas.microsoft.com/office/drawing/2014/main" id="{21C1DC43-4FBA-125C-9436-27F161E5C9CE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Numerical Validation </a:t>
            </a:r>
            <a:r>
              <a:rPr lang="en-US" dirty="0">
                <a:solidFill>
                  <a:srgbClr val="0069A3"/>
                </a:solidFill>
                <a:latin typeface="Montserrat" panose="02000505000000020004" pitchFamily="2" charset="0"/>
              </a:rPr>
              <a:t>(Constraint Handling)</a:t>
            </a:r>
            <a:endParaRPr lang="es-ES" dirty="0">
              <a:latin typeface="Montserrat Light" panose="00000400000000000000" pitchFamily="2" charset="0"/>
            </a:endParaRPr>
          </a:p>
        </p:txBody>
      </p:sp>
      <p:pic>
        <p:nvPicPr>
          <p:cNvPr id="8" name="Picture 7" descr="A graph showing a graph&#10;&#10;AI-generated content may be incorrect.">
            <a:extLst>
              <a:ext uri="{FF2B5EF4-FFF2-40B4-BE49-F238E27FC236}">
                <a16:creationId xmlns:a16="http://schemas.microsoft.com/office/drawing/2014/main" id="{9E94999D-B27F-EB70-689F-241147831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30" y="2255417"/>
            <a:ext cx="4608000" cy="1440000"/>
          </a:xfrm>
          <a:prstGeom prst="rect">
            <a:avLst/>
          </a:prstGeom>
        </p:spPr>
      </p:pic>
      <p:pic>
        <p:nvPicPr>
          <p:cNvPr id="12" name="Picture 11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B158DD02-D5DB-5D3A-379D-4766C33C7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95" y="4306489"/>
            <a:ext cx="4608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5906B2-DCE6-E9BF-8898-7883F98D73B7}"/>
              </a:ext>
            </a:extLst>
          </p:cNvPr>
          <p:cNvSpPr txBox="1"/>
          <p:nvPr/>
        </p:nvSpPr>
        <p:spPr>
          <a:xfrm>
            <a:off x="5500285" y="2125924"/>
            <a:ext cx="3991798" cy="1028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1"/>
                </a:solidFill>
                <a:latin typeface="Montserrat" panose="02000505000000020004" pitchFamily="2" charset="0"/>
              </a:rPr>
              <a:t>Input Saturation</a:t>
            </a:r>
            <a:endParaRPr lang="en-US" sz="1400" dirty="0">
              <a:solidFill>
                <a:schemeClr val="accent1"/>
              </a:solidFill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Input saturation of (C1) was suppressed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(C2) exceeded the input limit,</a:t>
            </a:r>
            <a:r>
              <a:rPr lang="en-US" sz="1400" i="1" dirty="0">
                <a:latin typeface="Montserrat" panose="02000505000000020004" pitchFamily="2" charset="0"/>
              </a:rPr>
              <a:t> </a:t>
            </a:r>
            <a:r>
              <a:rPr lang="es-ES" sz="1400" i="1" dirty="0">
                <a:latin typeface="Montserrat" panose="02000505000000020004" pitchFamily="2" charset="0"/>
              </a:rPr>
              <a:t>≅</a:t>
            </a:r>
            <a:r>
              <a:rPr lang="en-US" sz="1400" i="1" dirty="0">
                <a:latin typeface="Montserrat" panose="02000505000000020004" pitchFamily="2" charset="0"/>
              </a:rPr>
              <a:t> +85%</a:t>
            </a:r>
            <a:endParaRPr lang="es-ES" sz="1400" i="1" dirty="0">
              <a:latin typeface="Montserrat" panose="02000505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EA01B-94FC-CE0A-519E-C07DE93A07F1}"/>
              </a:ext>
            </a:extLst>
          </p:cNvPr>
          <p:cNvSpPr txBox="1"/>
          <p:nvPr/>
        </p:nvSpPr>
        <p:spPr>
          <a:xfrm>
            <a:off x="5449517" y="3385515"/>
            <a:ext cx="5997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1"/>
                </a:solidFill>
                <a:latin typeface="Montserrat" panose="02000505000000020004" pitchFamily="2" charset="0"/>
              </a:rPr>
              <a:t>Constraint Handling</a:t>
            </a:r>
            <a:endParaRPr lang="en-US" sz="1400" dirty="0">
              <a:solidFill>
                <a:schemeClr val="accent1"/>
              </a:solidFill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00505000000020004" pitchFamily="2" charset="0"/>
              </a:rPr>
              <a:t>Lagrange multipliers increase to adjust adaptation, see eq. (3)</a:t>
            </a:r>
            <a:endParaRPr lang="es-ES" sz="1400" dirty="0">
              <a:latin typeface="Montserrat Light" panose="00000400000000000000" pitchFamily="2" charset="0"/>
            </a:endParaRPr>
          </a:p>
          <a:p>
            <a:endParaRPr lang="en-KR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1CEE3C-59C9-9477-47B0-073A6E1CBA17}"/>
              </a:ext>
            </a:extLst>
          </p:cNvPr>
          <p:cNvGrpSpPr/>
          <p:nvPr/>
        </p:nvGrpSpPr>
        <p:grpSpPr>
          <a:xfrm>
            <a:off x="8982904" y="1105423"/>
            <a:ext cx="3105994" cy="527965"/>
            <a:chOff x="8982904" y="1105423"/>
            <a:chExt cx="3105994" cy="527965"/>
          </a:xfrm>
        </p:grpSpPr>
        <p:sp>
          <p:nvSpPr>
            <p:cNvPr id="15" name="CuadroTexto 5 3">
              <a:extLst>
                <a:ext uri="{FF2B5EF4-FFF2-40B4-BE49-F238E27FC236}">
                  <a16:creationId xmlns:a16="http://schemas.microsoft.com/office/drawing/2014/main" id="{C5F745E2-DB1B-713D-881F-82022F6B116C}"/>
                </a:ext>
              </a:extLst>
            </p:cNvPr>
            <p:cNvSpPr txBox="1"/>
            <p:nvPr/>
          </p:nvSpPr>
          <p:spPr>
            <a:xfrm>
              <a:off x="8982904" y="1105423"/>
              <a:ext cx="3105994" cy="527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sz="1000" dirty="0">
                  <a:latin typeface="Montserrat Light" panose="00000400000000000000" pitchFamily="2" charset="0"/>
                </a:rPr>
                <a:t>     (C1) CONAC </a:t>
              </a:r>
              <a:r>
                <a:rPr lang="es-ES" sz="1000" dirty="0" err="1">
                  <a:latin typeface="Montserrat Light" panose="00000400000000000000" pitchFamily="2" charset="0"/>
                </a:rPr>
                <a:t>with</a:t>
              </a:r>
              <a:r>
                <a:rPr lang="es-ES" sz="1000" dirty="0">
                  <a:latin typeface="Montserrat Light" panose="00000400000000000000" pitchFamily="2" charset="0"/>
                </a:rPr>
                <a:t> input </a:t>
              </a:r>
              <a:r>
                <a:rPr lang="es-ES" sz="1000" dirty="0" err="1">
                  <a:latin typeface="Montserrat Light" panose="00000400000000000000" pitchFamily="2" charset="0"/>
                </a:rPr>
                <a:t>constraint</a:t>
              </a:r>
              <a:endParaRPr lang="es-ES" sz="1000" dirty="0">
                <a:latin typeface="Montserrat Light" panose="00000400000000000000" pitchFamily="2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ES" sz="1000" dirty="0">
                  <a:latin typeface="Montserrat Light" panose="00000400000000000000" pitchFamily="2" charset="0"/>
                </a:rPr>
                <a:t>     (C2) CONAC </a:t>
              </a:r>
              <a:r>
                <a:rPr lang="es-ES" sz="1000" dirty="0" err="1">
                  <a:latin typeface="Montserrat Light" panose="00000400000000000000" pitchFamily="2" charset="0"/>
                </a:rPr>
                <a:t>without</a:t>
              </a:r>
              <a:r>
                <a:rPr lang="es-ES" sz="1000" dirty="0">
                  <a:latin typeface="Montserrat Light" panose="00000400000000000000" pitchFamily="2" charset="0"/>
                </a:rPr>
                <a:t> input </a:t>
              </a:r>
              <a:r>
                <a:rPr lang="es-ES" sz="1000" dirty="0" err="1">
                  <a:latin typeface="Montserrat Light" panose="00000400000000000000" pitchFamily="2" charset="0"/>
                </a:rPr>
                <a:t>constraint</a:t>
              </a:r>
              <a:endParaRPr lang="es-ES" sz="1000" dirty="0">
                <a:latin typeface="Montserrat Light" panose="00000400000000000000" pitchFamily="2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BB76818-00BA-D021-5D55-2A3DCF81A4C8}"/>
                </a:ext>
              </a:extLst>
            </p:cNvPr>
            <p:cNvCxnSpPr/>
            <p:nvPr/>
          </p:nvCxnSpPr>
          <p:spPr>
            <a:xfrm>
              <a:off x="9165643" y="1275228"/>
              <a:ext cx="319228" cy="0"/>
            </a:xfrm>
            <a:prstGeom prst="line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6821BD-4B53-65E1-8E85-8649FF89261B}"/>
                </a:ext>
              </a:extLst>
            </p:cNvPr>
            <p:cNvCxnSpPr/>
            <p:nvPr/>
          </p:nvCxnSpPr>
          <p:spPr>
            <a:xfrm>
              <a:off x="9169249" y="1512775"/>
              <a:ext cx="319228" cy="0"/>
            </a:xfrm>
            <a:prstGeom prst="line">
              <a:avLst/>
            </a:prstGeom>
            <a:ln>
              <a:solidFill>
                <a:srgbClr val="00FD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uadroTexto 5 3 2">
            <a:extLst>
              <a:ext uri="{FF2B5EF4-FFF2-40B4-BE49-F238E27FC236}">
                <a16:creationId xmlns:a16="http://schemas.microsoft.com/office/drawing/2014/main" id="{F01E0727-A76E-AE81-3B82-133EC491925B}"/>
              </a:ext>
            </a:extLst>
          </p:cNvPr>
          <p:cNvSpPr txBox="1"/>
          <p:nvPr/>
        </p:nvSpPr>
        <p:spPr>
          <a:xfrm>
            <a:off x="273996" y="3682966"/>
            <a:ext cx="5075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Fig 3. Norm of control input (voltage)</a:t>
            </a:r>
            <a:endParaRPr lang="es-ES" sz="1200" dirty="0">
              <a:latin typeface="Montserrat Light" panose="00000400000000000000" pitchFamily="2" charset="0"/>
            </a:endParaRPr>
          </a:p>
        </p:txBody>
      </p:sp>
      <p:sp>
        <p:nvSpPr>
          <p:cNvPr id="24" name="CuadroTexto 5 3 2">
            <a:extLst>
              <a:ext uri="{FF2B5EF4-FFF2-40B4-BE49-F238E27FC236}">
                <a16:creationId xmlns:a16="http://schemas.microsoft.com/office/drawing/2014/main" id="{2A2631F6-7FC2-32A8-A1FA-5981C791032B}"/>
              </a:ext>
            </a:extLst>
          </p:cNvPr>
          <p:cNvSpPr txBox="1"/>
          <p:nvPr/>
        </p:nvSpPr>
        <p:spPr>
          <a:xfrm>
            <a:off x="273996" y="5667585"/>
            <a:ext cx="5075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Fig 4. </a:t>
            </a:r>
            <a:r>
              <a:rPr lang="en-US" sz="1200" b="1" dirty="0" err="1">
                <a:solidFill>
                  <a:srgbClr val="0069A3"/>
                </a:solidFill>
                <a:latin typeface="Montserrat" panose="02000505000000020004" pitchFamily="2" charset="0"/>
              </a:rPr>
              <a:t>Lagrangian</a:t>
            </a:r>
            <a:r>
              <a:rPr lang="en-US" sz="1200" b="1" dirty="0">
                <a:solidFill>
                  <a:srgbClr val="0069A3"/>
                </a:solidFill>
                <a:latin typeface="Montserrat" panose="02000505000000020004" pitchFamily="2" charset="0"/>
              </a:rPr>
              <a:t> multipliers in logarithmic scale</a:t>
            </a:r>
            <a:endParaRPr lang="es-ES" sz="1200" dirty="0">
              <a:latin typeface="Montserrat Light" panose="00000400000000000000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5EEB91-22AA-2732-70A7-E24882D69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330" y="4569266"/>
            <a:ext cx="1859976" cy="1231606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D680D1-7072-66E4-BDB1-9B615068BE4C}"/>
              </a:ext>
            </a:extLst>
          </p:cNvPr>
          <p:cNvSpPr/>
          <p:nvPr/>
        </p:nvSpPr>
        <p:spPr>
          <a:xfrm>
            <a:off x="5468669" y="4437111"/>
            <a:ext cx="6500559" cy="1387229"/>
          </a:xfrm>
          <a:prstGeom prst="roundRect">
            <a:avLst>
              <a:gd name="adj" fmla="val 9292"/>
            </a:avLst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A7EC336-1D02-B7E2-7BAA-3E2C8A7706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113" y="4678117"/>
            <a:ext cx="3936968" cy="90820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27A41E-C3EF-3769-0D48-3E2C38F51125}"/>
              </a:ext>
            </a:extLst>
          </p:cNvPr>
          <p:cNvCxnSpPr>
            <a:cxnSpLocks/>
          </p:cNvCxnSpPr>
          <p:nvPr/>
        </p:nvCxnSpPr>
        <p:spPr>
          <a:xfrm>
            <a:off x="8577690" y="5277281"/>
            <a:ext cx="1331420" cy="0"/>
          </a:xfrm>
          <a:prstGeom prst="straightConnector1">
            <a:avLst/>
          </a:prstGeom>
          <a:ln w="38100" cmpd="thinThick">
            <a:solidFill>
              <a:srgbClr val="0432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5BB8E4-9028-B075-3D04-B3978A55C180}"/>
              </a:ext>
            </a:extLst>
          </p:cNvPr>
          <p:cNvCxnSpPr>
            <a:cxnSpLocks/>
          </p:cNvCxnSpPr>
          <p:nvPr/>
        </p:nvCxnSpPr>
        <p:spPr>
          <a:xfrm>
            <a:off x="8577690" y="5018757"/>
            <a:ext cx="0" cy="276801"/>
          </a:xfrm>
          <a:prstGeom prst="line">
            <a:avLst/>
          </a:prstGeom>
          <a:ln w="38100" cmpd="thinThick">
            <a:solidFill>
              <a:srgbClr val="0432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E9A4CD8-80E5-899A-44C2-59AC78CB6634}"/>
              </a:ext>
            </a:extLst>
          </p:cNvPr>
          <p:cNvSpPr/>
          <p:nvPr/>
        </p:nvSpPr>
        <p:spPr>
          <a:xfrm>
            <a:off x="8248095" y="4669455"/>
            <a:ext cx="659189" cy="380255"/>
          </a:xfrm>
          <a:prstGeom prst="roundRect">
            <a:avLst>
              <a:gd name="adj" fmla="val 9292"/>
            </a:avLst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65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37F6-2672-C734-71B1-1431B07B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">
            <a:extLst>
              <a:ext uri="{FF2B5EF4-FFF2-40B4-BE49-F238E27FC236}">
                <a16:creationId xmlns:a16="http://schemas.microsoft.com/office/drawing/2014/main" id="{89C23DB5-7D72-F25C-8405-624A3852EFF4}"/>
              </a:ext>
            </a:extLst>
          </p:cNvPr>
          <p:cNvSpPr txBox="1"/>
          <p:nvPr/>
        </p:nvSpPr>
        <p:spPr>
          <a:xfrm>
            <a:off x="488106" y="1150393"/>
            <a:ext cx="11215787" cy="46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69A3"/>
                </a:solidFill>
                <a:latin typeface="Montserrat" panose="02000505000000020004" pitchFamily="2" charset="0"/>
              </a:rPr>
              <a:t>Conclusion</a:t>
            </a:r>
            <a:endParaRPr lang="es-ES" dirty="0">
              <a:latin typeface="Montserrat Light" panose="00000400000000000000" pitchFamily="2" charset="0"/>
            </a:endParaRPr>
          </a:p>
        </p:txBody>
      </p:sp>
      <p:sp>
        <p:nvSpPr>
          <p:cNvPr id="4" name="CuadroTexto 5 4 1">
            <a:extLst>
              <a:ext uri="{FF2B5EF4-FFF2-40B4-BE49-F238E27FC236}">
                <a16:creationId xmlns:a16="http://schemas.microsoft.com/office/drawing/2014/main" id="{44894A77-2C86-E4A1-CF71-1D6B55CC6EB5}"/>
              </a:ext>
            </a:extLst>
          </p:cNvPr>
          <p:cNvSpPr txBox="1"/>
          <p:nvPr/>
        </p:nvSpPr>
        <p:spPr>
          <a:xfrm>
            <a:off x="2074071" y="2669334"/>
            <a:ext cx="8043855" cy="1897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Montserrat Light" panose="00000400000000000000" pitchFamily="2" charset="0"/>
              </a:rPr>
              <a:t>CONAC was proposed for SM drives with input voltage saturation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Montserrat Light" panose="00000400000000000000" pitchFamily="2" charset="0"/>
              </a:rPr>
              <a:t>Stability and constraint satisfaction were ensured via Lyapuonv theory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Montserrat Light" panose="00000400000000000000" pitchFamily="2" charset="0"/>
              </a:rPr>
              <a:t>As future work, the following </a:t>
            </a:r>
            <a:r>
              <a:rPr lang="en-US" sz="1600" dirty="0">
                <a:latin typeface="Montserrat Light" panose="00000400000000000000" pitchFamily="2" charset="0"/>
              </a:rPr>
              <a:t>subjects will be investigated</a:t>
            </a:r>
            <a:endParaRPr lang="es-ES" sz="1600" dirty="0">
              <a:latin typeface="Montserrat Light" panose="000004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Montserrat Light" panose="00000400000000000000" pitchFamily="2" charset="0"/>
              </a:rPr>
              <a:t>The </a:t>
            </a:r>
            <a:r>
              <a:rPr lang="es-ES" sz="1600" dirty="0" err="1">
                <a:latin typeface="Montserrat Light" panose="00000400000000000000" pitchFamily="2" charset="0"/>
              </a:rPr>
              <a:t>parameter</a:t>
            </a:r>
            <a:r>
              <a:rPr lang="es-ES" sz="1600" dirty="0">
                <a:latin typeface="Montserrat Light" panose="00000400000000000000" pitchFamily="2" charset="0"/>
              </a:rPr>
              <a:t> </a:t>
            </a:r>
            <a:r>
              <a:rPr lang="en-US" sz="1600" dirty="0">
                <a:latin typeface="Montserrat Light" panose="00000400000000000000" pitchFamily="2" charset="0"/>
              </a:rPr>
              <a:t>dependencies</a:t>
            </a:r>
            <a:r>
              <a:rPr lang="es-ES" sz="1600" dirty="0">
                <a:latin typeface="Montserrat Light" panose="00000400000000000000" pitchFamily="2" charset="0"/>
              </a:rPr>
              <a:t> of CONAC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latin typeface="Montserrat Light" panose="00000400000000000000" pitchFamily="2" charset="0"/>
              </a:rPr>
              <a:t>Real-time implementation to validate the effectiveness and feasibility</a:t>
            </a:r>
          </a:p>
        </p:txBody>
      </p:sp>
    </p:spTree>
    <p:extLst>
      <p:ext uri="{BB962C8B-B14F-4D97-AF65-F5344CB8AC3E}">
        <p14:creationId xmlns:p14="http://schemas.microsoft.com/office/powerpoint/2010/main" val="2036184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2575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0;\mv{u}^* = \NN(\mv{x}_n;\mv{\theta}^*)+\mv{\epsilon},&#10;\text{ and }&#13;&#10;\mv{u}_{\rm{s,ref}}^{dq}&#10;=&#10;\estNN=\NN(\mv{x}_n;\estwth)&#10;\end{equation*}&#10;&#10;\end{document}"/>
  <p:tag name="IGUANATEXSIZE" val="16"/>
  <p:tag name="IGUANATEXCURSOR" val="1443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9"/>
  <p:tag name="ORIGINALWIDTH" val=" 1521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ddtt{\estwth}=?&#10;,\text{ which leads }&#10;{\estwth\to\idealwth}&#13;&#10;\end{equation*}&#10;&#10;\end{document}"/>
  <p:tag name="IGUANATEXSIZE" val="16"/>
  <p:tag name="IGUANATEXCURSOR" val="144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96"/>
  <p:tag name="ORIGINALWIDTH" val=" 2360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itemize}&#10;\item $\estwth_i$: estimated weight of $i$th layer&#10;\item $\idealwth_i$: ideal weight of $i$th layer&#10;\item $x_n$: artifical neural network (ANN) input&#10;\item $\NN(x_n;\mv{\theta})$: ANN function&#10;\item $\alpha$: learning rate of weights&#10;\item $\beta$: update rate of Lagrange multipliers&#10;\end{itemize}&#10;&#10;\end{document}"/>
  <p:tag name="IGUANATEXSIZE" val="16"/>
  <p:tag name="IGUANATEXCURSOR" val="160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"/>
  <p:tag name="ORIGINALWIDTH" val=" 2161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rm{sat}(\mv{u}_{\rm{s,ref}}^{dq})&#10;=&#10;\mm{R}_{\text{s}}^{dq}&#10;\mm{i}_{\text{s}}^{dq}&#10;+&#10;\omega_{\text{p}}&#10;\mm{J}&#10;\mv{\psi}_{\text{s}}^{dq}&#10;+&#10;\ddtt&#10;\mv{\psi}_{\text{s}}^{dq}&#10;\end{equation*}&#10;&#10;\end{document}"/>
  <p:tag name="IGUANATEXSIZE" val="16"/>
  <p:tag name="IGUANATEXCURSOR" val="149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2447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&#9;&#9;c_{\theta_i}(\widehat{\mv{\theta}})= &#13;&#10;&#9;&#9;&#9;\tfrac{1}{2}&#13;&#10;&#9;&#9;&#9;(&#13;&#10;&#9;&#9;&#9;&#9;\widehat{\mv{\theta}}_i^{\top}\widehat{\mv{\theta}}_i-\bar\theta_i^2 &#13;&#10;&#9;&#9;&#9;)&#13;&#10;&#9;&#9;&#9;\le 0, \quad \forall i\in\{0,1\}&#10;\quad (1)&#13;&#10;\end{equation*}&#10;&#10;\end{document}"/>
  <p:tag name="IGUANATEXSIZE" val="16"/>
  <p:tag name="IGUANATEXCURSOR" val="1513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2195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&#9;&#9;c_u(\widehat{\mv{\theta}}) &#13;&#10;&#9;&#9;&#9;=&#13;&#10;&#9;&#9;&#9;\tfrac{1}{2}&#13;&#10;&#9;&#9;&#9;(&#13;&#10;&#9;&#9;&#9;&#9;\widehat{\mv{\Phi}}^{\top}\widehat{\mv{\Phi}}  - \bar{u}^2  &#13;&#10;&#9;&#9;&#9;)&#13;&#10;&#9;&#9;&#9;\le 0&#10;\quad\quad\quad\quad\quad(2)&#13;&#10;\end{equation*}&#10;&#10;\end{document}"/>
  <p:tag name="IGUANATEXSIZE" val="16"/>
  <p:tag name="IGUANATEXCURSOR" val="1492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96"/>
  <p:tag name="ORIGINALWIDTH" val=" 2360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itemize}&#10;\item $\estwth_i$: estimated weight of $i$th layer&#10;\item $\idealwth_i$: ideal weight of $i$th layer&#10;\item $x_n$: artifical neural network (ANN) input&#10;\item $\NN(x_n;\mv{\theta})$: ANN function&#10;\item $\alpha$: learning rate of weights&#10;\item $\beta$: update rate of Lagrange multipliers&#10;\end{itemize}&#10;&#10;\end{document}"/>
  <p:tag name="IGUANATEXSIZE" val="16"/>
  <p:tag name="IGUANATEXCURSOR" val="160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6"/>
  <p:tag name="ORIGINALWIDTH" val=" 1212"/>
  <p:tag name="OUTPUTTYPE" val="PNG"/>
  <p:tag name="IGUANATEXVERSION" val="162"/>
  <p:tag name="LATEXADDIN" val="\documentclass{article}&#10;\usepackage{amsmath}&#10;&#10;\usepackage{xcolor}&#10;\definecolor{airforceblue}{rgb}{0.36, 0.54, 0.66}&#10;\definecolor{awesome}{rgb}{1.0, 0.13, 0.32}&#10;\newcommand{\ctxt}[2]{\color{#1}{#2}\color{black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matrix}&#13;&#10;&#9;&#9;\min_{\widehat{\mv{\theta}}}&#13;&#10;J(\mv{e};\widehat{\mv{\theta}})={1\over2} \mv{e}^{\top}\mv{e} &#13;&#10;&#9;&#9;,\\ \\&#13;&#10;&#9;&#9;\text{subject to }\ (1)\text{ and }(2)&#13;&#10;&#9;\end{matrix}&#13;&#10;\end{equation*}&#10;&#10;\end{document}"/>
  <p:tag name="IGUANATEXSIZE" val="16"/>
  <p:tag name="IGUANATEXCURSOR" val="1666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9"/>
  <p:tag name="ORIGINALWIDTH" val=" 1933"/>
  <p:tag name="OUTPUTTYPE" val="PNG"/>
  <p:tag name="IGUANATEXVERSION" val="162"/>
  <p:tag name="LATEXADDIN" val="\documentclass{article}&#10;\usepackage{amsmath}&#10;&#10;\newcommand*{\ddtsmall}{\tfrac{\mathrm{d}}{\mathrm{d}t}}&#10;\newcommand*{\norm}[1]{\lVert #1 \rVert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norm{\mv{e}} \le \tfrac{\bar{u}}{k}&#10;,\ \text{and }&#10;\norm{\estwth_i}\le \bar{\theta}_i,\ \forall i \in\{0,1\}&#13;&#10;\end{equation*}&#10;&#10;\end{document}"/>
  <p:tag name="IGUANATEXSIZE" val="16"/>
  <p:tag name="IGUANATEXCURSOR" val="153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51.5705"/>
  <p:tag name="ORIGINALWIDTH" val=" 187.8645"/>
  <p:tag name="OUTPUTTYPE" val="SV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itemize}&#10;\item $\estwth_i$: estimated weight of $i$th layer&#10;\item $\idealwth_i$: ideal weight of $i$th layer&#10;\item $x_n$: artifical neural network (ANN) input&#10;\item $\NN(x_n;\mv{\theta})$: ANN function&#10;\item $\lambda_j$: Lagrange multipliers&#10;\item $\mathcal{I}$: Inequality constraint set&#10;\item $\alpha$: learning rate of weights&#10;\item $\beta$: update rate of Lagrange multipliers&#10;\end{itemize}&#10;&#10;\end{document}"/>
  <p:tag name="IGUANATEXSIZE" val="16"/>
  <p:tag name="IGUANATEXCURSOR" val="1565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6"/>
  <p:tag name="ORIGINALWIDTH" val=" 1212"/>
  <p:tag name="OUTPUTTYPE" val="PNG"/>
  <p:tag name="IGUANATEXVERSION" val="162"/>
  <p:tag name="LATEXADDIN" val="\documentclass{article}&#10;\usepackage{amsmath}&#10;&#10;\usepackage{xcolor}&#10;\definecolor{airforceblue}{rgb}{0.36, 0.54, 0.66}&#10;\definecolor{awesome}{rgb}{1.0, 0.13, 0.32}&#10;\newcommand{\ctxt}[2]{\color{#1}{#2}\color{black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matrix}&#13;&#10;&#9;&#9;\min_{\widehat{\mv{\theta}}}&#13;&#10;J(\mv{e};\widehat{\mv{\theta}})={1\over2} \mv{e}^{\top}\mv{e} &#13;&#10;&#9;&#9;,\\ \\&#13;&#10;&#9;&#9;\text{subject to }\ (1)\text{ and }(2)&#13;&#10;&#9;\end{matrix}&#13;&#10;\end{equation*}&#10;&#10;\end{document}"/>
  <p:tag name="IGUANATEXSIZE" val="16"/>
  <p:tag name="IGUANATEXCURSOR" val="1666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"/>
  <p:tag name="ORIGINALWIDTH" val=" 2621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0;\text{where }&#13;&#10;&#9;L(\mv{e},\widehat{\mv{\theta}},[\lambda_j]_{j\in\mathcal I}) &#13;&#10;&#9;:=&#13;&#10;&#9;J(\mv{e};\widehat{\mv{\theta}}) &#13;&#10;&#9;+ &#13;&#10;&#9;\textstyle \sum_{j\in\mathcal I} \lambda_j c_j(\widehat{\mv{\theta}})&#13;&#10;&#9;\label{eq:lagrangian}&#13;&#10;\end{equation*}&#10;&#10;\end{document}"/>
  <p:tag name="IGUANATEXSIZE" val="16"/>
  <p:tag name="IGUANATEXCURSOR" val="1301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7"/>
  <p:tag name="ORIGINALWIDTH" val=" 1365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min_{\widehat{\mv{\theta}}} \max_{[\lambda_j]_{j\in\mathcal I}} \allowbreak  L(\mv{e},\widehat{\mv{\theta}},[\lambda_j]_{j\in\mathcal I})&#13;&#10;\end{equation*}&#10;&#10;\end{document}&#10;"/>
  <p:tag name="IGUANATEXSIZE" val="16"/>
  <p:tag name="IGUANATEXCURSOR" val="152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42"/>
  <p:tag name="ORIGINALWIDTH" val=" 2783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aligned}&#13;&#10;&#9;&#9;\ddtsmall {\widehat{\mv{\theta}}}&amp;=-\alpha &#13;&#10;&#9;&#9;\tfrac{\partial L}{\partial \widehat{\mv{\theta}}}&#13;&#10;&#9;&#9;=-\alpha &#13;&#10;&#9;&#9;\left(&#13;&#10;&#9;&#9;&#9;\tfrac{\partial J}{\partial \widehat{\mv{\theta}}}&#13;&#10;&#9;&#9;&#9;+&#13;&#10;&#9;&#9;&#9;\textstyle  \sum_{j\in\mathcal{I}}&#13;&#10;&#9;&#9;&#9;\lambda_j &#13;&#10;&#9;&#9;&#9;\tfrac{\partial c_j}{\partial \widehat{\mv{\theta}}}&#13;&#10;&#9;&#9;\right)&#13;&#10;&#9;&#9;,\quad\quad\quad (3)&#13;&#10;&#9;&#9;\\&#13;&#10;&#9;&#9;\ddtsmall\lambda_j&amp; = \beta_j&#13;&#10;&#9;&#9;\tfrac{\partial L}{\partial \lambda_j} = \beta_j c_j &#13;&#10;&#9;&#9;, \quad \forall j\in\mathcal I&#13;&#10;&#9;&#9;,&#13;&#10;&#9;&#9;\\&#13;&#10;&#9;&#9;\lambda_j &amp;\leftarrow \max(\lambda_j, 0)&#13;&#10;&#9;\end{aligned}&#13;&#10;\end{equation*}&#10;&#10;\end{document}"/>
  <p:tag name="IGUANATEXSIZE" val="16"/>
  <p:tag name="IGUANATEXCURSOR" val="1928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itemize}&#10;\item $\estwth_i$: estimated weight of $i$th layer&#10;\item $\idealwth_i$: ideal weight of $i$th layer&#10;\item $x_n$: artifical neural network (ANN) input&#10;\item $\NN(x_n;\mv{\theta})$: ANN function&#10;\item $\lambda_j$: Lagrange multipliers&#10;\item $\mathcal{I}$: Inequality constraint set&#10;\item $\alpha$: learning rate of weights&#10;\item $\beta$: update rate of Lagrange multipliers&#10;\end{itemize}&#10;&#10;\end{document}"/>
  <p:tag name="IGUANATEXSIZE" val="16"/>
  <p:tag name="IGUANATEXCURSOR" val="1565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1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813189"/>
  <p:tag name="ORIGINALWIDTH" val=" 5.60915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73425"/>
  <p:tag name="ORIGINALWIDTH" val=" 4.96501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56"/>
  <p:tag name="ORIGINALWIDTH" val=" 2.101919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7.739862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85728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6.78848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984793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10876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4882"/>
  <p:tag name="ORIGINALWIDTH" val=" 2.616289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984793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46063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73425"/>
  <p:tag name="ORIGINALWIDTH" val=" 4.96501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05709"/>
  <p:tag name="ORIGINALWIDTH" val=" 2.816437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93356"/>
  <p:tag name="ORIGINALWIDTH" val=" 2.101919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85728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6.788485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984793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10876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94882"/>
  <p:tag name="ORIGINALWIDTH" val=" 2.616289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984793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46063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35236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38583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955069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75787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6.788485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786614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916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33219"/>
  <p:tag name="ORIGINALWIDTH" val=" 6.788485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6.768651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6.76865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9163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85728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3435"/>
  <p:tag name="ORIGINALWIDTH" val=" 6.95693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9163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35236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77"/>
  <p:tag name="ORIGINALWIDTH" val=" 4.238583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16683"/>
  <p:tag name="ORIGINALWIDTH" val=" 1.080167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73425"/>
  <p:tag name="ORIGINALWIDTH" val=" 4.96501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599"/>
  <p:tag name="ORIGINALWIDTH" val=" 2.299163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33219"/>
  <p:tag name="ORIGINALWIDTH" val=" 6.78848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6.768651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6.768651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10876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75787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43553"/>
  <p:tag name="ORIGINALWIDTH" val=" 4.905512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046309"/>
  <p:tag name="ORIGINALWIDTH" val=" 3.045374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5.440699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7.739862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85728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6.530807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3.022588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85728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46063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775787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5.559597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10876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6.788485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4.984793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885384"/>
  <p:tag name="ORIGINALWIDTH" val=" 3.845128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38"/>
  <p:tag name="ORIGINALWIDTH" val=" 5.402313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293898"/>
  <p:tag name="ORIGINALWIDTH" val=" 1.050443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85728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4.885728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390206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22"/>
  <p:tag name="ORIGINALWIDTH" val=" 3.210876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8"/>
  <p:tag name="ORIGINALWIDTH" val=" 5.440699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4.469488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4.984793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5354"/>
  <p:tag name="ORIGINALWIDTH" val=" 4.528937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7.739862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4.984793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36565"/>
  <p:tag name="ORIGINALWIDTH" val=" 3.10187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3622"/>
  <p:tag name="ORIGINALWIDTH" val=" 4.885728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914025"/>
  <p:tag name="ORIGINALWIDTH" val=" 2.200049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6496"/>
  <p:tag name="ORIGINALWIDTH" val=" 2.120768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835236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03445"/>
  <p:tag name="ORIGINALWIDTH" val=" 3.329823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72834"/>
  <p:tag name="ORIGINALWIDTH" val=" 3.240601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"/>
  <p:tag name="ORIGINALWIDTH" val=" 2161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rm{sat}(\mv{u}_{\rm{s,ref}}^{dq})&#10;=&#10;\mm{R}_{\text{s}}^{dq}&#10;\mm{i}_{\text{s}}^{dq}&#10;+&#10;\omega_{\text{p}}&#10;\mm{J}&#10;\mv{\psi}_{\text{s}}^{dq}&#10;+&#10;\ddtt&#10;\mv{\psi}_{\text{s}}^{dq}&#10;\end{equation*}&#10;&#10;\end{document}"/>
  <p:tag name="IGUANATEXSIZE" val="16"/>
  <p:tag name="IGUANATEXCURSOR" val="149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0"/>
  <p:tag name="ORIGINALWIDTH" val=" 1972"/>
  <p:tag name="OUTPUTTYPE" val="PNG"/>
  <p:tag name="IGUANATEXVERSION" val="162"/>
  <p:tag name="LATEXADDIN" val="\documentclass{article}&#10;\usepackage{amsmath}&#10;\newcommand*{\norm}[1]{\lVert #1 \rVert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rm{sat}(\mv{u}_{\rm{s,ref}}^{dq})&#10;=&#10;\begin{cases}&#10;\bar{u}\tfrac{\mv{u}_{\rm{s,ref}}^{dq}}{\norm{\mv{u}_{\rm{s,ref}}^{dq}}}&#10;,&amp;\text{if }\norm{\mv{u}} &gt; \bar{u}&#10;\\&#10;\mv{u}_{\rm{s,ref}}^{dq}&#10;,&amp;\text{otherwise}&#10;\end{cases}&#10;\end{equation*}&#10;&#10;\end{document}"/>
  <p:tag name="IGUANATEXSIZE" val="16"/>
  <p:tag name="IGUANATEXCURSOR" val="1536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42"/>
  <p:tag name="ORIGINALWIDTH" val=" 2783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aligned}&#13;&#10;&#9;&#9;\ddtsmall {\widehat{\mv{\theta}}}&amp;=-\alpha &#13;&#10;&#9;&#9;\tfrac{\partial L}{\partial \widehat{\mv{\theta}}}&#13;&#10;&#9;&#9;=-\alpha &#13;&#10;&#9;&#9;\left(&#13;&#10;&#9;&#9;&#9;\tfrac{\partial J}{\partial \widehat{\mv{\theta}}}&#13;&#10;&#9;&#9;&#9;+&#13;&#10;&#9;&#9;&#9;\textstyle  \sum_{j\in\mathcal{I}}&#13;&#10;&#9;&#9;&#9;\lambda_j &#13;&#10;&#9;&#9;&#9;\tfrac{\partial c_j}{\partial \widehat{\mv{\theta}}}&#13;&#10;&#9;&#9;\right)&#13;&#10;&#9;&#9;,\quad\quad\quad (3)&#13;&#10;&#9;&#9;\\&#13;&#10;&#9;&#9;\ddtsmall\lambda_j&amp; = \beta_j&#13;&#10;&#9;&#9;\tfrac{\partial L}{\partial \lambda_j} = \beta_j c_j &#13;&#10;&#9;&#9;, \quad \forall j\in\mathcal I&#13;&#10;&#9;&#9;,&#13;&#10;&#9;&#9;\\&#13;&#10;&#9;&#9;\lambda_j &amp;\leftarrow \max(\lambda_j, 0)&#13;&#10;&#9;\end{aligned}&#13;&#10;\end{equation*}&#10;&#10;\end{document}"/>
  <p:tag name="IGUANATEXSIZE" val="16"/>
  <p:tag name="IGUANATEXCURSOR" val="1928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567</Words>
  <Application>Microsoft Macintosh PowerPoint</Application>
  <PresentationFormat>Widescreen</PresentationFormat>
  <Paragraphs>89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Cambria Math</vt:lpstr>
      <vt:lpstr>Montserrat</vt:lpstr>
      <vt:lpstr>Montserrat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Almudena Garcia</dc:creator>
  <cp:lastModifiedBy>DDing</cp:lastModifiedBy>
  <cp:revision>89</cp:revision>
  <dcterms:created xsi:type="dcterms:W3CDTF">2025-09-15T06:44:40Z</dcterms:created>
  <dcterms:modified xsi:type="dcterms:W3CDTF">2025-10-10T08:41:53Z</dcterms:modified>
</cp:coreProperties>
</file>